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Anaheim" panose="020B0604020202020204" charset="0"/>
      <p:regular r:id="rId32"/>
      <p:bold r:id="rId33"/>
    </p:embeddedFont>
    <p:embeddedFont>
      <p:font typeface="Hind" panose="02000000000000000000" pitchFamily="2" charset="0"/>
      <p:regular r:id="rId34"/>
      <p:bold r:id="rId35"/>
    </p:embeddedFont>
    <p:embeddedFont>
      <p:font typeface="Nunito Light" pitchFamily="2" charset="0"/>
      <p:regular r:id="rId36"/>
    </p:embeddedFont>
    <p:embeddedFont>
      <p:font typeface="Palanquin" panose="020B0004020203020204" pitchFamily="3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0c4c8e09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0c4c8e09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0c4c8e09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60c4c8e09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1a41e83c1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1a41e83c1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15f1e25db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15f1e25db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19816734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19816734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1a41e83c1a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1a41e83c1a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15f1e25db5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315f1e25db5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1a62e4fd0d_1_1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1a62e4fd0d_1_1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4f49123c6b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4f49123c6b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1a62e4fd0d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31a62e4fd0d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2d5fe4167c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2d5fe4167c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2d5fe4167c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2d5fe4167c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d5fe4167c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d5fe4167c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31a62e4fd0d_1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31a62e4fd0d_1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31a62e4fd0d_1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31a62e4fd0d_1_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g31a62e4fd0d_1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6" name="Google Shape;2506;g31a62e4fd0d_1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g31634690ff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6" name="Google Shape;2786;g31634690ff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1634690ff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1634690ff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g31634690ff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3" name="Google Shape;2803;g31634690ff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g31634690ff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2" name="Google Shape;2812;g31634690ff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g31634690ff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1" name="Google Shape;2821;g31634690ff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31a62e4fd0d_1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0" name="Google Shape;2830;g31a62e4fd0d_1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g31a8fbfd71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0" name="Google Shape;3110;g31a8fbfd71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g31680a0efb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5" name="Google Shape;3115;g31680a0efb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225" y="834400"/>
            <a:ext cx="45288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225" y="293466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6" name="Google Shape;16;p3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3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084312" y="829200"/>
            <a:ext cx="4310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749000" y="829200"/>
            <a:ext cx="1162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084312" y="1581925"/>
            <a:ext cx="4310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39375"/>
            <a:ext cx="7704000" cy="12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25" name="Google Shape;25;p4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4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5081922" y="2828325"/>
            <a:ext cx="26439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418550" y="2828325"/>
            <a:ext cx="26439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5081913" y="2449950"/>
            <a:ext cx="2643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1418550" y="2449950"/>
            <a:ext cx="2643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34" name="Google Shape;34;p5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5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6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39" name="Google Shape;39;p6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6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102963" y="1184700"/>
            <a:ext cx="417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1102963" y="1757400"/>
            <a:ext cx="4177500" cy="22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4" name="Google Shape;44;p7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45" name="Google Shape;45;p7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7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2354400" y="1461925"/>
            <a:ext cx="4435200" cy="221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9" name="Google Shape;49;p8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50" name="Google Shape;50;p8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8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720000" y="1419450"/>
            <a:ext cx="4134900" cy="11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720000" y="2535750"/>
            <a:ext cx="4134900" cy="11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>
            <a:spLocks noGrp="1"/>
          </p:cNvSpPr>
          <p:nvPr>
            <p:ph type="pic" idx="2"/>
          </p:nvPr>
        </p:nvSpPr>
        <p:spPr>
          <a:xfrm>
            <a:off x="5149475" y="690300"/>
            <a:ext cx="3281400" cy="3762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56" name="Google Shape;56;p9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57" name="Google Shape;57;p9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9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720000" y="3958100"/>
            <a:ext cx="7704000" cy="645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1313500" y="640050"/>
            <a:ext cx="6517200" cy="102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1313500" y="1592175"/>
            <a:ext cx="6517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5" name="Google Shape;65;p11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66" name="Google Shape;66;p11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11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720025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713225" y="2223926"/>
            <a:ext cx="22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2"/>
          </p:nvPr>
        </p:nvSpPr>
        <p:spPr>
          <a:xfrm>
            <a:off x="3999775" y="2223926"/>
            <a:ext cx="22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3"/>
          </p:nvPr>
        </p:nvSpPr>
        <p:spPr>
          <a:xfrm>
            <a:off x="713225" y="3885926"/>
            <a:ext cx="22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4"/>
          </p:nvPr>
        </p:nvSpPr>
        <p:spPr>
          <a:xfrm>
            <a:off x="3999775" y="3885926"/>
            <a:ext cx="220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13" y="14177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13" y="30797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7" hasCustomPrompt="1"/>
          </p:nvPr>
        </p:nvSpPr>
        <p:spPr>
          <a:xfrm>
            <a:off x="3999782" y="14177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8" hasCustomPrompt="1"/>
          </p:nvPr>
        </p:nvSpPr>
        <p:spPr>
          <a:xfrm>
            <a:off x="3999782" y="30797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9"/>
          </p:nvPr>
        </p:nvSpPr>
        <p:spPr>
          <a:xfrm>
            <a:off x="713227" y="1977175"/>
            <a:ext cx="2681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3"/>
          </p:nvPr>
        </p:nvSpPr>
        <p:spPr>
          <a:xfrm>
            <a:off x="3999775" y="1977175"/>
            <a:ext cx="2681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4"/>
          </p:nvPr>
        </p:nvSpPr>
        <p:spPr>
          <a:xfrm>
            <a:off x="713227" y="3639250"/>
            <a:ext cx="2681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5"/>
          </p:nvPr>
        </p:nvSpPr>
        <p:spPr>
          <a:xfrm>
            <a:off x="3999775" y="3639250"/>
            <a:ext cx="2681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84" name="Google Shape;84;p13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13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725775" y="3105625"/>
            <a:ext cx="36561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725713" y="1505975"/>
            <a:ext cx="3656100" cy="159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90" name="Google Shape;90;p14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14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3102475" y="1046900"/>
            <a:ext cx="53283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1"/>
          </p:nvPr>
        </p:nvSpPr>
        <p:spPr>
          <a:xfrm>
            <a:off x="3102475" y="1733775"/>
            <a:ext cx="5328300" cy="23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5" name="Google Shape;95;p15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96" name="Google Shape;96;p15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5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932726" y="1854450"/>
            <a:ext cx="356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ubTitle" idx="1"/>
          </p:nvPr>
        </p:nvSpPr>
        <p:spPr>
          <a:xfrm>
            <a:off x="932725" y="2350950"/>
            <a:ext cx="3566100" cy="9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6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02" name="Google Shape;102;p16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6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713225" y="1880084"/>
            <a:ext cx="3858900" cy="8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2"/>
          </p:nvPr>
        </p:nvSpPr>
        <p:spPr>
          <a:xfrm>
            <a:off x="713225" y="3519784"/>
            <a:ext cx="3858900" cy="8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3"/>
          </p:nvPr>
        </p:nvSpPr>
        <p:spPr>
          <a:xfrm>
            <a:off x="713227" y="3120626"/>
            <a:ext cx="3858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4"/>
          </p:nvPr>
        </p:nvSpPr>
        <p:spPr>
          <a:xfrm>
            <a:off x="713227" y="1480925"/>
            <a:ext cx="3858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ind"/>
              <a:buNone/>
              <a:defRPr sz="24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11" name="Google Shape;111;p17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7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6_2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713100" y="1239375"/>
            <a:ext cx="3858900" cy="3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2"/>
          </p:nvPr>
        </p:nvSpPr>
        <p:spPr>
          <a:xfrm>
            <a:off x="4572000" y="1239375"/>
            <a:ext cx="3858900" cy="3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7" name="Google Shape;117;p18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18" name="Google Shape;118;p18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18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937626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2"/>
          </p:nvPr>
        </p:nvSpPr>
        <p:spPr>
          <a:xfrm>
            <a:off x="3484350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6031074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4"/>
          </p:nvPr>
        </p:nvSpPr>
        <p:spPr>
          <a:xfrm>
            <a:off x="937625" y="2449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5"/>
          </p:nvPr>
        </p:nvSpPr>
        <p:spPr>
          <a:xfrm>
            <a:off x="3484350" y="2449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6"/>
          </p:nvPr>
        </p:nvSpPr>
        <p:spPr>
          <a:xfrm>
            <a:off x="6031075" y="244995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grpSp>
        <p:nvGrpSpPr>
          <p:cNvPr id="128" name="Google Shape;128;p19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29" name="Google Shape;129;p19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19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1981975" y="1903300"/>
            <a:ext cx="2350500" cy="8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2"/>
          </p:nvPr>
        </p:nvSpPr>
        <p:spPr>
          <a:xfrm>
            <a:off x="5491676" y="1903300"/>
            <a:ext cx="2350500" cy="8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3"/>
          </p:nvPr>
        </p:nvSpPr>
        <p:spPr>
          <a:xfrm>
            <a:off x="1981975" y="3476300"/>
            <a:ext cx="2350500" cy="8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subTitle" idx="4"/>
          </p:nvPr>
        </p:nvSpPr>
        <p:spPr>
          <a:xfrm>
            <a:off x="5491676" y="3476300"/>
            <a:ext cx="2350500" cy="8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5"/>
          </p:nvPr>
        </p:nvSpPr>
        <p:spPr>
          <a:xfrm>
            <a:off x="1981975" y="1526900"/>
            <a:ext cx="2350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ubTitle" idx="6"/>
          </p:nvPr>
        </p:nvSpPr>
        <p:spPr>
          <a:xfrm>
            <a:off x="1981975" y="3099976"/>
            <a:ext cx="2350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7"/>
          </p:nvPr>
        </p:nvSpPr>
        <p:spPr>
          <a:xfrm>
            <a:off x="5491673" y="1526900"/>
            <a:ext cx="2350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8"/>
          </p:nvPr>
        </p:nvSpPr>
        <p:spPr>
          <a:xfrm>
            <a:off x="5491673" y="3099976"/>
            <a:ext cx="2350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42" name="Google Shape;142;p20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20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1"/>
          </p:nvPr>
        </p:nvSpPr>
        <p:spPr>
          <a:xfrm>
            <a:off x="872000" y="214885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2"/>
          </p:nvPr>
        </p:nvSpPr>
        <p:spPr>
          <a:xfrm>
            <a:off x="3515251" y="214885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3"/>
          </p:nvPr>
        </p:nvSpPr>
        <p:spPr>
          <a:xfrm>
            <a:off x="872000" y="387400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4"/>
          </p:nvPr>
        </p:nvSpPr>
        <p:spPr>
          <a:xfrm>
            <a:off x="3515251" y="387400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5"/>
          </p:nvPr>
        </p:nvSpPr>
        <p:spPr>
          <a:xfrm>
            <a:off x="6158502" y="214885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6"/>
          </p:nvPr>
        </p:nvSpPr>
        <p:spPr>
          <a:xfrm>
            <a:off x="6158502" y="3874000"/>
            <a:ext cx="21135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7"/>
          </p:nvPr>
        </p:nvSpPr>
        <p:spPr>
          <a:xfrm>
            <a:off x="870490" y="1770570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8"/>
          </p:nvPr>
        </p:nvSpPr>
        <p:spPr>
          <a:xfrm>
            <a:off x="3513743" y="1770570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9"/>
          </p:nvPr>
        </p:nvSpPr>
        <p:spPr>
          <a:xfrm>
            <a:off x="6156996" y="1770570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3"/>
          </p:nvPr>
        </p:nvSpPr>
        <p:spPr>
          <a:xfrm>
            <a:off x="870490" y="3499104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4"/>
          </p:nvPr>
        </p:nvSpPr>
        <p:spPr>
          <a:xfrm>
            <a:off x="3513743" y="3499104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5"/>
          </p:nvPr>
        </p:nvSpPr>
        <p:spPr>
          <a:xfrm>
            <a:off x="6156996" y="3499104"/>
            <a:ext cx="2116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sz="2000" b="1"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title" idx="16" hasCustomPrompt="1"/>
          </p:nvPr>
        </p:nvSpPr>
        <p:spPr>
          <a:xfrm>
            <a:off x="3513743" y="1311400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21"/>
          <p:cNvSpPr txBox="1">
            <a:spLocks noGrp="1"/>
          </p:cNvSpPr>
          <p:nvPr>
            <p:ph type="title" idx="17" hasCustomPrompt="1"/>
          </p:nvPr>
        </p:nvSpPr>
        <p:spPr>
          <a:xfrm>
            <a:off x="870490" y="1311400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0" name="Google Shape;160;p21"/>
          <p:cNvSpPr txBox="1">
            <a:spLocks noGrp="1"/>
          </p:cNvSpPr>
          <p:nvPr>
            <p:ph type="title" idx="18" hasCustomPrompt="1"/>
          </p:nvPr>
        </p:nvSpPr>
        <p:spPr>
          <a:xfrm>
            <a:off x="6156996" y="1311400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21"/>
          <p:cNvSpPr txBox="1">
            <a:spLocks noGrp="1"/>
          </p:cNvSpPr>
          <p:nvPr>
            <p:ph type="title" idx="19" hasCustomPrompt="1"/>
          </p:nvPr>
        </p:nvSpPr>
        <p:spPr>
          <a:xfrm>
            <a:off x="3513743" y="3037222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2" name="Google Shape;162;p21"/>
          <p:cNvSpPr txBox="1">
            <a:spLocks noGrp="1"/>
          </p:cNvSpPr>
          <p:nvPr>
            <p:ph type="title" idx="20" hasCustomPrompt="1"/>
          </p:nvPr>
        </p:nvSpPr>
        <p:spPr>
          <a:xfrm>
            <a:off x="870490" y="3037222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 idx="21" hasCustomPrompt="1"/>
          </p:nvPr>
        </p:nvSpPr>
        <p:spPr>
          <a:xfrm>
            <a:off x="6156996" y="3037222"/>
            <a:ext cx="21165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64" name="Google Shape;164;p21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65" name="Google Shape;165;p21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21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title" hasCustomPrompt="1"/>
          </p:nvPr>
        </p:nvSpPr>
        <p:spPr>
          <a:xfrm>
            <a:off x="4572000" y="740292"/>
            <a:ext cx="38589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1"/>
          </p:nvPr>
        </p:nvSpPr>
        <p:spPr>
          <a:xfrm>
            <a:off x="4572000" y="1428225"/>
            <a:ext cx="38589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2041050"/>
            <a:ext cx="38589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3"/>
          </p:nvPr>
        </p:nvSpPr>
        <p:spPr>
          <a:xfrm>
            <a:off x="4572000" y="2728500"/>
            <a:ext cx="38589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title" idx="4" hasCustomPrompt="1"/>
          </p:nvPr>
        </p:nvSpPr>
        <p:spPr>
          <a:xfrm>
            <a:off x="4572000" y="3341808"/>
            <a:ext cx="38589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5"/>
          </p:nvPr>
        </p:nvSpPr>
        <p:spPr>
          <a:xfrm>
            <a:off x="4572000" y="4028776"/>
            <a:ext cx="38589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74" name="Google Shape;174;p22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75" name="Google Shape;175;p22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2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5516275" y="684538"/>
            <a:ext cx="2914500" cy="90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1"/>
          </p:nvPr>
        </p:nvSpPr>
        <p:spPr>
          <a:xfrm>
            <a:off x="5516275" y="1507813"/>
            <a:ext cx="2914500" cy="11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5516275" y="3444300"/>
            <a:ext cx="2914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</a:t>
            </a:r>
            <a:r>
              <a:rPr lang="en" sz="1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</a:t>
            </a:r>
            <a:r>
              <a:rPr lang="en" sz="1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and illustrations by </a:t>
            </a:r>
            <a:r>
              <a:rPr lang="en" sz="1000" b="1" u="sng">
                <a:solidFill>
                  <a:schemeClr val="hlink"/>
                </a:solidFill>
                <a:latin typeface="Palanquin"/>
                <a:ea typeface="Palanquin"/>
                <a:cs typeface="Palanquin"/>
                <a:sym typeface="Palanquin"/>
                <a:hlinkClick r:id="rId5"/>
              </a:rPr>
              <a:t>Storyset</a:t>
            </a:r>
            <a:r>
              <a:rPr lang="en" sz="1000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</a:t>
            </a:r>
            <a:endParaRPr sz="1000" b="1" u="sng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181" name="Google Shape;181;p23"/>
          <p:cNvGrpSpPr/>
          <p:nvPr/>
        </p:nvGrpSpPr>
        <p:grpSpPr>
          <a:xfrm>
            <a:off x="294150" y="360675"/>
            <a:ext cx="8555700" cy="4422150"/>
            <a:chOff x="294150" y="360675"/>
            <a:chExt cx="8555700" cy="4422150"/>
          </a:xfrm>
        </p:grpSpPr>
        <p:cxnSp>
          <p:nvCxnSpPr>
            <p:cNvPr id="182" name="Google Shape;182;p23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3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4"/>
          <p:cNvGrpSpPr/>
          <p:nvPr/>
        </p:nvGrpSpPr>
        <p:grpSpPr>
          <a:xfrm>
            <a:off x="11" y="360675"/>
            <a:ext cx="9144332" cy="4422150"/>
            <a:chOff x="294150" y="360675"/>
            <a:chExt cx="8555700" cy="4422150"/>
          </a:xfrm>
        </p:grpSpPr>
        <p:cxnSp>
          <p:nvCxnSpPr>
            <p:cNvPr id="186" name="Google Shape;186;p24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4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5"/>
          <p:cNvGrpSpPr/>
          <p:nvPr/>
        </p:nvGrpSpPr>
        <p:grpSpPr>
          <a:xfrm>
            <a:off x="303100" y="360670"/>
            <a:ext cx="8537825" cy="4422044"/>
            <a:chOff x="303088" y="243800"/>
            <a:chExt cx="8537825" cy="4649400"/>
          </a:xfrm>
        </p:grpSpPr>
        <p:cxnSp>
          <p:nvCxnSpPr>
            <p:cNvPr id="190" name="Google Shape;190;p25"/>
            <p:cNvCxnSpPr/>
            <p:nvPr/>
          </p:nvCxnSpPr>
          <p:spPr>
            <a:xfrm>
              <a:off x="303088" y="243800"/>
              <a:ext cx="0" cy="464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5"/>
            <p:cNvCxnSpPr/>
            <p:nvPr/>
          </p:nvCxnSpPr>
          <p:spPr>
            <a:xfrm>
              <a:off x="8840913" y="243800"/>
              <a:ext cx="0" cy="464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25"/>
          <p:cNvGrpSpPr/>
          <p:nvPr/>
        </p:nvGrpSpPr>
        <p:grpSpPr>
          <a:xfrm>
            <a:off x="11" y="360675"/>
            <a:ext cx="9144332" cy="4422150"/>
            <a:chOff x="294150" y="360675"/>
            <a:chExt cx="8555700" cy="4422150"/>
          </a:xfrm>
        </p:grpSpPr>
        <p:cxnSp>
          <p:nvCxnSpPr>
            <p:cNvPr id="193" name="Google Shape;193;p25"/>
            <p:cNvCxnSpPr/>
            <p:nvPr/>
          </p:nvCxnSpPr>
          <p:spPr>
            <a:xfrm rot="10800000">
              <a:off x="294150" y="478282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294150" y="360675"/>
              <a:ext cx="8555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ind"/>
              <a:buNone/>
              <a:defRPr sz="3000" b="1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ransition spd="med"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WzarqwztKD3zI3ZjxnkQiqAOsToOgdVO/view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252025" y="872925"/>
            <a:ext cx="5423100" cy="13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AI- Based Presentation Skills Evaluation System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381000" y="2451200"/>
            <a:ext cx="5294100" cy="15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Supervisor: Dr. Fatma Helmy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Supervising Assistant:  Eng.Saja Saadoun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Team Members: Ahmed Yehia, Arwaa Mamdoh, Mayar Adel, Mostafa Wael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6106044" y="3334570"/>
            <a:ext cx="5180" cy="1417565"/>
          </a:xfrm>
          <a:custGeom>
            <a:avLst/>
            <a:gdLst/>
            <a:ahLst/>
            <a:cxnLst/>
            <a:rect l="l" t="t" r="r" b="b"/>
            <a:pathLst>
              <a:path w="37" h="10126" extrusionOk="0">
                <a:moveTo>
                  <a:pt x="19" y="0"/>
                </a:moveTo>
                <a:cubicBezTo>
                  <a:pt x="10" y="0"/>
                  <a:pt x="1" y="2266"/>
                  <a:pt x="1" y="5059"/>
                </a:cubicBezTo>
                <a:cubicBezTo>
                  <a:pt x="1" y="7860"/>
                  <a:pt x="10" y="10126"/>
                  <a:pt x="19" y="10126"/>
                </a:cubicBezTo>
                <a:cubicBezTo>
                  <a:pt x="28" y="10126"/>
                  <a:pt x="36" y="7860"/>
                  <a:pt x="36" y="5059"/>
                </a:cubicBezTo>
                <a:cubicBezTo>
                  <a:pt x="36" y="2266"/>
                  <a:pt x="28" y="0"/>
                  <a:pt x="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26"/>
          <p:cNvGrpSpPr/>
          <p:nvPr/>
        </p:nvGrpSpPr>
        <p:grpSpPr>
          <a:xfrm>
            <a:off x="3045348" y="1146218"/>
            <a:ext cx="6078398" cy="3997281"/>
            <a:chOff x="2433086" y="1172593"/>
            <a:chExt cx="6078398" cy="3997281"/>
          </a:xfrm>
        </p:grpSpPr>
        <p:grpSp>
          <p:nvGrpSpPr>
            <p:cNvPr id="203" name="Google Shape;203;p26"/>
            <p:cNvGrpSpPr/>
            <p:nvPr/>
          </p:nvGrpSpPr>
          <p:grpSpPr>
            <a:xfrm>
              <a:off x="2433086" y="3754664"/>
              <a:ext cx="3387228" cy="1415211"/>
              <a:chOff x="2073145" y="3543850"/>
              <a:chExt cx="3828674" cy="1599651"/>
            </a:xfrm>
          </p:grpSpPr>
          <p:sp>
            <p:nvSpPr>
              <p:cNvPr id="204" name="Google Shape;204;p26"/>
              <p:cNvSpPr/>
              <p:nvPr/>
            </p:nvSpPr>
            <p:spPr>
              <a:xfrm>
                <a:off x="5512062" y="3946236"/>
                <a:ext cx="72323" cy="107121"/>
              </a:xfrm>
              <a:custGeom>
                <a:avLst/>
                <a:gdLst/>
                <a:ahLst/>
                <a:cxnLst/>
                <a:rect l="l" t="t" r="r" b="b"/>
                <a:pathLst>
                  <a:path w="424" h="628" extrusionOk="0">
                    <a:moveTo>
                      <a:pt x="152" y="1"/>
                    </a:moveTo>
                    <a:cubicBezTo>
                      <a:pt x="73" y="1"/>
                      <a:pt x="4" y="25"/>
                      <a:pt x="1" y="25"/>
                    </a:cubicBezTo>
                    <a:cubicBezTo>
                      <a:pt x="1" y="25"/>
                      <a:pt x="10" y="604"/>
                      <a:pt x="10" y="613"/>
                    </a:cubicBezTo>
                    <a:cubicBezTo>
                      <a:pt x="10" y="619"/>
                      <a:pt x="46" y="628"/>
                      <a:pt x="97" y="628"/>
                    </a:cubicBezTo>
                    <a:cubicBezTo>
                      <a:pt x="219" y="628"/>
                      <a:pt x="424" y="575"/>
                      <a:pt x="411" y="292"/>
                    </a:cubicBezTo>
                    <a:cubicBezTo>
                      <a:pt x="406" y="50"/>
                      <a:pt x="267" y="1"/>
                      <a:pt x="152" y="1"/>
                    </a:cubicBezTo>
                    <a:close/>
                  </a:path>
                </a:pathLst>
              </a:custGeom>
              <a:solidFill>
                <a:srgbClr val="BD6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5" name="Google Shape;205;p26"/>
              <p:cNvGrpSpPr/>
              <p:nvPr/>
            </p:nvGrpSpPr>
            <p:grpSpPr>
              <a:xfrm>
                <a:off x="2073145" y="3543850"/>
                <a:ext cx="3828674" cy="1599651"/>
                <a:chOff x="2073145" y="3543850"/>
                <a:chExt cx="3828674" cy="1599651"/>
              </a:xfrm>
            </p:grpSpPr>
            <p:sp>
              <p:nvSpPr>
                <p:cNvPr id="206" name="Google Shape;206;p26"/>
                <p:cNvSpPr/>
                <p:nvPr/>
              </p:nvSpPr>
              <p:spPr>
                <a:xfrm>
                  <a:off x="5162047" y="3758262"/>
                  <a:ext cx="373042" cy="653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" h="3830" extrusionOk="0">
                      <a:moveTo>
                        <a:pt x="944" y="0"/>
                      </a:moveTo>
                      <a:cubicBezTo>
                        <a:pt x="622" y="0"/>
                        <a:pt x="298" y="75"/>
                        <a:pt x="1" y="226"/>
                      </a:cubicBezTo>
                      <a:cubicBezTo>
                        <a:pt x="1" y="226"/>
                        <a:pt x="90" y="1243"/>
                        <a:pt x="144" y="1831"/>
                      </a:cubicBezTo>
                      <a:cubicBezTo>
                        <a:pt x="188" y="2429"/>
                        <a:pt x="295" y="2447"/>
                        <a:pt x="295" y="2447"/>
                      </a:cubicBezTo>
                      <a:lnTo>
                        <a:pt x="215" y="3830"/>
                      </a:lnTo>
                      <a:lnTo>
                        <a:pt x="215" y="3830"/>
                      </a:lnTo>
                      <a:lnTo>
                        <a:pt x="1821" y="3740"/>
                      </a:lnTo>
                      <a:lnTo>
                        <a:pt x="2187" y="413"/>
                      </a:lnTo>
                      <a:lnTo>
                        <a:pt x="2097" y="350"/>
                      </a:lnTo>
                      <a:cubicBezTo>
                        <a:pt x="1750" y="117"/>
                        <a:pt x="1348" y="0"/>
                        <a:pt x="944" y="0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6"/>
                <p:cNvSpPr/>
                <p:nvPr/>
              </p:nvSpPr>
              <p:spPr>
                <a:xfrm>
                  <a:off x="5121109" y="3957153"/>
                  <a:ext cx="79828" cy="108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" h="637" extrusionOk="0">
                      <a:moveTo>
                        <a:pt x="302" y="0"/>
                      </a:moveTo>
                      <a:cubicBezTo>
                        <a:pt x="193" y="0"/>
                        <a:pt x="1" y="39"/>
                        <a:pt x="27" y="335"/>
                      </a:cubicBezTo>
                      <a:cubicBezTo>
                        <a:pt x="54" y="585"/>
                        <a:pt x="213" y="637"/>
                        <a:pt x="332" y="637"/>
                      </a:cubicBezTo>
                      <a:cubicBezTo>
                        <a:pt x="408" y="637"/>
                        <a:pt x="467" y="615"/>
                        <a:pt x="464" y="612"/>
                      </a:cubicBezTo>
                      <a:cubicBezTo>
                        <a:pt x="464" y="594"/>
                        <a:pt x="375" y="5"/>
                        <a:pt x="375" y="5"/>
                      </a:cubicBezTo>
                      <a:cubicBezTo>
                        <a:pt x="370" y="5"/>
                        <a:pt x="341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6"/>
                <p:cNvSpPr/>
                <p:nvPr/>
              </p:nvSpPr>
              <p:spPr>
                <a:xfrm>
                  <a:off x="5146866" y="3740352"/>
                  <a:ext cx="386688" cy="50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" h="2957" extrusionOk="0">
                      <a:moveTo>
                        <a:pt x="1312" y="1"/>
                      </a:moveTo>
                      <a:lnTo>
                        <a:pt x="1" y="331"/>
                      </a:lnTo>
                      <a:cubicBezTo>
                        <a:pt x="1" y="331"/>
                        <a:pt x="63" y="768"/>
                        <a:pt x="99" y="1232"/>
                      </a:cubicBezTo>
                      <a:cubicBezTo>
                        <a:pt x="117" y="1490"/>
                        <a:pt x="179" y="1945"/>
                        <a:pt x="224" y="2204"/>
                      </a:cubicBezTo>
                      <a:cubicBezTo>
                        <a:pt x="268" y="2454"/>
                        <a:pt x="420" y="2641"/>
                        <a:pt x="625" y="2793"/>
                      </a:cubicBezTo>
                      <a:cubicBezTo>
                        <a:pt x="768" y="2905"/>
                        <a:pt x="946" y="2957"/>
                        <a:pt x="1128" y="2957"/>
                      </a:cubicBezTo>
                      <a:cubicBezTo>
                        <a:pt x="1321" y="2957"/>
                        <a:pt x="1517" y="2899"/>
                        <a:pt x="1678" y="2793"/>
                      </a:cubicBezTo>
                      <a:cubicBezTo>
                        <a:pt x="1990" y="2597"/>
                        <a:pt x="2151" y="2302"/>
                        <a:pt x="2213" y="1936"/>
                      </a:cubicBezTo>
                      <a:cubicBezTo>
                        <a:pt x="2258" y="1704"/>
                        <a:pt x="2231" y="1526"/>
                        <a:pt x="2267" y="1178"/>
                      </a:cubicBezTo>
                      <a:lnTo>
                        <a:pt x="2106" y="402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6"/>
                <p:cNvSpPr/>
                <p:nvPr/>
              </p:nvSpPr>
              <p:spPr>
                <a:xfrm>
                  <a:off x="5081536" y="3610545"/>
                  <a:ext cx="517517" cy="316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4" h="1857" extrusionOk="0">
                      <a:moveTo>
                        <a:pt x="1781" y="1"/>
                      </a:moveTo>
                      <a:cubicBezTo>
                        <a:pt x="1588" y="1"/>
                        <a:pt x="1401" y="98"/>
                        <a:pt x="1294" y="271"/>
                      </a:cubicBezTo>
                      <a:cubicBezTo>
                        <a:pt x="1258" y="244"/>
                        <a:pt x="1222" y="217"/>
                        <a:pt x="1187" y="200"/>
                      </a:cubicBezTo>
                      <a:cubicBezTo>
                        <a:pt x="1128" y="173"/>
                        <a:pt x="1066" y="160"/>
                        <a:pt x="1004" y="160"/>
                      </a:cubicBezTo>
                      <a:cubicBezTo>
                        <a:pt x="843" y="160"/>
                        <a:pt x="687" y="249"/>
                        <a:pt x="616" y="405"/>
                      </a:cubicBezTo>
                      <a:cubicBezTo>
                        <a:pt x="576" y="397"/>
                        <a:pt x="535" y="392"/>
                        <a:pt x="496" y="392"/>
                      </a:cubicBezTo>
                      <a:cubicBezTo>
                        <a:pt x="448" y="392"/>
                        <a:pt x="401" y="399"/>
                        <a:pt x="357" y="414"/>
                      </a:cubicBezTo>
                      <a:cubicBezTo>
                        <a:pt x="125" y="494"/>
                        <a:pt x="0" y="744"/>
                        <a:pt x="80" y="967"/>
                      </a:cubicBezTo>
                      <a:cubicBezTo>
                        <a:pt x="18" y="1029"/>
                        <a:pt x="0" y="1127"/>
                        <a:pt x="27" y="1208"/>
                      </a:cubicBezTo>
                      <a:cubicBezTo>
                        <a:pt x="54" y="1288"/>
                        <a:pt x="223" y="1368"/>
                        <a:pt x="223" y="1368"/>
                      </a:cubicBezTo>
                      <a:cubicBezTo>
                        <a:pt x="223" y="1368"/>
                        <a:pt x="250" y="1555"/>
                        <a:pt x="312" y="1600"/>
                      </a:cubicBezTo>
                      <a:cubicBezTo>
                        <a:pt x="359" y="1633"/>
                        <a:pt x="415" y="1652"/>
                        <a:pt x="473" y="1652"/>
                      </a:cubicBezTo>
                      <a:cubicBezTo>
                        <a:pt x="494" y="1652"/>
                        <a:pt x="515" y="1649"/>
                        <a:pt x="535" y="1645"/>
                      </a:cubicBezTo>
                      <a:lnTo>
                        <a:pt x="553" y="1600"/>
                      </a:lnTo>
                      <a:cubicBezTo>
                        <a:pt x="589" y="1645"/>
                        <a:pt x="625" y="1671"/>
                        <a:pt x="678" y="1698"/>
                      </a:cubicBezTo>
                      <a:cubicBezTo>
                        <a:pt x="720" y="1717"/>
                        <a:pt x="764" y="1726"/>
                        <a:pt x="806" y="1726"/>
                      </a:cubicBezTo>
                      <a:cubicBezTo>
                        <a:pt x="925" y="1726"/>
                        <a:pt x="1036" y="1656"/>
                        <a:pt x="1088" y="1538"/>
                      </a:cubicBezTo>
                      <a:cubicBezTo>
                        <a:pt x="1205" y="1670"/>
                        <a:pt x="1368" y="1738"/>
                        <a:pt x="1533" y="1738"/>
                      </a:cubicBezTo>
                      <a:cubicBezTo>
                        <a:pt x="1658" y="1738"/>
                        <a:pt x="1784" y="1699"/>
                        <a:pt x="1891" y="1618"/>
                      </a:cubicBezTo>
                      <a:cubicBezTo>
                        <a:pt x="1900" y="1743"/>
                        <a:pt x="2016" y="1832"/>
                        <a:pt x="2141" y="1850"/>
                      </a:cubicBezTo>
                      <a:cubicBezTo>
                        <a:pt x="2171" y="1854"/>
                        <a:pt x="2202" y="1857"/>
                        <a:pt x="2233" y="1857"/>
                      </a:cubicBezTo>
                      <a:cubicBezTo>
                        <a:pt x="2321" y="1857"/>
                        <a:pt x="2412" y="1838"/>
                        <a:pt x="2498" y="1805"/>
                      </a:cubicBezTo>
                      <a:cubicBezTo>
                        <a:pt x="2596" y="1779"/>
                        <a:pt x="2703" y="1743"/>
                        <a:pt x="2783" y="1680"/>
                      </a:cubicBezTo>
                      <a:cubicBezTo>
                        <a:pt x="2873" y="1618"/>
                        <a:pt x="2917" y="1511"/>
                        <a:pt x="2899" y="1395"/>
                      </a:cubicBezTo>
                      <a:cubicBezTo>
                        <a:pt x="2882" y="1359"/>
                        <a:pt x="2873" y="1306"/>
                        <a:pt x="2873" y="1261"/>
                      </a:cubicBezTo>
                      <a:cubicBezTo>
                        <a:pt x="2882" y="1208"/>
                        <a:pt x="2935" y="1181"/>
                        <a:pt x="2971" y="1145"/>
                      </a:cubicBezTo>
                      <a:cubicBezTo>
                        <a:pt x="3015" y="1092"/>
                        <a:pt x="3033" y="1011"/>
                        <a:pt x="3015" y="940"/>
                      </a:cubicBezTo>
                      <a:cubicBezTo>
                        <a:pt x="2992" y="840"/>
                        <a:pt x="2904" y="774"/>
                        <a:pt x="2800" y="774"/>
                      </a:cubicBezTo>
                      <a:cubicBezTo>
                        <a:pt x="2783" y="774"/>
                        <a:pt x="2766" y="776"/>
                        <a:pt x="2748" y="779"/>
                      </a:cubicBezTo>
                      <a:cubicBezTo>
                        <a:pt x="2792" y="681"/>
                        <a:pt x="2783" y="574"/>
                        <a:pt x="2712" y="485"/>
                      </a:cubicBezTo>
                      <a:cubicBezTo>
                        <a:pt x="2659" y="422"/>
                        <a:pt x="2582" y="391"/>
                        <a:pt x="2505" y="391"/>
                      </a:cubicBezTo>
                      <a:cubicBezTo>
                        <a:pt x="2439" y="391"/>
                        <a:pt x="2373" y="413"/>
                        <a:pt x="2320" y="458"/>
                      </a:cubicBezTo>
                      <a:cubicBezTo>
                        <a:pt x="2293" y="298"/>
                        <a:pt x="2195" y="155"/>
                        <a:pt x="2061" y="75"/>
                      </a:cubicBezTo>
                      <a:cubicBezTo>
                        <a:pt x="1972" y="24"/>
                        <a:pt x="1876" y="1"/>
                        <a:pt x="178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6"/>
                <p:cNvSpPr/>
                <p:nvPr/>
              </p:nvSpPr>
              <p:spPr>
                <a:xfrm>
                  <a:off x="4839494" y="4321671"/>
                  <a:ext cx="1048680" cy="420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8" h="2463" extrusionOk="0">
                      <a:moveTo>
                        <a:pt x="3756" y="0"/>
                      </a:moveTo>
                      <a:lnTo>
                        <a:pt x="2133" y="72"/>
                      </a:lnTo>
                      <a:cubicBezTo>
                        <a:pt x="2133" y="72"/>
                        <a:pt x="589" y="527"/>
                        <a:pt x="349" y="741"/>
                      </a:cubicBezTo>
                      <a:cubicBezTo>
                        <a:pt x="108" y="946"/>
                        <a:pt x="1" y="2373"/>
                        <a:pt x="1" y="2373"/>
                      </a:cubicBezTo>
                      <a:lnTo>
                        <a:pt x="6147" y="2463"/>
                      </a:lnTo>
                      <a:cubicBezTo>
                        <a:pt x="6147" y="2463"/>
                        <a:pt x="5871" y="1490"/>
                        <a:pt x="5630" y="999"/>
                      </a:cubicBezTo>
                      <a:cubicBezTo>
                        <a:pt x="5389" y="509"/>
                        <a:pt x="4845" y="375"/>
                        <a:pt x="4773" y="339"/>
                      </a:cubicBezTo>
                      <a:cubicBezTo>
                        <a:pt x="4711" y="295"/>
                        <a:pt x="3756" y="0"/>
                        <a:pt x="37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6"/>
                <p:cNvSpPr/>
                <p:nvPr/>
              </p:nvSpPr>
              <p:spPr>
                <a:xfrm>
                  <a:off x="4774164" y="4639622"/>
                  <a:ext cx="1127655" cy="494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1" h="2901" extrusionOk="0">
                      <a:moveTo>
                        <a:pt x="955" y="1"/>
                      </a:moveTo>
                      <a:cubicBezTo>
                        <a:pt x="428" y="1"/>
                        <a:pt x="0" y="429"/>
                        <a:pt x="0" y="955"/>
                      </a:cubicBezTo>
                      <a:lnTo>
                        <a:pt x="0" y="2900"/>
                      </a:lnTo>
                      <a:lnTo>
                        <a:pt x="6611" y="2900"/>
                      </a:lnTo>
                      <a:lnTo>
                        <a:pt x="6611" y="955"/>
                      </a:lnTo>
                      <a:cubicBezTo>
                        <a:pt x="6611" y="429"/>
                        <a:pt x="6182" y="1"/>
                        <a:pt x="564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6"/>
                <p:cNvSpPr/>
                <p:nvPr/>
              </p:nvSpPr>
              <p:spPr>
                <a:xfrm>
                  <a:off x="3535465" y="4381031"/>
                  <a:ext cx="1012007" cy="322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3" h="1892" extrusionOk="0">
                      <a:moveTo>
                        <a:pt x="3560" y="0"/>
                      </a:moveTo>
                      <a:lnTo>
                        <a:pt x="1490" y="134"/>
                      </a:lnTo>
                      <a:cubicBezTo>
                        <a:pt x="1490" y="134"/>
                        <a:pt x="589" y="402"/>
                        <a:pt x="348" y="607"/>
                      </a:cubicBezTo>
                      <a:cubicBezTo>
                        <a:pt x="98" y="812"/>
                        <a:pt x="0" y="1740"/>
                        <a:pt x="0" y="1740"/>
                      </a:cubicBezTo>
                      <a:lnTo>
                        <a:pt x="5933" y="1892"/>
                      </a:lnTo>
                      <a:cubicBezTo>
                        <a:pt x="5879" y="1535"/>
                        <a:pt x="5781" y="1196"/>
                        <a:pt x="5621" y="866"/>
                      </a:cubicBezTo>
                      <a:cubicBezTo>
                        <a:pt x="5380" y="384"/>
                        <a:pt x="4844" y="241"/>
                        <a:pt x="4773" y="205"/>
                      </a:cubicBezTo>
                      <a:cubicBezTo>
                        <a:pt x="4702" y="170"/>
                        <a:pt x="3560" y="0"/>
                        <a:pt x="356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6"/>
                <p:cNvSpPr/>
                <p:nvPr/>
              </p:nvSpPr>
              <p:spPr>
                <a:xfrm>
                  <a:off x="3762156" y="3840138"/>
                  <a:ext cx="360761" cy="626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3671" extrusionOk="0">
                      <a:moveTo>
                        <a:pt x="1280" y="1"/>
                      </a:moveTo>
                      <a:cubicBezTo>
                        <a:pt x="860" y="1"/>
                        <a:pt x="441" y="132"/>
                        <a:pt x="90" y="388"/>
                      </a:cubicBezTo>
                      <a:lnTo>
                        <a:pt x="1" y="450"/>
                      </a:lnTo>
                      <a:lnTo>
                        <a:pt x="482" y="3653"/>
                      </a:lnTo>
                      <a:lnTo>
                        <a:pt x="2052" y="3671"/>
                      </a:lnTo>
                      <a:lnTo>
                        <a:pt x="2052" y="3671"/>
                      </a:lnTo>
                      <a:lnTo>
                        <a:pt x="1901" y="2261"/>
                      </a:lnTo>
                      <a:lnTo>
                        <a:pt x="1901" y="2261"/>
                      </a:lnTo>
                      <a:cubicBezTo>
                        <a:pt x="1901" y="2261"/>
                        <a:pt x="1904" y="2263"/>
                        <a:pt x="1911" y="2263"/>
                      </a:cubicBezTo>
                      <a:cubicBezTo>
                        <a:pt x="1939" y="2263"/>
                        <a:pt x="2021" y="2221"/>
                        <a:pt x="2043" y="1744"/>
                      </a:cubicBezTo>
                      <a:cubicBezTo>
                        <a:pt x="2061" y="1164"/>
                        <a:pt x="2115" y="183"/>
                        <a:pt x="2115" y="183"/>
                      </a:cubicBezTo>
                      <a:cubicBezTo>
                        <a:pt x="1849" y="61"/>
                        <a:pt x="1564" y="1"/>
                        <a:pt x="1280" y="1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6"/>
                <p:cNvSpPr/>
                <p:nvPr/>
              </p:nvSpPr>
              <p:spPr>
                <a:xfrm>
                  <a:off x="3722583" y="4034764"/>
                  <a:ext cx="68741" cy="103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604" extrusionOk="0">
                      <a:moveTo>
                        <a:pt x="259" y="0"/>
                      </a:moveTo>
                      <a:cubicBezTo>
                        <a:pt x="146" y="0"/>
                        <a:pt x="1" y="49"/>
                        <a:pt x="1" y="291"/>
                      </a:cubicBezTo>
                      <a:cubicBezTo>
                        <a:pt x="7" y="552"/>
                        <a:pt x="183" y="604"/>
                        <a:pt x="300" y="604"/>
                      </a:cubicBezTo>
                      <a:cubicBezTo>
                        <a:pt x="358" y="604"/>
                        <a:pt x="402" y="591"/>
                        <a:pt x="402" y="585"/>
                      </a:cubicBezTo>
                      <a:cubicBezTo>
                        <a:pt x="402" y="576"/>
                        <a:pt x="393" y="23"/>
                        <a:pt x="393" y="23"/>
                      </a:cubicBezTo>
                      <a:cubicBezTo>
                        <a:pt x="390" y="20"/>
                        <a:pt x="331" y="0"/>
                        <a:pt x="259" y="0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6"/>
                <p:cNvSpPr/>
                <p:nvPr/>
              </p:nvSpPr>
              <p:spPr>
                <a:xfrm>
                  <a:off x="4093920" y="4031011"/>
                  <a:ext cx="73687" cy="105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618" extrusionOk="0">
                      <a:moveTo>
                        <a:pt x="167" y="1"/>
                      </a:moveTo>
                      <a:cubicBezTo>
                        <a:pt x="119" y="1"/>
                        <a:pt x="83" y="9"/>
                        <a:pt x="81" y="9"/>
                      </a:cubicBezTo>
                      <a:cubicBezTo>
                        <a:pt x="81" y="9"/>
                        <a:pt x="0" y="580"/>
                        <a:pt x="0" y="598"/>
                      </a:cubicBezTo>
                      <a:cubicBezTo>
                        <a:pt x="0" y="601"/>
                        <a:pt x="52" y="618"/>
                        <a:pt x="120" y="618"/>
                      </a:cubicBezTo>
                      <a:cubicBezTo>
                        <a:pt x="238" y="618"/>
                        <a:pt x="403" y="568"/>
                        <a:pt x="420" y="313"/>
                      </a:cubicBezTo>
                      <a:cubicBezTo>
                        <a:pt x="432" y="43"/>
                        <a:pt x="271" y="1"/>
                        <a:pt x="167" y="1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6"/>
                <p:cNvSpPr/>
                <p:nvPr/>
              </p:nvSpPr>
              <p:spPr>
                <a:xfrm>
                  <a:off x="3725654" y="3753486"/>
                  <a:ext cx="433766" cy="582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3" h="3412" extrusionOk="0">
                      <a:moveTo>
                        <a:pt x="1148" y="0"/>
                      </a:moveTo>
                      <a:cubicBezTo>
                        <a:pt x="972" y="0"/>
                        <a:pt x="702" y="12"/>
                        <a:pt x="580" y="75"/>
                      </a:cubicBezTo>
                      <a:cubicBezTo>
                        <a:pt x="259" y="245"/>
                        <a:pt x="9" y="700"/>
                        <a:pt x="0" y="1262"/>
                      </a:cubicBezTo>
                      <a:cubicBezTo>
                        <a:pt x="0" y="1824"/>
                        <a:pt x="250" y="2591"/>
                        <a:pt x="670" y="2966"/>
                      </a:cubicBezTo>
                      <a:cubicBezTo>
                        <a:pt x="1080" y="3340"/>
                        <a:pt x="1410" y="3412"/>
                        <a:pt x="1410" y="3412"/>
                      </a:cubicBezTo>
                      <a:cubicBezTo>
                        <a:pt x="1410" y="3412"/>
                        <a:pt x="2284" y="2939"/>
                        <a:pt x="2382" y="2234"/>
                      </a:cubicBezTo>
                      <a:cubicBezTo>
                        <a:pt x="2481" y="1538"/>
                        <a:pt x="2543" y="869"/>
                        <a:pt x="2275" y="530"/>
                      </a:cubicBezTo>
                      <a:cubicBezTo>
                        <a:pt x="1999" y="191"/>
                        <a:pt x="1508" y="13"/>
                        <a:pt x="1312" y="4"/>
                      </a:cubicBezTo>
                      <a:cubicBezTo>
                        <a:pt x="1312" y="4"/>
                        <a:pt x="1244" y="0"/>
                        <a:pt x="114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6"/>
                <p:cNvSpPr/>
                <p:nvPr/>
              </p:nvSpPr>
              <p:spPr>
                <a:xfrm>
                  <a:off x="3728724" y="3707090"/>
                  <a:ext cx="432231" cy="37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4" h="2212" extrusionOk="0">
                      <a:moveTo>
                        <a:pt x="1781" y="1"/>
                      </a:moveTo>
                      <a:cubicBezTo>
                        <a:pt x="1685" y="1"/>
                        <a:pt x="1591" y="21"/>
                        <a:pt x="1499" y="62"/>
                      </a:cubicBezTo>
                      <a:cubicBezTo>
                        <a:pt x="1410" y="106"/>
                        <a:pt x="1312" y="142"/>
                        <a:pt x="1222" y="169"/>
                      </a:cubicBezTo>
                      <a:cubicBezTo>
                        <a:pt x="1192" y="173"/>
                        <a:pt x="1162" y="175"/>
                        <a:pt x="1131" y="175"/>
                      </a:cubicBezTo>
                      <a:cubicBezTo>
                        <a:pt x="1063" y="175"/>
                        <a:pt x="995" y="167"/>
                        <a:pt x="927" y="167"/>
                      </a:cubicBezTo>
                      <a:cubicBezTo>
                        <a:pt x="909" y="167"/>
                        <a:pt x="892" y="167"/>
                        <a:pt x="875" y="169"/>
                      </a:cubicBezTo>
                      <a:cubicBezTo>
                        <a:pt x="518" y="178"/>
                        <a:pt x="223" y="490"/>
                        <a:pt x="107" y="829"/>
                      </a:cubicBezTo>
                      <a:cubicBezTo>
                        <a:pt x="0" y="1168"/>
                        <a:pt x="27" y="1543"/>
                        <a:pt x="63" y="1899"/>
                      </a:cubicBezTo>
                      <a:lnTo>
                        <a:pt x="2132" y="2212"/>
                      </a:lnTo>
                      <a:cubicBezTo>
                        <a:pt x="2231" y="1953"/>
                        <a:pt x="2329" y="1694"/>
                        <a:pt x="2427" y="1427"/>
                      </a:cubicBezTo>
                      <a:cubicBezTo>
                        <a:pt x="2471" y="1320"/>
                        <a:pt x="2507" y="1213"/>
                        <a:pt x="2516" y="1105"/>
                      </a:cubicBezTo>
                      <a:cubicBezTo>
                        <a:pt x="2534" y="989"/>
                        <a:pt x="2507" y="874"/>
                        <a:pt x="2445" y="784"/>
                      </a:cubicBezTo>
                      <a:cubicBezTo>
                        <a:pt x="2400" y="722"/>
                        <a:pt x="2329" y="677"/>
                        <a:pt x="2311" y="615"/>
                      </a:cubicBezTo>
                      <a:cubicBezTo>
                        <a:pt x="2293" y="543"/>
                        <a:pt x="2293" y="472"/>
                        <a:pt x="2302" y="410"/>
                      </a:cubicBezTo>
                      <a:cubicBezTo>
                        <a:pt x="2284" y="231"/>
                        <a:pt x="2168" y="88"/>
                        <a:pt x="1999" y="35"/>
                      </a:cubicBezTo>
                      <a:cubicBezTo>
                        <a:pt x="1926" y="12"/>
                        <a:pt x="1853" y="1"/>
                        <a:pt x="178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6"/>
                <p:cNvSpPr/>
                <p:nvPr/>
              </p:nvSpPr>
              <p:spPr>
                <a:xfrm>
                  <a:off x="3864159" y="4047728"/>
                  <a:ext cx="409545" cy="390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" h="2289" extrusionOk="0">
                      <a:moveTo>
                        <a:pt x="304" y="1"/>
                      </a:moveTo>
                      <a:cubicBezTo>
                        <a:pt x="116" y="45"/>
                        <a:pt x="9" y="250"/>
                        <a:pt x="9" y="438"/>
                      </a:cubicBezTo>
                      <a:cubicBezTo>
                        <a:pt x="0" y="625"/>
                        <a:pt x="81" y="803"/>
                        <a:pt x="152" y="982"/>
                      </a:cubicBezTo>
                      <a:cubicBezTo>
                        <a:pt x="268" y="1241"/>
                        <a:pt x="384" y="1499"/>
                        <a:pt x="500" y="1749"/>
                      </a:cubicBezTo>
                      <a:cubicBezTo>
                        <a:pt x="562" y="1892"/>
                        <a:pt x="625" y="2043"/>
                        <a:pt x="750" y="2142"/>
                      </a:cubicBezTo>
                      <a:cubicBezTo>
                        <a:pt x="866" y="2213"/>
                        <a:pt x="999" y="2258"/>
                        <a:pt x="1133" y="2275"/>
                      </a:cubicBezTo>
                      <a:cubicBezTo>
                        <a:pt x="1177" y="2285"/>
                        <a:pt x="1220" y="2289"/>
                        <a:pt x="1263" y="2289"/>
                      </a:cubicBezTo>
                      <a:cubicBezTo>
                        <a:pt x="1597" y="2289"/>
                        <a:pt x="1936" y="2048"/>
                        <a:pt x="2270" y="2048"/>
                      </a:cubicBezTo>
                      <a:cubicBezTo>
                        <a:pt x="2313" y="2048"/>
                        <a:pt x="2357" y="2052"/>
                        <a:pt x="2400" y="2061"/>
                      </a:cubicBezTo>
                      <a:cubicBezTo>
                        <a:pt x="2326" y="1861"/>
                        <a:pt x="2163" y="1820"/>
                        <a:pt x="1965" y="1820"/>
                      </a:cubicBezTo>
                      <a:cubicBezTo>
                        <a:pt x="1899" y="1820"/>
                        <a:pt x="1829" y="1825"/>
                        <a:pt x="1758" y="1829"/>
                      </a:cubicBezTo>
                      <a:cubicBezTo>
                        <a:pt x="1838" y="1651"/>
                        <a:pt x="1802" y="1446"/>
                        <a:pt x="1660" y="1312"/>
                      </a:cubicBezTo>
                      <a:cubicBezTo>
                        <a:pt x="1544" y="1214"/>
                        <a:pt x="1454" y="1223"/>
                        <a:pt x="1365" y="1116"/>
                      </a:cubicBezTo>
                      <a:cubicBezTo>
                        <a:pt x="1214" y="928"/>
                        <a:pt x="1214" y="893"/>
                        <a:pt x="1187" y="661"/>
                      </a:cubicBezTo>
                      <a:cubicBezTo>
                        <a:pt x="1178" y="580"/>
                        <a:pt x="1151" y="500"/>
                        <a:pt x="1115" y="420"/>
                      </a:cubicBezTo>
                      <a:cubicBezTo>
                        <a:pt x="994" y="171"/>
                        <a:pt x="741" y="27"/>
                        <a:pt x="479" y="27"/>
                      </a:cubicBezTo>
                      <a:cubicBezTo>
                        <a:pt x="375" y="27"/>
                        <a:pt x="269" y="50"/>
                        <a:pt x="170" y="99"/>
                      </a:cubicBezTo>
                      <a:lnTo>
                        <a:pt x="304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6"/>
                <p:cNvSpPr/>
                <p:nvPr/>
              </p:nvSpPr>
              <p:spPr>
                <a:xfrm>
                  <a:off x="3850342" y="3980010"/>
                  <a:ext cx="208781" cy="163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960" extrusionOk="0">
                      <a:moveTo>
                        <a:pt x="614" y="0"/>
                      </a:moveTo>
                      <a:cubicBezTo>
                        <a:pt x="501" y="0"/>
                        <a:pt x="387" y="32"/>
                        <a:pt x="286" y="94"/>
                      </a:cubicBezTo>
                      <a:cubicBezTo>
                        <a:pt x="81" y="255"/>
                        <a:pt x="1" y="514"/>
                        <a:pt x="81" y="754"/>
                      </a:cubicBezTo>
                      <a:lnTo>
                        <a:pt x="866" y="960"/>
                      </a:lnTo>
                      <a:cubicBezTo>
                        <a:pt x="1054" y="951"/>
                        <a:pt x="1196" y="799"/>
                        <a:pt x="1214" y="612"/>
                      </a:cubicBezTo>
                      <a:cubicBezTo>
                        <a:pt x="1223" y="424"/>
                        <a:pt x="1134" y="237"/>
                        <a:pt x="973" y="121"/>
                      </a:cubicBezTo>
                      <a:cubicBezTo>
                        <a:pt x="869" y="40"/>
                        <a:pt x="742" y="0"/>
                        <a:pt x="61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6"/>
                <p:cNvSpPr/>
                <p:nvPr/>
              </p:nvSpPr>
              <p:spPr>
                <a:xfrm>
                  <a:off x="3844372" y="4020095"/>
                  <a:ext cx="385153" cy="866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" h="5081" extrusionOk="0">
                      <a:moveTo>
                        <a:pt x="654" y="0"/>
                      </a:moveTo>
                      <a:cubicBezTo>
                        <a:pt x="497" y="0"/>
                        <a:pt x="339" y="61"/>
                        <a:pt x="214" y="180"/>
                      </a:cubicBezTo>
                      <a:cubicBezTo>
                        <a:pt x="18" y="377"/>
                        <a:pt x="0" y="796"/>
                        <a:pt x="54" y="1073"/>
                      </a:cubicBezTo>
                      <a:cubicBezTo>
                        <a:pt x="125" y="1376"/>
                        <a:pt x="304" y="1661"/>
                        <a:pt x="241" y="1965"/>
                      </a:cubicBezTo>
                      <a:cubicBezTo>
                        <a:pt x="205" y="2143"/>
                        <a:pt x="81" y="2330"/>
                        <a:pt x="152" y="2509"/>
                      </a:cubicBezTo>
                      <a:cubicBezTo>
                        <a:pt x="214" y="2643"/>
                        <a:pt x="384" y="2705"/>
                        <a:pt x="464" y="2830"/>
                      </a:cubicBezTo>
                      <a:cubicBezTo>
                        <a:pt x="598" y="3008"/>
                        <a:pt x="536" y="3258"/>
                        <a:pt x="446" y="3463"/>
                      </a:cubicBezTo>
                      <a:cubicBezTo>
                        <a:pt x="357" y="3669"/>
                        <a:pt x="250" y="3892"/>
                        <a:pt x="313" y="4106"/>
                      </a:cubicBezTo>
                      <a:cubicBezTo>
                        <a:pt x="357" y="4266"/>
                        <a:pt x="500" y="4391"/>
                        <a:pt x="607" y="4516"/>
                      </a:cubicBezTo>
                      <a:cubicBezTo>
                        <a:pt x="723" y="4650"/>
                        <a:pt x="812" y="4837"/>
                        <a:pt x="732" y="4989"/>
                      </a:cubicBezTo>
                      <a:cubicBezTo>
                        <a:pt x="812" y="5051"/>
                        <a:pt x="906" y="5080"/>
                        <a:pt x="998" y="5080"/>
                      </a:cubicBezTo>
                      <a:cubicBezTo>
                        <a:pt x="1132" y="5080"/>
                        <a:pt x="1263" y="5019"/>
                        <a:pt x="1347" y="4909"/>
                      </a:cubicBezTo>
                      <a:cubicBezTo>
                        <a:pt x="1428" y="4801"/>
                        <a:pt x="1454" y="4677"/>
                        <a:pt x="1428" y="4552"/>
                      </a:cubicBezTo>
                      <a:lnTo>
                        <a:pt x="1428" y="4552"/>
                      </a:lnTo>
                      <a:cubicBezTo>
                        <a:pt x="1517" y="4641"/>
                        <a:pt x="1570" y="4757"/>
                        <a:pt x="1579" y="4891"/>
                      </a:cubicBezTo>
                      <a:cubicBezTo>
                        <a:pt x="1972" y="4855"/>
                        <a:pt x="2257" y="4507"/>
                        <a:pt x="2222" y="4115"/>
                      </a:cubicBezTo>
                      <a:cubicBezTo>
                        <a:pt x="2213" y="4008"/>
                        <a:pt x="2177" y="3892"/>
                        <a:pt x="2115" y="3802"/>
                      </a:cubicBezTo>
                      <a:cubicBezTo>
                        <a:pt x="2016" y="3651"/>
                        <a:pt x="1865" y="3526"/>
                        <a:pt x="1829" y="3356"/>
                      </a:cubicBezTo>
                      <a:cubicBezTo>
                        <a:pt x="1793" y="3142"/>
                        <a:pt x="1945" y="2946"/>
                        <a:pt x="1927" y="2732"/>
                      </a:cubicBezTo>
                      <a:cubicBezTo>
                        <a:pt x="1909" y="2544"/>
                        <a:pt x="1758" y="2393"/>
                        <a:pt x="1606" y="2277"/>
                      </a:cubicBezTo>
                      <a:cubicBezTo>
                        <a:pt x="1454" y="2170"/>
                        <a:pt x="1285" y="2063"/>
                        <a:pt x="1187" y="1902"/>
                      </a:cubicBezTo>
                      <a:cubicBezTo>
                        <a:pt x="1026" y="1643"/>
                        <a:pt x="1098" y="1313"/>
                        <a:pt x="1160" y="1010"/>
                      </a:cubicBezTo>
                      <a:cubicBezTo>
                        <a:pt x="1222" y="707"/>
                        <a:pt x="1249" y="350"/>
                        <a:pt x="1035" y="136"/>
                      </a:cubicBezTo>
                      <a:cubicBezTo>
                        <a:pt x="924" y="45"/>
                        <a:pt x="789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6"/>
                <p:cNvSpPr/>
                <p:nvPr/>
              </p:nvSpPr>
              <p:spPr>
                <a:xfrm>
                  <a:off x="3717978" y="4075190"/>
                  <a:ext cx="280251" cy="658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" h="3859" extrusionOk="0">
                      <a:moveTo>
                        <a:pt x="866" y="0"/>
                      </a:moveTo>
                      <a:cubicBezTo>
                        <a:pt x="652" y="143"/>
                        <a:pt x="643" y="446"/>
                        <a:pt x="670" y="705"/>
                      </a:cubicBezTo>
                      <a:cubicBezTo>
                        <a:pt x="697" y="964"/>
                        <a:pt x="741" y="1249"/>
                        <a:pt x="581" y="1454"/>
                      </a:cubicBezTo>
                      <a:cubicBezTo>
                        <a:pt x="483" y="1597"/>
                        <a:pt x="295" y="1677"/>
                        <a:pt x="242" y="1838"/>
                      </a:cubicBezTo>
                      <a:cubicBezTo>
                        <a:pt x="179" y="2043"/>
                        <a:pt x="340" y="2239"/>
                        <a:pt x="358" y="2453"/>
                      </a:cubicBezTo>
                      <a:cubicBezTo>
                        <a:pt x="367" y="2605"/>
                        <a:pt x="304" y="2748"/>
                        <a:pt x="233" y="2891"/>
                      </a:cubicBezTo>
                      <a:cubicBezTo>
                        <a:pt x="153" y="3024"/>
                        <a:pt x="72" y="3149"/>
                        <a:pt x="37" y="3301"/>
                      </a:cubicBezTo>
                      <a:cubicBezTo>
                        <a:pt x="1" y="3453"/>
                        <a:pt x="28" y="3622"/>
                        <a:pt x="144" y="3720"/>
                      </a:cubicBezTo>
                      <a:cubicBezTo>
                        <a:pt x="224" y="3783"/>
                        <a:pt x="313" y="3809"/>
                        <a:pt x="411" y="3818"/>
                      </a:cubicBezTo>
                      <a:cubicBezTo>
                        <a:pt x="585" y="3845"/>
                        <a:pt x="757" y="3858"/>
                        <a:pt x="929" y="3858"/>
                      </a:cubicBezTo>
                      <a:cubicBezTo>
                        <a:pt x="1100" y="3858"/>
                        <a:pt x="1272" y="3845"/>
                        <a:pt x="1446" y="3818"/>
                      </a:cubicBezTo>
                      <a:cubicBezTo>
                        <a:pt x="1544" y="3399"/>
                        <a:pt x="1642" y="2971"/>
                        <a:pt x="1642" y="2543"/>
                      </a:cubicBezTo>
                      <a:cubicBezTo>
                        <a:pt x="1642" y="1686"/>
                        <a:pt x="1241" y="874"/>
                        <a:pt x="1232" y="18"/>
                      </a:cubicBezTo>
                      <a:lnTo>
                        <a:pt x="8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6"/>
                <p:cNvSpPr/>
                <p:nvPr/>
              </p:nvSpPr>
              <p:spPr>
                <a:xfrm>
                  <a:off x="3457855" y="4639622"/>
                  <a:ext cx="1129190" cy="494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2901" extrusionOk="0">
                      <a:moveTo>
                        <a:pt x="964" y="1"/>
                      </a:moveTo>
                      <a:cubicBezTo>
                        <a:pt x="429" y="1"/>
                        <a:pt x="0" y="429"/>
                        <a:pt x="0" y="955"/>
                      </a:cubicBezTo>
                      <a:lnTo>
                        <a:pt x="0" y="2900"/>
                      </a:lnTo>
                      <a:lnTo>
                        <a:pt x="6620" y="2900"/>
                      </a:lnTo>
                      <a:lnTo>
                        <a:pt x="6620" y="955"/>
                      </a:lnTo>
                      <a:cubicBezTo>
                        <a:pt x="6620" y="429"/>
                        <a:pt x="6192" y="1"/>
                        <a:pt x="565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6"/>
                <p:cNvSpPr/>
                <p:nvPr/>
              </p:nvSpPr>
              <p:spPr>
                <a:xfrm>
                  <a:off x="2418555" y="3635790"/>
                  <a:ext cx="374407" cy="648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5" h="3799" extrusionOk="0">
                      <a:moveTo>
                        <a:pt x="1353" y="0"/>
                      </a:moveTo>
                      <a:cubicBezTo>
                        <a:pt x="901" y="0"/>
                        <a:pt x="451" y="147"/>
                        <a:pt x="81" y="435"/>
                      </a:cubicBezTo>
                      <a:lnTo>
                        <a:pt x="0" y="498"/>
                      </a:lnTo>
                      <a:lnTo>
                        <a:pt x="589" y="3798"/>
                      </a:lnTo>
                      <a:lnTo>
                        <a:pt x="2195" y="3772"/>
                      </a:lnTo>
                      <a:lnTo>
                        <a:pt x="2016" y="2398"/>
                      </a:lnTo>
                      <a:cubicBezTo>
                        <a:pt x="2016" y="2398"/>
                        <a:pt x="2132" y="2380"/>
                        <a:pt x="2132" y="1782"/>
                      </a:cubicBezTo>
                      <a:cubicBezTo>
                        <a:pt x="2141" y="1184"/>
                        <a:pt x="2168" y="167"/>
                        <a:pt x="2168" y="167"/>
                      </a:cubicBezTo>
                      <a:cubicBezTo>
                        <a:pt x="1907" y="56"/>
                        <a:pt x="1629" y="0"/>
                        <a:pt x="1353" y="0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6"/>
                <p:cNvSpPr/>
                <p:nvPr/>
              </p:nvSpPr>
              <p:spPr>
                <a:xfrm>
                  <a:off x="2381029" y="3843209"/>
                  <a:ext cx="72664" cy="106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625" extrusionOk="0">
                      <a:moveTo>
                        <a:pt x="274" y="0"/>
                      </a:moveTo>
                      <a:cubicBezTo>
                        <a:pt x="155" y="0"/>
                        <a:pt x="1" y="51"/>
                        <a:pt x="6" y="307"/>
                      </a:cubicBezTo>
                      <a:cubicBezTo>
                        <a:pt x="18" y="571"/>
                        <a:pt x="187" y="625"/>
                        <a:pt x="307" y="625"/>
                      </a:cubicBezTo>
                      <a:cubicBezTo>
                        <a:pt x="374" y="625"/>
                        <a:pt x="425" y="608"/>
                        <a:pt x="425" y="602"/>
                      </a:cubicBezTo>
                      <a:cubicBezTo>
                        <a:pt x="425" y="593"/>
                        <a:pt x="408" y="22"/>
                        <a:pt x="408" y="22"/>
                      </a:cubicBezTo>
                      <a:cubicBezTo>
                        <a:pt x="404" y="19"/>
                        <a:pt x="346" y="0"/>
                        <a:pt x="274" y="0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6"/>
                <p:cNvSpPr/>
                <p:nvPr/>
              </p:nvSpPr>
              <p:spPr>
                <a:xfrm>
                  <a:off x="2767035" y="3829904"/>
                  <a:ext cx="73687" cy="108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634" extrusionOk="0">
                      <a:moveTo>
                        <a:pt x="161" y="0"/>
                      </a:moveTo>
                      <a:cubicBezTo>
                        <a:pt x="107" y="0"/>
                        <a:pt x="66" y="11"/>
                        <a:pt x="63" y="11"/>
                      </a:cubicBezTo>
                      <a:cubicBezTo>
                        <a:pt x="63" y="11"/>
                        <a:pt x="0" y="608"/>
                        <a:pt x="0" y="617"/>
                      </a:cubicBezTo>
                      <a:cubicBezTo>
                        <a:pt x="0" y="620"/>
                        <a:pt x="47" y="634"/>
                        <a:pt x="110" y="634"/>
                      </a:cubicBezTo>
                      <a:cubicBezTo>
                        <a:pt x="230" y="634"/>
                        <a:pt x="408" y="584"/>
                        <a:pt x="419" y="314"/>
                      </a:cubicBezTo>
                      <a:cubicBezTo>
                        <a:pt x="431" y="44"/>
                        <a:pt x="270" y="0"/>
                        <a:pt x="161" y="0"/>
                      </a:cubicBezTo>
                      <a:close/>
                    </a:path>
                  </a:pathLst>
                </a:custGeom>
                <a:solidFill>
                  <a:srgbClr val="FDBD9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6"/>
                <p:cNvSpPr/>
                <p:nvPr/>
              </p:nvSpPr>
              <p:spPr>
                <a:xfrm>
                  <a:off x="2395698" y="3543850"/>
                  <a:ext cx="461228" cy="458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687" extrusionOk="0">
                      <a:moveTo>
                        <a:pt x="1180" y="1"/>
                      </a:moveTo>
                      <a:cubicBezTo>
                        <a:pt x="869" y="1"/>
                        <a:pt x="576" y="194"/>
                        <a:pt x="464" y="501"/>
                      </a:cubicBezTo>
                      <a:cubicBezTo>
                        <a:pt x="437" y="494"/>
                        <a:pt x="409" y="490"/>
                        <a:pt x="381" y="490"/>
                      </a:cubicBezTo>
                      <a:cubicBezTo>
                        <a:pt x="274" y="490"/>
                        <a:pt x="171" y="543"/>
                        <a:pt x="108" y="635"/>
                      </a:cubicBezTo>
                      <a:cubicBezTo>
                        <a:pt x="27" y="751"/>
                        <a:pt x="0" y="894"/>
                        <a:pt x="18" y="1028"/>
                      </a:cubicBezTo>
                      <a:cubicBezTo>
                        <a:pt x="27" y="1117"/>
                        <a:pt x="54" y="1206"/>
                        <a:pt x="90" y="1295"/>
                      </a:cubicBezTo>
                      <a:lnTo>
                        <a:pt x="90" y="1313"/>
                      </a:lnTo>
                      <a:cubicBezTo>
                        <a:pt x="90" y="1643"/>
                        <a:pt x="268" y="2687"/>
                        <a:pt x="402" y="2687"/>
                      </a:cubicBezTo>
                      <a:cubicBezTo>
                        <a:pt x="652" y="2687"/>
                        <a:pt x="455" y="1581"/>
                        <a:pt x="455" y="1581"/>
                      </a:cubicBezTo>
                      <a:cubicBezTo>
                        <a:pt x="759" y="1465"/>
                        <a:pt x="643" y="1019"/>
                        <a:pt x="723" y="947"/>
                      </a:cubicBezTo>
                      <a:cubicBezTo>
                        <a:pt x="762" y="909"/>
                        <a:pt x="827" y="844"/>
                        <a:pt x="978" y="844"/>
                      </a:cubicBezTo>
                      <a:cubicBezTo>
                        <a:pt x="1105" y="844"/>
                        <a:pt x="1294" y="890"/>
                        <a:pt x="1579" y="1037"/>
                      </a:cubicBezTo>
                      <a:cubicBezTo>
                        <a:pt x="1730" y="1115"/>
                        <a:pt x="1912" y="1144"/>
                        <a:pt x="2071" y="1144"/>
                      </a:cubicBezTo>
                      <a:cubicBezTo>
                        <a:pt x="2166" y="1144"/>
                        <a:pt x="2253" y="1134"/>
                        <a:pt x="2320" y="1117"/>
                      </a:cubicBezTo>
                      <a:lnTo>
                        <a:pt x="2347" y="1117"/>
                      </a:lnTo>
                      <a:cubicBezTo>
                        <a:pt x="2400" y="1099"/>
                        <a:pt x="2454" y="1081"/>
                        <a:pt x="2507" y="1045"/>
                      </a:cubicBezTo>
                      <a:cubicBezTo>
                        <a:pt x="2570" y="1019"/>
                        <a:pt x="2614" y="965"/>
                        <a:pt x="2641" y="903"/>
                      </a:cubicBezTo>
                      <a:cubicBezTo>
                        <a:pt x="2668" y="840"/>
                        <a:pt x="2650" y="760"/>
                        <a:pt x="2605" y="715"/>
                      </a:cubicBezTo>
                      <a:cubicBezTo>
                        <a:pt x="2659" y="653"/>
                        <a:pt x="2686" y="582"/>
                        <a:pt x="2695" y="510"/>
                      </a:cubicBezTo>
                      <a:cubicBezTo>
                        <a:pt x="2704" y="439"/>
                        <a:pt x="2677" y="359"/>
                        <a:pt x="2614" y="314"/>
                      </a:cubicBezTo>
                      <a:cubicBezTo>
                        <a:pt x="2586" y="294"/>
                        <a:pt x="2552" y="282"/>
                        <a:pt x="2518" y="282"/>
                      </a:cubicBezTo>
                      <a:cubicBezTo>
                        <a:pt x="2478" y="282"/>
                        <a:pt x="2438" y="298"/>
                        <a:pt x="2409" y="332"/>
                      </a:cubicBezTo>
                      <a:cubicBezTo>
                        <a:pt x="2436" y="234"/>
                        <a:pt x="2373" y="136"/>
                        <a:pt x="2275" y="109"/>
                      </a:cubicBezTo>
                      <a:lnTo>
                        <a:pt x="2257" y="109"/>
                      </a:lnTo>
                      <a:cubicBezTo>
                        <a:pt x="2252" y="108"/>
                        <a:pt x="2246" y="108"/>
                        <a:pt x="2240" y="108"/>
                      </a:cubicBezTo>
                      <a:cubicBezTo>
                        <a:pt x="2149" y="108"/>
                        <a:pt x="2065" y="173"/>
                        <a:pt x="1981" y="198"/>
                      </a:cubicBezTo>
                      <a:cubicBezTo>
                        <a:pt x="1948" y="204"/>
                        <a:pt x="1916" y="207"/>
                        <a:pt x="1883" y="207"/>
                      </a:cubicBezTo>
                      <a:cubicBezTo>
                        <a:pt x="1819" y="207"/>
                        <a:pt x="1758" y="195"/>
                        <a:pt x="1704" y="171"/>
                      </a:cubicBezTo>
                      <a:cubicBezTo>
                        <a:pt x="1615" y="136"/>
                        <a:pt x="1526" y="82"/>
                        <a:pt x="1437" y="46"/>
                      </a:cubicBezTo>
                      <a:cubicBezTo>
                        <a:pt x="1352" y="16"/>
                        <a:pt x="1265" y="1"/>
                        <a:pt x="1180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6"/>
                <p:cNvSpPr/>
                <p:nvPr/>
              </p:nvSpPr>
              <p:spPr>
                <a:xfrm>
                  <a:off x="2427595" y="3627773"/>
                  <a:ext cx="376112" cy="500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5" h="2933" extrusionOk="0">
                      <a:moveTo>
                        <a:pt x="866" y="0"/>
                      </a:moveTo>
                      <a:lnTo>
                        <a:pt x="108" y="446"/>
                      </a:lnTo>
                      <a:lnTo>
                        <a:pt x="1" y="1240"/>
                      </a:lnTo>
                      <a:cubicBezTo>
                        <a:pt x="63" y="1579"/>
                        <a:pt x="45" y="1758"/>
                        <a:pt x="108" y="1990"/>
                      </a:cubicBezTo>
                      <a:cubicBezTo>
                        <a:pt x="197" y="2347"/>
                        <a:pt x="375" y="2623"/>
                        <a:pt x="697" y="2802"/>
                      </a:cubicBezTo>
                      <a:cubicBezTo>
                        <a:pt x="848" y="2887"/>
                        <a:pt x="1022" y="2932"/>
                        <a:pt x="1193" y="2932"/>
                      </a:cubicBezTo>
                      <a:cubicBezTo>
                        <a:pt x="1395" y="2932"/>
                        <a:pt x="1595" y="2870"/>
                        <a:pt x="1749" y="2739"/>
                      </a:cubicBezTo>
                      <a:cubicBezTo>
                        <a:pt x="1937" y="2570"/>
                        <a:pt x="2079" y="2373"/>
                        <a:pt x="2106" y="2115"/>
                      </a:cubicBezTo>
                      <a:cubicBezTo>
                        <a:pt x="2133" y="1856"/>
                        <a:pt x="2160" y="1401"/>
                        <a:pt x="2169" y="1142"/>
                      </a:cubicBezTo>
                      <a:cubicBezTo>
                        <a:pt x="2169" y="678"/>
                        <a:pt x="2204" y="232"/>
                        <a:pt x="2204" y="232"/>
                      </a:cubicBezTo>
                      <a:lnTo>
                        <a:pt x="866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6"/>
                <p:cNvSpPr/>
                <p:nvPr/>
              </p:nvSpPr>
              <p:spPr>
                <a:xfrm>
                  <a:off x="2101972" y="4193740"/>
                  <a:ext cx="1127825" cy="63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2" h="3748" extrusionOk="0">
                      <a:moveTo>
                        <a:pt x="4051" y="1"/>
                      </a:moveTo>
                      <a:lnTo>
                        <a:pt x="2329" y="63"/>
                      </a:lnTo>
                      <a:lnTo>
                        <a:pt x="2231" y="394"/>
                      </a:lnTo>
                      <a:cubicBezTo>
                        <a:pt x="2231" y="394"/>
                        <a:pt x="705" y="902"/>
                        <a:pt x="509" y="1161"/>
                      </a:cubicBezTo>
                      <a:cubicBezTo>
                        <a:pt x="304" y="1410"/>
                        <a:pt x="1" y="3748"/>
                        <a:pt x="1" y="3748"/>
                      </a:cubicBezTo>
                      <a:lnTo>
                        <a:pt x="6611" y="3480"/>
                      </a:lnTo>
                      <a:cubicBezTo>
                        <a:pt x="6611" y="3480"/>
                        <a:pt x="6165" y="1277"/>
                        <a:pt x="5817" y="982"/>
                      </a:cubicBezTo>
                      <a:cubicBezTo>
                        <a:pt x="5469" y="688"/>
                        <a:pt x="4185" y="376"/>
                        <a:pt x="4185" y="376"/>
                      </a:cubicBezTo>
                      <a:lnTo>
                        <a:pt x="405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6"/>
                <p:cNvSpPr/>
                <p:nvPr/>
              </p:nvSpPr>
              <p:spPr>
                <a:xfrm>
                  <a:off x="2491560" y="4259582"/>
                  <a:ext cx="296967" cy="9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56" extrusionOk="0">
                      <a:moveTo>
                        <a:pt x="1488" y="1"/>
                      </a:moveTo>
                      <a:cubicBezTo>
                        <a:pt x="1332" y="1"/>
                        <a:pt x="1116" y="3"/>
                        <a:pt x="875" y="8"/>
                      </a:cubicBezTo>
                      <a:cubicBezTo>
                        <a:pt x="393" y="25"/>
                        <a:pt x="0" y="43"/>
                        <a:pt x="0" y="52"/>
                      </a:cubicBezTo>
                      <a:cubicBezTo>
                        <a:pt x="0" y="55"/>
                        <a:pt x="34" y="56"/>
                        <a:pt x="94" y="56"/>
                      </a:cubicBezTo>
                      <a:cubicBezTo>
                        <a:pt x="238" y="56"/>
                        <a:pt x="534" y="49"/>
                        <a:pt x="875" y="43"/>
                      </a:cubicBezTo>
                      <a:cubicBezTo>
                        <a:pt x="1356" y="34"/>
                        <a:pt x="1740" y="16"/>
                        <a:pt x="1740" y="8"/>
                      </a:cubicBezTo>
                      <a:cubicBezTo>
                        <a:pt x="1740" y="3"/>
                        <a:pt x="1644" y="1"/>
                        <a:pt x="14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6"/>
                <p:cNvSpPr/>
                <p:nvPr/>
              </p:nvSpPr>
              <p:spPr>
                <a:xfrm>
                  <a:off x="2290626" y="4473824"/>
                  <a:ext cx="38208" cy="217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1277" extrusionOk="0">
                      <a:moveTo>
                        <a:pt x="10" y="0"/>
                      </a:moveTo>
                      <a:cubicBezTo>
                        <a:pt x="1" y="0"/>
                        <a:pt x="46" y="286"/>
                        <a:pt x="99" y="643"/>
                      </a:cubicBezTo>
                      <a:cubicBezTo>
                        <a:pt x="153" y="1000"/>
                        <a:pt x="206" y="1276"/>
                        <a:pt x="215" y="1276"/>
                      </a:cubicBezTo>
                      <a:cubicBezTo>
                        <a:pt x="224" y="1276"/>
                        <a:pt x="188" y="991"/>
                        <a:pt x="126" y="634"/>
                      </a:cubicBezTo>
                      <a:cubicBezTo>
                        <a:pt x="99" y="420"/>
                        <a:pt x="63" y="215"/>
                        <a:pt x="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6"/>
                <p:cNvSpPr/>
                <p:nvPr/>
              </p:nvSpPr>
              <p:spPr>
                <a:xfrm>
                  <a:off x="3056156" y="4444826"/>
                  <a:ext cx="13816" cy="230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1349" extrusionOk="0">
                      <a:moveTo>
                        <a:pt x="9" y="1"/>
                      </a:moveTo>
                      <a:lnTo>
                        <a:pt x="9" y="1"/>
                      </a:lnTo>
                      <a:cubicBezTo>
                        <a:pt x="0" y="1"/>
                        <a:pt x="9" y="304"/>
                        <a:pt x="27" y="679"/>
                      </a:cubicBezTo>
                      <a:cubicBezTo>
                        <a:pt x="36" y="1045"/>
                        <a:pt x="63" y="1348"/>
                        <a:pt x="72" y="1348"/>
                      </a:cubicBezTo>
                      <a:cubicBezTo>
                        <a:pt x="80" y="1348"/>
                        <a:pt x="72" y="1045"/>
                        <a:pt x="54" y="670"/>
                      </a:cubicBezTo>
                      <a:cubicBezTo>
                        <a:pt x="36" y="304"/>
                        <a:pt x="18" y="1"/>
                        <a:pt x="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6"/>
                <p:cNvSpPr/>
                <p:nvPr/>
              </p:nvSpPr>
              <p:spPr>
                <a:xfrm>
                  <a:off x="2073145" y="4650368"/>
                  <a:ext cx="1187014" cy="49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9" h="2891" extrusionOk="0">
                      <a:moveTo>
                        <a:pt x="964" y="0"/>
                      </a:moveTo>
                      <a:cubicBezTo>
                        <a:pt x="428" y="0"/>
                        <a:pt x="0" y="428"/>
                        <a:pt x="0" y="955"/>
                      </a:cubicBezTo>
                      <a:lnTo>
                        <a:pt x="0" y="2891"/>
                      </a:lnTo>
                      <a:lnTo>
                        <a:pt x="6959" y="2891"/>
                      </a:lnTo>
                      <a:lnTo>
                        <a:pt x="6959" y="955"/>
                      </a:lnTo>
                      <a:cubicBezTo>
                        <a:pt x="6959" y="428"/>
                        <a:pt x="6530" y="0"/>
                        <a:pt x="59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3" name="Google Shape;233;p26"/>
            <p:cNvGrpSpPr/>
            <p:nvPr/>
          </p:nvGrpSpPr>
          <p:grpSpPr>
            <a:xfrm>
              <a:off x="5462931" y="1172593"/>
              <a:ext cx="3048553" cy="3605164"/>
              <a:chOff x="5462931" y="1172593"/>
              <a:chExt cx="3048553" cy="3605164"/>
            </a:xfrm>
          </p:grpSpPr>
          <p:sp>
            <p:nvSpPr>
              <p:cNvPr id="234" name="Google Shape;234;p26"/>
              <p:cNvSpPr/>
              <p:nvPr/>
            </p:nvSpPr>
            <p:spPr>
              <a:xfrm>
                <a:off x="7779481" y="4500969"/>
                <a:ext cx="337370" cy="27242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1946" extrusionOk="0">
                    <a:moveTo>
                      <a:pt x="2338" y="1"/>
                    </a:moveTo>
                    <a:lnTo>
                      <a:pt x="1134" y="54"/>
                    </a:lnTo>
                    <a:lnTo>
                      <a:pt x="1232" y="1294"/>
                    </a:lnTo>
                    <a:cubicBezTo>
                      <a:pt x="1232" y="1294"/>
                      <a:pt x="1" y="1713"/>
                      <a:pt x="1" y="1945"/>
                    </a:cubicBezTo>
                    <a:lnTo>
                      <a:pt x="2410" y="1936"/>
                    </a:lnTo>
                    <a:lnTo>
                      <a:pt x="23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6"/>
              <p:cNvSpPr/>
              <p:nvPr/>
            </p:nvSpPr>
            <p:spPr>
              <a:xfrm>
                <a:off x="7778609" y="4502845"/>
                <a:ext cx="337458" cy="273047"/>
              </a:xfrm>
              <a:custGeom>
                <a:avLst/>
                <a:gdLst/>
                <a:ahLst/>
                <a:cxnLst/>
                <a:rect l="l" t="t" r="r" b="b"/>
                <a:pathLst>
                  <a:path w="16079" h="13010" extrusionOk="0">
                    <a:moveTo>
                      <a:pt x="15612" y="0"/>
                    </a:moveTo>
                    <a:lnTo>
                      <a:pt x="7606" y="367"/>
                    </a:lnTo>
                    <a:lnTo>
                      <a:pt x="8240" y="8640"/>
                    </a:lnTo>
                    <a:cubicBezTo>
                      <a:pt x="8240" y="8640"/>
                      <a:pt x="34" y="11442"/>
                      <a:pt x="1" y="13010"/>
                    </a:cubicBezTo>
                    <a:lnTo>
                      <a:pt x="16079" y="12943"/>
                    </a:lnTo>
                    <a:lnTo>
                      <a:pt x="15612" y="0"/>
                    </a:lnTo>
                    <a:close/>
                  </a:path>
                </a:pathLst>
              </a:custGeom>
              <a:solidFill>
                <a:srgbClr val="19191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6"/>
              <p:cNvSpPr/>
              <p:nvPr/>
            </p:nvSpPr>
            <p:spPr>
              <a:xfrm>
                <a:off x="6128582" y="4357525"/>
                <a:ext cx="834326" cy="419838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2999" extrusionOk="0">
                    <a:moveTo>
                      <a:pt x="0" y="1"/>
                    </a:moveTo>
                    <a:lnTo>
                      <a:pt x="0" y="2998"/>
                    </a:lnTo>
                    <a:lnTo>
                      <a:pt x="5960" y="2998"/>
                    </a:lnTo>
                    <a:lnTo>
                      <a:pt x="59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5919997" y="3048570"/>
                <a:ext cx="1240289" cy="1729187"/>
              </a:xfrm>
              <a:custGeom>
                <a:avLst/>
                <a:gdLst/>
                <a:ahLst/>
                <a:cxnLst/>
                <a:rect l="l" t="t" r="r" b="b"/>
                <a:pathLst>
                  <a:path w="8860" h="12352" extrusionOk="0">
                    <a:moveTo>
                      <a:pt x="732" y="1"/>
                    </a:moveTo>
                    <a:cubicBezTo>
                      <a:pt x="331" y="1"/>
                      <a:pt x="1" y="322"/>
                      <a:pt x="1" y="723"/>
                    </a:cubicBezTo>
                    <a:lnTo>
                      <a:pt x="1" y="12035"/>
                    </a:lnTo>
                    <a:cubicBezTo>
                      <a:pt x="128" y="12250"/>
                      <a:pt x="384" y="12351"/>
                      <a:pt x="634" y="12351"/>
                    </a:cubicBezTo>
                    <a:cubicBezTo>
                      <a:pt x="664" y="12351"/>
                      <a:pt x="694" y="12350"/>
                      <a:pt x="723" y="12347"/>
                    </a:cubicBezTo>
                    <a:cubicBezTo>
                      <a:pt x="1000" y="12320"/>
                      <a:pt x="1258" y="12204"/>
                      <a:pt x="1508" y="12088"/>
                    </a:cubicBezTo>
                    <a:cubicBezTo>
                      <a:pt x="1748" y="11977"/>
                      <a:pt x="2005" y="11874"/>
                      <a:pt x="2270" y="11874"/>
                    </a:cubicBezTo>
                    <a:cubicBezTo>
                      <a:pt x="2281" y="11874"/>
                      <a:pt x="2291" y="11874"/>
                      <a:pt x="2302" y="11874"/>
                    </a:cubicBezTo>
                    <a:cubicBezTo>
                      <a:pt x="2775" y="11892"/>
                      <a:pt x="3185" y="12258"/>
                      <a:pt x="3658" y="12311"/>
                    </a:cubicBezTo>
                    <a:cubicBezTo>
                      <a:pt x="3707" y="12318"/>
                      <a:pt x="3755" y="12321"/>
                      <a:pt x="3803" y="12321"/>
                    </a:cubicBezTo>
                    <a:cubicBezTo>
                      <a:pt x="4515" y="12321"/>
                      <a:pt x="5125" y="11673"/>
                      <a:pt x="5853" y="11598"/>
                    </a:cubicBezTo>
                    <a:cubicBezTo>
                      <a:pt x="5901" y="11593"/>
                      <a:pt x="5950" y="11590"/>
                      <a:pt x="5998" y="11590"/>
                    </a:cubicBezTo>
                    <a:cubicBezTo>
                      <a:pt x="6464" y="11590"/>
                      <a:pt x="6916" y="11811"/>
                      <a:pt x="7360" y="11972"/>
                    </a:cubicBezTo>
                    <a:cubicBezTo>
                      <a:pt x="7617" y="12061"/>
                      <a:pt x="7900" y="12130"/>
                      <a:pt x="8172" y="12130"/>
                    </a:cubicBezTo>
                    <a:cubicBezTo>
                      <a:pt x="8420" y="12130"/>
                      <a:pt x="8659" y="12072"/>
                      <a:pt x="8859" y="11919"/>
                    </a:cubicBezTo>
                    <a:lnTo>
                      <a:pt x="8859" y="723"/>
                    </a:lnTo>
                    <a:cubicBezTo>
                      <a:pt x="8859" y="322"/>
                      <a:pt x="8538" y="1"/>
                      <a:pt x="81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6345846" y="4127615"/>
                <a:ext cx="3920" cy="619607"/>
              </a:xfrm>
              <a:custGeom>
                <a:avLst/>
                <a:gdLst/>
                <a:ahLst/>
                <a:cxnLst/>
                <a:rect l="l" t="t" r="r" b="b"/>
                <a:pathLst>
                  <a:path w="28" h="4426" extrusionOk="0">
                    <a:moveTo>
                      <a:pt x="18" y="0"/>
                    </a:moveTo>
                    <a:cubicBezTo>
                      <a:pt x="10" y="0"/>
                      <a:pt x="1" y="990"/>
                      <a:pt x="1" y="2213"/>
                    </a:cubicBezTo>
                    <a:cubicBezTo>
                      <a:pt x="1" y="3435"/>
                      <a:pt x="10" y="4425"/>
                      <a:pt x="18" y="4425"/>
                    </a:cubicBezTo>
                    <a:cubicBezTo>
                      <a:pt x="27" y="4425"/>
                      <a:pt x="27" y="3435"/>
                      <a:pt x="27" y="2213"/>
                    </a:cubicBezTo>
                    <a:cubicBezTo>
                      <a:pt x="27" y="990"/>
                      <a:pt x="27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6353406" y="3762940"/>
                <a:ext cx="5040" cy="17989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85" extrusionOk="0">
                    <a:moveTo>
                      <a:pt x="18" y="0"/>
                    </a:moveTo>
                    <a:cubicBezTo>
                      <a:pt x="0" y="214"/>
                      <a:pt x="0" y="429"/>
                      <a:pt x="0" y="643"/>
                    </a:cubicBezTo>
                    <a:cubicBezTo>
                      <a:pt x="0" y="857"/>
                      <a:pt x="0" y="1071"/>
                      <a:pt x="18" y="1285"/>
                    </a:cubicBezTo>
                    <a:cubicBezTo>
                      <a:pt x="27" y="1285"/>
                      <a:pt x="36" y="999"/>
                      <a:pt x="36" y="643"/>
                    </a:cubicBezTo>
                    <a:cubicBezTo>
                      <a:pt x="36" y="286"/>
                      <a:pt x="27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6609307" y="3322111"/>
                <a:ext cx="5180" cy="1396285"/>
              </a:xfrm>
              <a:custGeom>
                <a:avLst/>
                <a:gdLst/>
                <a:ahLst/>
                <a:cxnLst/>
                <a:rect l="l" t="t" r="r" b="b"/>
                <a:pathLst>
                  <a:path w="37" h="9974" extrusionOk="0">
                    <a:moveTo>
                      <a:pt x="19" y="0"/>
                    </a:moveTo>
                    <a:cubicBezTo>
                      <a:pt x="10" y="0"/>
                      <a:pt x="1" y="2239"/>
                      <a:pt x="1" y="4987"/>
                    </a:cubicBezTo>
                    <a:cubicBezTo>
                      <a:pt x="1" y="7744"/>
                      <a:pt x="10" y="9974"/>
                      <a:pt x="19" y="9974"/>
                    </a:cubicBezTo>
                    <a:cubicBezTo>
                      <a:pt x="28" y="9974"/>
                      <a:pt x="37" y="7744"/>
                      <a:pt x="37" y="4987"/>
                    </a:cubicBezTo>
                    <a:cubicBezTo>
                      <a:pt x="37" y="2230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6865348" y="3372087"/>
                <a:ext cx="3920" cy="1326429"/>
              </a:xfrm>
              <a:custGeom>
                <a:avLst/>
                <a:gdLst/>
                <a:ahLst/>
                <a:cxnLst/>
                <a:rect l="l" t="t" r="r" b="b"/>
                <a:pathLst>
                  <a:path w="28" h="9475" extrusionOk="0">
                    <a:moveTo>
                      <a:pt x="19" y="0"/>
                    </a:moveTo>
                    <a:cubicBezTo>
                      <a:pt x="10" y="0"/>
                      <a:pt x="1" y="2123"/>
                      <a:pt x="1" y="4737"/>
                    </a:cubicBezTo>
                    <a:cubicBezTo>
                      <a:pt x="1" y="7351"/>
                      <a:pt x="10" y="9474"/>
                      <a:pt x="19" y="9474"/>
                    </a:cubicBezTo>
                    <a:cubicBezTo>
                      <a:pt x="28" y="9474"/>
                      <a:pt x="28" y="7351"/>
                      <a:pt x="28" y="4737"/>
                    </a:cubicBezTo>
                    <a:cubicBezTo>
                      <a:pt x="28" y="2123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5462931" y="1312690"/>
                <a:ext cx="2086934" cy="1734787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2392" extrusionOk="0">
                    <a:moveTo>
                      <a:pt x="438" y="0"/>
                    </a:moveTo>
                    <a:cubicBezTo>
                      <a:pt x="197" y="0"/>
                      <a:pt x="0" y="197"/>
                      <a:pt x="0" y="437"/>
                    </a:cubicBezTo>
                    <a:lnTo>
                      <a:pt x="0" y="10349"/>
                    </a:lnTo>
                    <a:cubicBezTo>
                      <a:pt x="0" y="10590"/>
                      <a:pt x="197" y="10786"/>
                      <a:pt x="438" y="10786"/>
                    </a:cubicBezTo>
                    <a:lnTo>
                      <a:pt x="5826" y="10786"/>
                    </a:lnTo>
                    <a:cubicBezTo>
                      <a:pt x="5826" y="10786"/>
                      <a:pt x="6165" y="11847"/>
                      <a:pt x="5103" y="12392"/>
                    </a:cubicBezTo>
                    <a:lnTo>
                      <a:pt x="10144" y="12392"/>
                    </a:lnTo>
                    <a:cubicBezTo>
                      <a:pt x="10144" y="12392"/>
                      <a:pt x="8939" y="11981"/>
                      <a:pt x="9252" y="10786"/>
                    </a:cubicBezTo>
                    <a:lnTo>
                      <a:pt x="14470" y="10786"/>
                    </a:lnTo>
                    <a:cubicBezTo>
                      <a:pt x="14711" y="10786"/>
                      <a:pt x="14908" y="10590"/>
                      <a:pt x="14908" y="10349"/>
                    </a:cubicBezTo>
                    <a:lnTo>
                      <a:pt x="14908" y="437"/>
                    </a:lnTo>
                    <a:cubicBezTo>
                      <a:pt x="14908" y="197"/>
                      <a:pt x="14711" y="0"/>
                      <a:pt x="144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6455318" y="2665136"/>
                <a:ext cx="98551" cy="73356"/>
              </a:xfrm>
              <a:custGeom>
                <a:avLst/>
                <a:gdLst/>
                <a:ahLst/>
                <a:cxnLst/>
                <a:rect l="l" t="t" r="r" b="b"/>
                <a:pathLst>
                  <a:path w="704" h="524" extrusionOk="0">
                    <a:moveTo>
                      <a:pt x="348" y="1"/>
                    </a:moveTo>
                    <a:cubicBezTo>
                      <a:pt x="146" y="1"/>
                      <a:pt x="1" y="230"/>
                      <a:pt x="146" y="438"/>
                    </a:cubicBezTo>
                    <a:cubicBezTo>
                      <a:pt x="155" y="447"/>
                      <a:pt x="164" y="456"/>
                      <a:pt x="173" y="465"/>
                    </a:cubicBezTo>
                    <a:cubicBezTo>
                      <a:pt x="232" y="506"/>
                      <a:pt x="292" y="524"/>
                      <a:pt x="349" y="524"/>
                    </a:cubicBezTo>
                    <a:cubicBezTo>
                      <a:pt x="550" y="524"/>
                      <a:pt x="703" y="297"/>
                      <a:pt x="557" y="81"/>
                    </a:cubicBezTo>
                    <a:cubicBezTo>
                      <a:pt x="548" y="72"/>
                      <a:pt x="539" y="63"/>
                      <a:pt x="530" y="63"/>
                    </a:cubicBezTo>
                    <a:cubicBezTo>
                      <a:pt x="468" y="19"/>
                      <a:pt x="406" y="1"/>
                      <a:pt x="3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5496668" y="1337608"/>
                <a:ext cx="2019460" cy="1231514"/>
              </a:xfrm>
              <a:custGeom>
                <a:avLst/>
                <a:gdLst/>
                <a:ahLst/>
                <a:cxnLst/>
                <a:rect l="l" t="t" r="r" b="b"/>
                <a:pathLst>
                  <a:path w="14426" h="8797" extrusionOk="0">
                    <a:moveTo>
                      <a:pt x="321" y="1"/>
                    </a:moveTo>
                    <a:cubicBezTo>
                      <a:pt x="143" y="1"/>
                      <a:pt x="0" y="143"/>
                      <a:pt x="0" y="322"/>
                    </a:cubicBezTo>
                    <a:lnTo>
                      <a:pt x="0" y="8797"/>
                    </a:lnTo>
                    <a:lnTo>
                      <a:pt x="14426" y="8797"/>
                    </a:lnTo>
                    <a:lnTo>
                      <a:pt x="14426" y="322"/>
                    </a:lnTo>
                    <a:cubicBezTo>
                      <a:pt x="14426" y="143"/>
                      <a:pt x="14283" y="1"/>
                      <a:pt x="141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5888780" y="2821225"/>
                <a:ext cx="1248968" cy="2660"/>
              </a:xfrm>
              <a:custGeom>
                <a:avLst/>
                <a:gdLst/>
                <a:ahLst/>
                <a:cxnLst/>
                <a:rect l="l" t="t" r="r" b="b"/>
                <a:pathLst>
                  <a:path w="8922" h="19" extrusionOk="0">
                    <a:moveTo>
                      <a:pt x="4461" y="1"/>
                    </a:moveTo>
                    <a:cubicBezTo>
                      <a:pt x="1999" y="1"/>
                      <a:pt x="1" y="10"/>
                      <a:pt x="1" y="10"/>
                    </a:cubicBezTo>
                    <a:cubicBezTo>
                      <a:pt x="1" y="19"/>
                      <a:pt x="1999" y="19"/>
                      <a:pt x="4461" y="19"/>
                    </a:cubicBezTo>
                    <a:cubicBezTo>
                      <a:pt x="6923" y="19"/>
                      <a:pt x="8922" y="19"/>
                      <a:pt x="8922" y="10"/>
                    </a:cubicBezTo>
                    <a:cubicBezTo>
                      <a:pt x="8922" y="10"/>
                      <a:pt x="6923" y="1"/>
                      <a:pt x="4461" y="1"/>
                    </a:cubicBezTo>
                    <a:close/>
                  </a:path>
                </a:pathLst>
              </a:custGeom>
              <a:solidFill>
                <a:srgbClr val="1A2E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6358305" y="1779697"/>
                <a:ext cx="525933" cy="423617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3026" extrusionOk="0">
                    <a:moveTo>
                      <a:pt x="3748" y="1"/>
                    </a:moveTo>
                    <a:cubicBezTo>
                      <a:pt x="3736" y="1"/>
                      <a:pt x="2893" y="666"/>
                      <a:pt x="1874" y="1500"/>
                    </a:cubicBezTo>
                    <a:cubicBezTo>
                      <a:pt x="839" y="2338"/>
                      <a:pt x="1" y="3016"/>
                      <a:pt x="10" y="3025"/>
                    </a:cubicBezTo>
                    <a:cubicBezTo>
                      <a:pt x="10" y="3025"/>
                      <a:pt x="10" y="3025"/>
                      <a:pt x="10" y="3025"/>
                    </a:cubicBezTo>
                    <a:cubicBezTo>
                      <a:pt x="30" y="3025"/>
                      <a:pt x="864" y="2359"/>
                      <a:pt x="1892" y="1526"/>
                    </a:cubicBezTo>
                    <a:cubicBezTo>
                      <a:pt x="2927" y="688"/>
                      <a:pt x="3757" y="10"/>
                      <a:pt x="3748" y="1"/>
                    </a:cubicBezTo>
                    <a:cubicBezTo>
                      <a:pt x="3748" y="1"/>
                      <a:pt x="3748" y="1"/>
                      <a:pt x="37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6185978" y="1648666"/>
                <a:ext cx="699518" cy="579569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4140" extrusionOk="0">
                    <a:moveTo>
                      <a:pt x="4988" y="0"/>
                    </a:moveTo>
                    <a:cubicBezTo>
                      <a:pt x="4979" y="0"/>
                      <a:pt x="3864" y="919"/>
                      <a:pt x="2490" y="2061"/>
                    </a:cubicBezTo>
                    <a:cubicBezTo>
                      <a:pt x="1116" y="3203"/>
                      <a:pt x="1" y="4139"/>
                      <a:pt x="10" y="4139"/>
                    </a:cubicBezTo>
                    <a:cubicBezTo>
                      <a:pt x="10" y="4139"/>
                      <a:pt x="10" y="4139"/>
                      <a:pt x="10" y="4139"/>
                    </a:cubicBezTo>
                    <a:cubicBezTo>
                      <a:pt x="20" y="4139"/>
                      <a:pt x="1140" y="3224"/>
                      <a:pt x="2508" y="2088"/>
                    </a:cubicBezTo>
                    <a:cubicBezTo>
                      <a:pt x="3881" y="946"/>
                      <a:pt x="4997" y="9"/>
                      <a:pt x="49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7429927" y="2636438"/>
                <a:ext cx="158746" cy="24219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173" extrusionOk="0">
                    <a:moveTo>
                      <a:pt x="161" y="1"/>
                    </a:moveTo>
                    <a:cubicBezTo>
                      <a:pt x="125" y="1"/>
                      <a:pt x="80" y="9"/>
                      <a:pt x="36" y="27"/>
                    </a:cubicBezTo>
                    <a:cubicBezTo>
                      <a:pt x="9" y="45"/>
                      <a:pt x="0" y="54"/>
                      <a:pt x="0" y="54"/>
                    </a:cubicBezTo>
                    <a:cubicBezTo>
                      <a:pt x="54" y="36"/>
                      <a:pt x="107" y="27"/>
                      <a:pt x="161" y="27"/>
                    </a:cubicBezTo>
                    <a:cubicBezTo>
                      <a:pt x="223" y="27"/>
                      <a:pt x="286" y="36"/>
                      <a:pt x="348" y="54"/>
                    </a:cubicBezTo>
                    <a:cubicBezTo>
                      <a:pt x="419" y="72"/>
                      <a:pt x="491" y="99"/>
                      <a:pt x="553" y="125"/>
                    </a:cubicBezTo>
                    <a:cubicBezTo>
                      <a:pt x="620" y="155"/>
                      <a:pt x="680" y="172"/>
                      <a:pt x="745" y="172"/>
                    </a:cubicBezTo>
                    <a:cubicBezTo>
                      <a:pt x="758" y="172"/>
                      <a:pt x="771" y="172"/>
                      <a:pt x="785" y="170"/>
                    </a:cubicBezTo>
                    <a:cubicBezTo>
                      <a:pt x="848" y="161"/>
                      <a:pt x="910" y="143"/>
                      <a:pt x="972" y="125"/>
                    </a:cubicBezTo>
                    <a:cubicBezTo>
                      <a:pt x="1008" y="117"/>
                      <a:pt x="1053" y="99"/>
                      <a:pt x="1088" y="90"/>
                    </a:cubicBezTo>
                    <a:lnTo>
                      <a:pt x="1133" y="90"/>
                    </a:lnTo>
                    <a:cubicBezTo>
                      <a:pt x="1133" y="81"/>
                      <a:pt x="1115" y="81"/>
                      <a:pt x="1088" y="81"/>
                    </a:cubicBezTo>
                    <a:cubicBezTo>
                      <a:pt x="1044" y="81"/>
                      <a:pt x="1008" y="90"/>
                      <a:pt x="964" y="99"/>
                    </a:cubicBezTo>
                    <a:cubicBezTo>
                      <a:pt x="910" y="117"/>
                      <a:pt x="848" y="134"/>
                      <a:pt x="785" y="143"/>
                    </a:cubicBezTo>
                    <a:cubicBezTo>
                      <a:pt x="714" y="143"/>
                      <a:pt x="633" y="125"/>
                      <a:pt x="571" y="99"/>
                    </a:cubicBezTo>
                    <a:cubicBezTo>
                      <a:pt x="446" y="36"/>
                      <a:pt x="303" y="1"/>
                      <a:pt x="1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7431187" y="2617399"/>
                <a:ext cx="92532" cy="36818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63" extrusionOk="0">
                    <a:moveTo>
                      <a:pt x="153" y="0"/>
                    </a:moveTo>
                    <a:cubicBezTo>
                      <a:pt x="138" y="0"/>
                      <a:pt x="122" y="1"/>
                      <a:pt x="107" y="3"/>
                    </a:cubicBezTo>
                    <a:cubicBezTo>
                      <a:pt x="71" y="3"/>
                      <a:pt x="36" y="21"/>
                      <a:pt x="0" y="47"/>
                    </a:cubicBezTo>
                    <a:cubicBezTo>
                      <a:pt x="9" y="47"/>
                      <a:pt x="45" y="30"/>
                      <a:pt x="107" y="30"/>
                    </a:cubicBezTo>
                    <a:cubicBezTo>
                      <a:pt x="121" y="28"/>
                      <a:pt x="135" y="27"/>
                      <a:pt x="149" y="27"/>
                    </a:cubicBezTo>
                    <a:cubicBezTo>
                      <a:pt x="217" y="27"/>
                      <a:pt x="289" y="45"/>
                      <a:pt x="348" y="74"/>
                    </a:cubicBezTo>
                    <a:cubicBezTo>
                      <a:pt x="510" y="168"/>
                      <a:pt x="640" y="262"/>
                      <a:pt x="658" y="262"/>
                    </a:cubicBezTo>
                    <a:cubicBezTo>
                      <a:pt x="659" y="262"/>
                      <a:pt x="660" y="262"/>
                      <a:pt x="660" y="261"/>
                    </a:cubicBezTo>
                    <a:cubicBezTo>
                      <a:pt x="660" y="253"/>
                      <a:pt x="633" y="226"/>
                      <a:pt x="580" y="190"/>
                    </a:cubicBezTo>
                    <a:cubicBezTo>
                      <a:pt x="509" y="137"/>
                      <a:pt x="437" y="92"/>
                      <a:pt x="366" y="47"/>
                    </a:cubicBezTo>
                    <a:cubicBezTo>
                      <a:pt x="299" y="18"/>
                      <a:pt x="227" y="0"/>
                      <a:pt x="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7451065" y="2607740"/>
                <a:ext cx="107510" cy="42558"/>
              </a:xfrm>
              <a:custGeom>
                <a:avLst/>
                <a:gdLst/>
                <a:ahLst/>
                <a:cxnLst/>
                <a:rect l="l" t="t" r="r" b="b"/>
                <a:pathLst>
                  <a:path w="768" h="304" extrusionOk="0">
                    <a:moveTo>
                      <a:pt x="117" y="0"/>
                    </a:moveTo>
                    <a:cubicBezTo>
                      <a:pt x="81" y="0"/>
                      <a:pt x="36" y="9"/>
                      <a:pt x="1" y="36"/>
                    </a:cubicBezTo>
                    <a:cubicBezTo>
                      <a:pt x="36" y="27"/>
                      <a:pt x="81" y="27"/>
                      <a:pt x="117" y="27"/>
                    </a:cubicBezTo>
                    <a:cubicBezTo>
                      <a:pt x="161" y="27"/>
                      <a:pt x="206" y="45"/>
                      <a:pt x="242" y="63"/>
                    </a:cubicBezTo>
                    <a:cubicBezTo>
                      <a:pt x="286" y="81"/>
                      <a:pt x="331" y="107"/>
                      <a:pt x="384" y="134"/>
                    </a:cubicBezTo>
                    <a:cubicBezTo>
                      <a:pt x="474" y="188"/>
                      <a:pt x="563" y="232"/>
                      <a:pt x="652" y="268"/>
                    </a:cubicBezTo>
                    <a:cubicBezTo>
                      <a:pt x="688" y="286"/>
                      <a:pt x="723" y="295"/>
                      <a:pt x="768" y="304"/>
                    </a:cubicBezTo>
                    <a:cubicBezTo>
                      <a:pt x="732" y="277"/>
                      <a:pt x="697" y="259"/>
                      <a:pt x="661" y="250"/>
                    </a:cubicBezTo>
                    <a:cubicBezTo>
                      <a:pt x="590" y="214"/>
                      <a:pt x="500" y="161"/>
                      <a:pt x="402" y="107"/>
                    </a:cubicBezTo>
                    <a:cubicBezTo>
                      <a:pt x="349" y="81"/>
                      <a:pt x="304" y="54"/>
                      <a:pt x="251" y="36"/>
                    </a:cubicBezTo>
                    <a:cubicBezTo>
                      <a:pt x="215" y="18"/>
                      <a:pt x="170" y="9"/>
                      <a:pt x="1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>
                <a:off x="7894413" y="1586231"/>
                <a:ext cx="208721" cy="308683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2205" extrusionOk="0">
                    <a:moveTo>
                      <a:pt x="1250" y="0"/>
                    </a:moveTo>
                    <a:cubicBezTo>
                      <a:pt x="813" y="71"/>
                      <a:pt x="340" y="393"/>
                      <a:pt x="170" y="794"/>
                    </a:cubicBezTo>
                    <a:cubicBezTo>
                      <a:pt x="1" y="1204"/>
                      <a:pt x="19" y="1731"/>
                      <a:pt x="27" y="2177"/>
                    </a:cubicBezTo>
                    <a:cubicBezTo>
                      <a:pt x="51" y="2172"/>
                      <a:pt x="74" y="2170"/>
                      <a:pt x="95" y="2170"/>
                    </a:cubicBezTo>
                    <a:cubicBezTo>
                      <a:pt x="184" y="2170"/>
                      <a:pt x="255" y="2204"/>
                      <a:pt x="356" y="2204"/>
                    </a:cubicBezTo>
                    <a:cubicBezTo>
                      <a:pt x="365" y="2204"/>
                      <a:pt x="375" y="2204"/>
                      <a:pt x="384" y="2204"/>
                    </a:cubicBezTo>
                    <a:cubicBezTo>
                      <a:pt x="474" y="2186"/>
                      <a:pt x="554" y="2132"/>
                      <a:pt x="598" y="2061"/>
                    </a:cubicBezTo>
                    <a:cubicBezTo>
                      <a:pt x="723" y="1891"/>
                      <a:pt x="830" y="1704"/>
                      <a:pt x="902" y="1508"/>
                    </a:cubicBezTo>
                    <a:cubicBezTo>
                      <a:pt x="1107" y="1053"/>
                      <a:pt x="1303" y="589"/>
                      <a:pt x="1491" y="134"/>
                    </a:cubicBezTo>
                    <a:lnTo>
                      <a:pt x="1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6"/>
              <p:cNvSpPr/>
              <p:nvPr/>
            </p:nvSpPr>
            <p:spPr>
              <a:xfrm>
                <a:off x="7830718" y="1678624"/>
                <a:ext cx="447260" cy="427257"/>
              </a:xfrm>
              <a:custGeom>
                <a:avLst/>
                <a:gdLst/>
                <a:ahLst/>
                <a:cxnLst/>
                <a:rect l="l" t="t" r="r" b="b"/>
                <a:pathLst>
                  <a:path w="3195" h="3052" extrusionOk="0">
                    <a:moveTo>
                      <a:pt x="1044" y="0"/>
                    </a:moveTo>
                    <a:cubicBezTo>
                      <a:pt x="358" y="446"/>
                      <a:pt x="527" y="1267"/>
                      <a:pt x="393" y="1463"/>
                    </a:cubicBezTo>
                    <a:cubicBezTo>
                      <a:pt x="349" y="1535"/>
                      <a:pt x="277" y="1615"/>
                      <a:pt x="268" y="1704"/>
                    </a:cubicBezTo>
                    <a:cubicBezTo>
                      <a:pt x="268" y="1793"/>
                      <a:pt x="331" y="1891"/>
                      <a:pt x="340" y="1998"/>
                    </a:cubicBezTo>
                    <a:cubicBezTo>
                      <a:pt x="340" y="2132"/>
                      <a:pt x="215" y="2248"/>
                      <a:pt x="135" y="2364"/>
                    </a:cubicBezTo>
                    <a:cubicBezTo>
                      <a:pt x="27" y="2525"/>
                      <a:pt x="1" y="2721"/>
                      <a:pt x="54" y="2908"/>
                    </a:cubicBezTo>
                    <a:cubicBezTo>
                      <a:pt x="63" y="2944"/>
                      <a:pt x="81" y="2980"/>
                      <a:pt x="117" y="3007"/>
                    </a:cubicBezTo>
                    <a:cubicBezTo>
                      <a:pt x="152" y="3015"/>
                      <a:pt x="179" y="3024"/>
                      <a:pt x="215" y="3024"/>
                    </a:cubicBezTo>
                    <a:cubicBezTo>
                      <a:pt x="635" y="3042"/>
                      <a:pt x="1056" y="3052"/>
                      <a:pt x="1476" y="3052"/>
                    </a:cubicBezTo>
                    <a:cubicBezTo>
                      <a:pt x="1707" y="3052"/>
                      <a:pt x="1938" y="3049"/>
                      <a:pt x="2169" y="3042"/>
                    </a:cubicBezTo>
                    <a:cubicBezTo>
                      <a:pt x="2311" y="3033"/>
                      <a:pt x="2472" y="3033"/>
                      <a:pt x="2597" y="2962"/>
                    </a:cubicBezTo>
                    <a:cubicBezTo>
                      <a:pt x="2766" y="2864"/>
                      <a:pt x="2838" y="2685"/>
                      <a:pt x="2900" y="2516"/>
                    </a:cubicBezTo>
                    <a:lnTo>
                      <a:pt x="3078" y="1981"/>
                    </a:lnTo>
                    <a:cubicBezTo>
                      <a:pt x="3123" y="1865"/>
                      <a:pt x="3159" y="1749"/>
                      <a:pt x="3177" y="1624"/>
                    </a:cubicBezTo>
                    <a:cubicBezTo>
                      <a:pt x="3194" y="1463"/>
                      <a:pt x="3194" y="1294"/>
                      <a:pt x="3186" y="1124"/>
                    </a:cubicBezTo>
                    <a:cubicBezTo>
                      <a:pt x="3194" y="973"/>
                      <a:pt x="3194" y="821"/>
                      <a:pt x="3194" y="660"/>
                    </a:cubicBezTo>
                    <a:cubicBezTo>
                      <a:pt x="3186" y="500"/>
                      <a:pt x="3123" y="348"/>
                      <a:pt x="3007" y="232"/>
                    </a:cubicBezTo>
                    <a:lnTo>
                      <a:pt x="10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6"/>
              <p:cNvSpPr/>
              <p:nvPr/>
            </p:nvSpPr>
            <p:spPr>
              <a:xfrm>
                <a:off x="7939350" y="1617449"/>
                <a:ext cx="316092" cy="634586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4533" extrusionOk="0">
                    <a:moveTo>
                      <a:pt x="1134" y="0"/>
                    </a:moveTo>
                    <a:cubicBezTo>
                      <a:pt x="545" y="9"/>
                      <a:pt x="63" y="482"/>
                      <a:pt x="37" y="1071"/>
                    </a:cubicBezTo>
                    <a:cubicBezTo>
                      <a:pt x="10" y="1579"/>
                      <a:pt x="1" y="2096"/>
                      <a:pt x="19" y="2284"/>
                    </a:cubicBezTo>
                    <a:cubicBezTo>
                      <a:pt x="81" y="2837"/>
                      <a:pt x="438" y="3015"/>
                      <a:pt x="581" y="3069"/>
                    </a:cubicBezTo>
                    <a:cubicBezTo>
                      <a:pt x="634" y="3078"/>
                      <a:pt x="679" y="3087"/>
                      <a:pt x="732" y="3087"/>
                    </a:cubicBezTo>
                    <a:cubicBezTo>
                      <a:pt x="732" y="3087"/>
                      <a:pt x="741" y="3096"/>
                      <a:pt x="741" y="3096"/>
                    </a:cubicBezTo>
                    <a:lnTo>
                      <a:pt x="679" y="3747"/>
                    </a:lnTo>
                    <a:cubicBezTo>
                      <a:pt x="661" y="4166"/>
                      <a:pt x="938" y="4514"/>
                      <a:pt x="1366" y="4532"/>
                    </a:cubicBezTo>
                    <a:cubicBezTo>
                      <a:pt x="1376" y="4532"/>
                      <a:pt x="1387" y="4533"/>
                      <a:pt x="1397" y="4533"/>
                    </a:cubicBezTo>
                    <a:cubicBezTo>
                      <a:pt x="1817" y="4533"/>
                      <a:pt x="2107" y="4183"/>
                      <a:pt x="2124" y="3774"/>
                    </a:cubicBezTo>
                    <a:lnTo>
                      <a:pt x="2258" y="1106"/>
                    </a:lnTo>
                    <a:cubicBezTo>
                      <a:pt x="2258" y="500"/>
                      <a:pt x="1776" y="9"/>
                      <a:pt x="1178" y="0"/>
                    </a:cubicBezTo>
                    <a:close/>
                  </a:path>
                </a:pathLst>
              </a:custGeom>
              <a:solidFill>
                <a:srgbClr val="8453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6"/>
              <p:cNvSpPr/>
              <p:nvPr/>
            </p:nvSpPr>
            <p:spPr>
              <a:xfrm>
                <a:off x="7980647" y="1797196"/>
                <a:ext cx="26318" cy="24079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72" extrusionOk="0">
                    <a:moveTo>
                      <a:pt x="107" y="1"/>
                    </a:moveTo>
                    <a:cubicBezTo>
                      <a:pt x="54" y="1"/>
                      <a:pt x="9" y="27"/>
                      <a:pt x="9" y="81"/>
                    </a:cubicBezTo>
                    <a:cubicBezTo>
                      <a:pt x="0" y="126"/>
                      <a:pt x="45" y="170"/>
                      <a:pt x="89" y="170"/>
                    </a:cubicBezTo>
                    <a:cubicBezTo>
                      <a:pt x="94" y="171"/>
                      <a:pt x="99" y="172"/>
                      <a:pt x="103" y="172"/>
                    </a:cubicBezTo>
                    <a:cubicBezTo>
                      <a:pt x="143" y="172"/>
                      <a:pt x="180" y="139"/>
                      <a:pt x="188" y="99"/>
                    </a:cubicBezTo>
                    <a:cubicBezTo>
                      <a:pt x="188" y="45"/>
                      <a:pt x="152" y="10"/>
                      <a:pt x="1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6"/>
              <p:cNvSpPr/>
              <p:nvPr/>
            </p:nvSpPr>
            <p:spPr>
              <a:xfrm>
                <a:off x="7963148" y="1779277"/>
                <a:ext cx="50116" cy="2057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47" extrusionOk="0">
                    <a:moveTo>
                      <a:pt x="91" y="0"/>
                    </a:moveTo>
                    <a:cubicBezTo>
                      <a:pt x="78" y="0"/>
                      <a:pt x="66" y="1"/>
                      <a:pt x="54" y="4"/>
                    </a:cubicBezTo>
                    <a:cubicBezTo>
                      <a:pt x="18" y="13"/>
                      <a:pt x="0" y="22"/>
                      <a:pt x="9" y="31"/>
                    </a:cubicBezTo>
                    <a:cubicBezTo>
                      <a:pt x="9" y="48"/>
                      <a:pt x="90" y="31"/>
                      <a:pt x="179" y="57"/>
                    </a:cubicBezTo>
                    <a:cubicBezTo>
                      <a:pt x="277" y="84"/>
                      <a:pt x="330" y="147"/>
                      <a:pt x="348" y="147"/>
                    </a:cubicBezTo>
                    <a:cubicBezTo>
                      <a:pt x="357" y="138"/>
                      <a:pt x="348" y="120"/>
                      <a:pt x="322" y="93"/>
                    </a:cubicBezTo>
                    <a:cubicBezTo>
                      <a:pt x="286" y="57"/>
                      <a:pt x="241" y="31"/>
                      <a:pt x="197" y="22"/>
                    </a:cubicBezTo>
                    <a:cubicBezTo>
                      <a:pt x="164" y="9"/>
                      <a:pt x="127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6"/>
              <p:cNvSpPr/>
              <p:nvPr/>
            </p:nvSpPr>
            <p:spPr>
              <a:xfrm>
                <a:off x="8115457" y="1800836"/>
                <a:ext cx="26458" cy="2393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71" extrusionOk="0">
                    <a:moveTo>
                      <a:pt x="85" y="0"/>
                    </a:moveTo>
                    <a:cubicBezTo>
                      <a:pt x="45" y="0"/>
                      <a:pt x="9" y="33"/>
                      <a:pt x="1" y="73"/>
                    </a:cubicBezTo>
                    <a:cubicBezTo>
                      <a:pt x="1" y="126"/>
                      <a:pt x="36" y="162"/>
                      <a:pt x="81" y="171"/>
                    </a:cubicBezTo>
                    <a:cubicBezTo>
                      <a:pt x="135" y="171"/>
                      <a:pt x="179" y="144"/>
                      <a:pt x="179" y="91"/>
                    </a:cubicBezTo>
                    <a:cubicBezTo>
                      <a:pt x="188" y="46"/>
                      <a:pt x="143" y="1"/>
                      <a:pt x="99" y="1"/>
                    </a:cubicBezTo>
                    <a:cubicBezTo>
                      <a:pt x="94" y="1"/>
                      <a:pt x="90" y="0"/>
                      <a:pt x="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6"/>
              <p:cNvSpPr/>
              <p:nvPr/>
            </p:nvSpPr>
            <p:spPr>
              <a:xfrm>
                <a:off x="8099218" y="1786417"/>
                <a:ext cx="53895" cy="18479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32" extrusionOk="0">
                    <a:moveTo>
                      <a:pt x="264" y="0"/>
                    </a:moveTo>
                    <a:cubicBezTo>
                      <a:pt x="233" y="0"/>
                      <a:pt x="202" y="5"/>
                      <a:pt x="170" y="15"/>
                    </a:cubicBezTo>
                    <a:cubicBezTo>
                      <a:pt x="126" y="24"/>
                      <a:pt x="72" y="51"/>
                      <a:pt x="36" y="87"/>
                    </a:cubicBezTo>
                    <a:cubicBezTo>
                      <a:pt x="10" y="104"/>
                      <a:pt x="1" y="122"/>
                      <a:pt x="10" y="131"/>
                    </a:cubicBezTo>
                    <a:cubicBezTo>
                      <a:pt x="19" y="131"/>
                      <a:pt x="81" y="78"/>
                      <a:pt x="188" y="51"/>
                    </a:cubicBezTo>
                    <a:cubicBezTo>
                      <a:pt x="286" y="24"/>
                      <a:pt x="375" y="42"/>
                      <a:pt x="384" y="24"/>
                    </a:cubicBezTo>
                    <a:cubicBezTo>
                      <a:pt x="384" y="15"/>
                      <a:pt x="367" y="15"/>
                      <a:pt x="331" y="6"/>
                    </a:cubicBezTo>
                    <a:cubicBezTo>
                      <a:pt x="309" y="3"/>
                      <a:pt x="286" y="0"/>
                      <a:pt x="2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6"/>
              <p:cNvSpPr/>
              <p:nvPr/>
            </p:nvSpPr>
            <p:spPr>
              <a:xfrm>
                <a:off x="8010604" y="1779697"/>
                <a:ext cx="46336" cy="112274"/>
              </a:xfrm>
              <a:custGeom>
                <a:avLst/>
                <a:gdLst/>
                <a:ahLst/>
                <a:cxnLst/>
                <a:rect l="l" t="t" r="r" b="b"/>
                <a:pathLst>
                  <a:path w="331" h="802" extrusionOk="0">
                    <a:moveTo>
                      <a:pt x="322" y="1"/>
                    </a:moveTo>
                    <a:cubicBezTo>
                      <a:pt x="313" y="1"/>
                      <a:pt x="214" y="206"/>
                      <a:pt x="98" y="465"/>
                    </a:cubicBezTo>
                    <a:cubicBezTo>
                      <a:pt x="72" y="527"/>
                      <a:pt x="45" y="590"/>
                      <a:pt x="18" y="652"/>
                    </a:cubicBezTo>
                    <a:cubicBezTo>
                      <a:pt x="9" y="679"/>
                      <a:pt x="0" y="714"/>
                      <a:pt x="0" y="750"/>
                    </a:cubicBezTo>
                    <a:cubicBezTo>
                      <a:pt x="9" y="768"/>
                      <a:pt x="27" y="777"/>
                      <a:pt x="45" y="786"/>
                    </a:cubicBezTo>
                    <a:cubicBezTo>
                      <a:pt x="54" y="786"/>
                      <a:pt x="72" y="795"/>
                      <a:pt x="90" y="795"/>
                    </a:cubicBezTo>
                    <a:cubicBezTo>
                      <a:pt x="112" y="799"/>
                      <a:pt x="136" y="801"/>
                      <a:pt x="162" y="801"/>
                    </a:cubicBezTo>
                    <a:cubicBezTo>
                      <a:pt x="188" y="801"/>
                      <a:pt x="214" y="799"/>
                      <a:pt x="241" y="795"/>
                    </a:cubicBezTo>
                    <a:cubicBezTo>
                      <a:pt x="197" y="777"/>
                      <a:pt x="143" y="768"/>
                      <a:pt x="90" y="768"/>
                    </a:cubicBezTo>
                    <a:cubicBezTo>
                      <a:pt x="63" y="759"/>
                      <a:pt x="36" y="750"/>
                      <a:pt x="36" y="741"/>
                    </a:cubicBezTo>
                    <a:cubicBezTo>
                      <a:pt x="36" y="714"/>
                      <a:pt x="45" y="688"/>
                      <a:pt x="54" y="670"/>
                    </a:cubicBezTo>
                    <a:lnTo>
                      <a:pt x="134" y="483"/>
                    </a:lnTo>
                    <a:cubicBezTo>
                      <a:pt x="250" y="224"/>
                      <a:pt x="330" y="10"/>
                      <a:pt x="3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6"/>
              <p:cNvSpPr/>
              <p:nvPr/>
            </p:nvSpPr>
            <p:spPr>
              <a:xfrm>
                <a:off x="8040562" y="2019501"/>
                <a:ext cx="121229" cy="56697"/>
              </a:xfrm>
              <a:custGeom>
                <a:avLst/>
                <a:gdLst/>
                <a:ahLst/>
                <a:cxnLst/>
                <a:rect l="l" t="t" r="r" b="b"/>
                <a:pathLst>
                  <a:path w="866" h="405" extrusionOk="0">
                    <a:moveTo>
                      <a:pt x="866" y="1"/>
                    </a:moveTo>
                    <a:lnTo>
                      <a:pt x="866" y="1"/>
                    </a:lnTo>
                    <a:cubicBezTo>
                      <a:pt x="508" y="193"/>
                      <a:pt x="209" y="218"/>
                      <a:pt x="79" y="218"/>
                    </a:cubicBezTo>
                    <a:cubicBezTo>
                      <a:pt x="34" y="218"/>
                      <a:pt x="9" y="215"/>
                      <a:pt x="9" y="215"/>
                    </a:cubicBezTo>
                    <a:lnTo>
                      <a:pt x="0" y="393"/>
                    </a:lnTo>
                    <a:cubicBezTo>
                      <a:pt x="59" y="401"/>
                      <a:pt x="115" y="404"/>
                      <a:pt x="166" y="404"/>
                    </a:cubicBezTo>
                    <a:cubicBezTo>
                      <a:pt x="724" y="404"/>
                      <a:pt x="866" y="1"/>
                      <a:pt x="866" y="1"/>
                    </a:cubicBezTo>
                    <a:close/>
                  </a:path>
                </a:pathLst>
              </a:custGeom>
              <a:solidFill>
                <a:srgbClr val="19191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6"/>
              <p:cNvSpPr/>
              <p:nvPr/>
            </p:nvSpPr>
            <p:spPr>
              <a:xfrm>
                <a:off x="8046862" y="1915488"/>
                <a:ext cx="43816" cy="3023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16" extrusionOk="0">
                    <a:moveTo>
                      <a:pt x="147" y="1"/>
                    </a:moveTo>
                    <a:cubicBezTo>
                      <a:pt x="96" y="1"/>
                      <a:pt x="48" y="20"/>
                      <a:pt x="18" y="57"/>
                    </a:cubicBezTo>
                    <a:lnTo>
                      <a:pt x="9" y="66"/>
                    </a:lnTo>
                    <a:cubicBezTo>
                      <a:pt x="0" y="75"/>
                      <a:pt x="0" y="83"/>
                      <a:pt x="9" y="101"/>
                    </a:cubicBezTo>
                    <a:cubicBezTo>
                      <a:pt x="18" y="110"/>
                      <a:pt x="27" y="119"/>
                      <a:pt x="36" y="128"/>
                    </a:cubicBezTo>
                    <a:cubicBezTo>
                      <a:pt x="71" y="164"/>
                      <a:pt x="116" y="191"/>
                      <a:pt x="161" y="208"/>
                    </a:cubicBezTo>
                    <a:cubicBezTo>
                      <a:pt x="173" y="213"/>
                      <a:pt x="186" y="216"/>
                      <a:pt x="198" y="216"/>
                    </a:cubicBezTo>
                    <a:cubicBezTo>
                      <a:pt x="229" y="216"/>
                      <a:pt x="260" y="201"/>
                      <a:pt x="286" y="182"/>
                    </a:cubicBezTo>
                    <a:cubicBezTo>
                      <a:pt x="312" y="146"/>
                      <a:pt x="312" y="101"/>
                      <a:pt x="286" y="66"/>
                    </a:cubicBezTo>
                    <a:cubicBezTo>
                      <a:pt x="259" y="30"/>
                      <a:pt x="223" y="3"/>
                      <a:pt x="178" y="3"/>
                    </a:cubicBezTo>
                    <a:cubicBezTo>
                      <a:pt x="168" y="2"/>
                      <a:pt x="158" y="1"/>
                      <a:pt x="1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6"/>
              <p:cNvSpPr/>
              <p:nvPr/>
            </p:nvSpPr>
            <p:spPr>
              <a:xfrm>
                <a:off x="8039302" y="1902189"/>
                <a:ext cx="47596" cy="37518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68" extrusionOk="0">
                    <a:moveTo>
                      <a:pt x="322" y="0"/>
                    </a:moveTo>
                    <a:cubicBezTo>
                      <a:pt x="304" y="0"/>
                      <a:pt x="304" y="98"/>
                      <a:pt x="206" y="170"/>
                    </a:cubicBezTo>
                    <a:cubicBezTo>
                      <a:pt x="117" y="241"/>
                      <a:pt x="1" y="223"/>
                      <a:pt x="1" y="241"/>
                    </a:cubicBezTo>
                    <a:cubicBezTo>
                      <a:pt x="1" y="259"/>
                      <a:pt x="27" y="259"/>
                      <a:pt x="72" y="268"/>
                    </a:cubicBezTo>
                    <a:cubicBezTo>
                      <a:pt x="134" y="268"/>
                      <a:pt x="197" y="250"/>
                      <a:pt x="241" y="214"/>
                    </a:cubicBezTo>
                    <a:cubicBezTo>
                      <a:pt x="295" y="178"/>
                      <a:pt x="322" y="125"/>
                      <a:pt x="340" y="71"/>
                    </a:cubicBezTo>
                    <a:cubicBezTo>
                      <a:pt x="340" y="27"/>
                      <a:pt x="331" y="0"/>
                      <a:pt x="3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6"/>
              <p:cNvSpPr/>
              <p:nvPr/>
            </p:nvSpPr>
            <p:spPr>
              <a:xfrm>
                <a:off x="8096698" y="1738540"/>
                <a:ext cx="63834" cy="1581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113" extrusionOk="0">
                    <a:moveTo>
                      <a:pt x="224" y="0"/>
                    </a:moveTo>
                    <a:cubicBezTo>
                      <a:pt x="170" y="0"/>
                      <a:pt x="108" y="9"/>
                      <a:pt x="54" y="36"/>
                    </a:cubicBezTo>
                    <a:cubicBezTo>
                      <a:pt x="19" y="54"/>
                      <a:pt x="1" y="81"/>
                      <a:pt x="1" y="90"/>
                    </a:cubicBezTo>
                    <a:cubicBezTo>
                      <a:pt x="5" y="101"/>
                      <a:pt x="25" y="104"/>
                      <a:pt x="56" y="104"/>
                    </a:cubicBezTo>
                    <a:cubicBezTo>
                      <a:pt x="97" y="104"/>
                      <a:pt x="158" y="99"/>
                      <a:pt x="224" y="99"/>
                    </a:cubicBezTo>
                    <a:cubicBezTo>
                      <a:pt x="294" y="104"/>
                      <a:pt x="355" y="113"/>
                      <a:pt x="396" y="113"/>
                    </a:cubicBezTo>
                    <a:cubicBezTo>
                      <a:pt x="422" y="113"/>
                      <a:pt x="440" y="109"/>
                      <a:pt x="447" y="99"/>
                    </a:cubicBezTo>
                    <a:cubicBezTo>
                      <a:pt x="456" y="90"/>
                      <a:pt x="438" y="63"/>
                      <a:pt x="393" y="45"/>
                    </a:cubicBezTo>
                    <a:cubicBezTo>
                      <a:pt x="340" y="18"/>
                      <a:pt x="286" y="0"/>
                      <a:pt x="2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6"/>
              <p:cNvSpPr/>
              <p:nvPr/>
            </p:nvSpPr>
            <p:spPr>
              <a:xfrm>
                <a:off x="7966928" y="1728601"/>
                <a:ext cx="47596" cy="15259"/>
              </a:xfrm>
              <a:custGeom>
                <a:avLst/>
                <a:gdLst/>
                <a:ahLst/>
                <a:cxnLst/>
                <a:rect l="l" t="t" r="r" b="b"/>
                <a:pathLst>
                  <a:path w="340" h="109" extrusionOk="0">
                    <a:moveTo>
                      <a:pt x="170" y="0"/>
                    </a:moveTo>
                    <a:cubicBezTo>
                      <a:pt x="125" y="0"/>
                      <a:pt x="80" y="18"/>
                      <a:pt x="36" y="45"/>
                    </a:cubicBezTo>
                    <a:cubicBezTo>
                      <a:pt x="9" y="62"/>
                      <a:pt x="0" y="80"/>
                      <a:pt x="9" y="98"/>
                    </a:cubicBezTo>
                    <a:cubicBezTo>
                      <a:pt x="12" y="104"/>
                      <a:pt x="22" y="106"/>
                      <a:pt x="37" y="106"/>
                    </a:cubicBezTo>
                    <a:cubicBezTo>
                      <a:pt x="67" y="106"/>
                      <a:pt x="116" y="98"/>
                      <a:pt x="170" y="98"/>
                    </a:cubicBezTo>
                    <a:cubicBezTo>
                      <a:pt x="216" y="103"/>
                      <a:pt x="259" y="108"/>
                      <a:pt x="289" y="108"/>
                    </a:cubicBezTo>
                    <a:cubicBezTo>
                      <a:pt x="312" y="108"/>
                      <a:pt x="326" y="106"/>
                      <a:pt x="330" y="98"/>
                    </a:cubicBezTo>
                    <a:cubicBezTo>
                      <a:pt x="339" y="89"/>
                      <a:pt x="330" y="62"/>
                      <a:pt x="303" y="45"/>
                    </a:cubicBezTo>
                    <a:cubicBezTo>
                      <a:pt x="268" y="18"/>
                      <a:pt x="214" y="0"/>
                      <a:pt x="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6"/>
              <p:cNvSpPr/>
              <p:nvPr/>
            </p:nvSpPr>
            <p:spPr>
              <a:xfrm>
                <a:off x="8049242" y="1571532"/>
                <a:ext cx="228740" cy="356981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2550" extrusionOk="0">
                    <a:moveTo>
                      <a:pt x="419" y="1"/>
                    </a:moveTo>
                    <a:cubicBezTo>
                      <a:pt x="320" y="1"/>
                      <a:pt x="221" y="17"/>
                      <a:pt x="126" y="51"/>
                    </a:cubicBezTo>
                    <a:cubicBezTo>
                      <a:pt x="1" y="337"/>
                      <a:pt x="126" y="667"/>
                      <a:pt x="402" y="810"/>
                    </a:cubicBezTo>
                    <a:cubicBezTo>
                      <a:pt x="518" y="872"/>
                      <a:pt x="670" y="908"/>
                      <a:pt x="724" y="1033"/>
                    </a:cubicBezTo>
                    <a:cubicBezTo>
                      <a:pt x="777" y="1122"/>
                      <a:pt x="750" y="1238"/>
                      <a:pt x="804" y="1327"/>
                    </a:cubicBezTo>
                    <a:cubicBezTo>
                      <a:pt x="866" y="1416"/>
                      <a:pt x="973" y="1434"/>
                      <a:pt x="1054" y="1488"/>
                    </a:cubicBezTo>
                    <a:cubicBezTo>
                      <a:pt x="1161" y="1568"/>
                      <a:pt x="1205" y="1711"/>
                      <a:pt x="1214" y="1845"/>
                    </a:cubicBezTo>
                    <a:cubicBezTo>
                      <a:pt x="1214" y="1978"/>
                      <a:pt x="1223" y="2112"/>
                      <a:pt x="1241" y="2246"/>
                    </a:cubicBezTo>
                    <a:cubicBezTo>
                      <a:pt x="1268" y="2380"/>
                      <a:pt x="1348" y="2514"/>
                      <a:pt x="1473" y="2549"/>
                    </a:cubicBezTo>
                    <a:cubicBezTo>
                      <a:pt x="1553" y="2175"/>
                      <a:pt x="1633" y="1782"/>
                      <a:pt x="1607" y="1399"/>
                    </a:cubicBezTo>
                    <a:cubicBezTo>
                      <a:pt x="1589" y="1006"/>
                      <a:pt x="1464" y="614"/>
                      <a:pt x="1196" y="337"/>
                    </a:cubicBezTo>
                    <a:cubicBezTo>
                      <a:pt x="991" y="132"/>
                      <a:pt x="703" y="1"/>
                      <a:pt x="4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6"/>
              <p:cNvSpPr/>
              <p:nvPr/>
            </p:nvSpPr>
            <p:spPr>
              <a:xfrm>
                <a:off x="8111677" y="1572372"/>
                <a:ext cx="313712" cy="520912"/>
              </a:xfrm>
              <a:custGeom>
                <a:avLst/>
                <a:gdLst/>
                <a:ahLst/>
                <a:cxnLst/>
                <a:rect l="l" t="t" r="r" b="b"/>
                <a:pathLst>
                  <a:path w="2241" h="3721" extrusionOk="0">
                    <a:moveTo>
                      <a:pt x="63" y="1"/>
                    </a:moveTo>
                    <a:lnTo>
                      <a:pt x="144" y="54"/>
                    </a:lnTo>
                    <a:lnTo>
                      <a:pt x="1" y="831"/>
                    </a:lnTo>
                    <a:cubicBezTo>
                      <a:pt x="1" y="831"/>
                      <a:pt x="188" y="920"/>
                      <a:pt x="269" y="1241"/>
                    </a:cubicBezTo>
                    <a:cubicBezTo>
                      <a:pt x="358" y="1571"/>
                      <a:pt x="429" y="1526"/>
                      <a:pt x="456" y="1732"/>
                    </a:cubicBezTo>
                    <a:cubicBezTo>
                      <a:pt x="483" y="1937"/>
                      <a:pt x="313" y="2160"/>
                      <a:pt x="322" y="2401"/>
                    </a:cubicBezTo>
                    <a:cubicBezTo>
                      <a:pt x="322" y="2642"/>
                      <a:pt x="438" y="2606"/>
                      <a:pt x="492" y="2838"/>
                    </a:cubicBezTo>
                    <a:cubicBezTo>
                      <a:pt x="545" y="3070"/>
                      <a:pt x="295" y="3212"/>
                      <a:pt x="197" y="3373"/>
                    </a:cubicBezTo>
                    <a:cubicBezTo>
                      <a:pt x="144" y="3480"/>
                      <a:pt x="126" y="3605"/>
                      <a:pt x="170" y="3721"/>
                    </a:cubicBezTo>
                    <a:lnTo>
                      <a:pt x="1678" y="3658"/>
                    </a:lnTo>
                    <a:cubicBezTo>
                      <a:pt x="1776" y="3658"/>
                      <a:pt x="1874" y="3641"/>
                      <a:pt x="1973" y="3614"/>
                    </a:cubicBezTo>
                    <a:cubicBezTo>
                      <a:pt x="2071" y="3587"/>
                      <a:pt x="2142" y="3516"/>
                      <a:pt x="2187" y="3427"/>
                    </a:cubicBezTo>
                    <a:cubicBezTo>
                      <a:pt x="2240" y="3293"/>
                      <a:pt x="2187" y="3141"/>
                      <a:pt x="2106" y="3025"/>
                    </a:cubicBezTo>
                    <a:cubicBezTo>
                      <a:pt x="2026" y="2909"/>
                      <a:pt x="1919" y="2802"/>
                      <a:pt x="1874" y="2668"/>
                    </a:cubicBezTo>
                    <a:cubicBezTo>
                      <a:pt x="1767" y="2365"/>
                      <a:pt x="1964" y="1999"/>
                      <a:pt x="1794" y="1732"/>
                    </a:cubicBezTo>
                    <a:cubicBezTo>
                      <a:pt x="1714" y="1607"/>
                      <a:pt x="1571" y="1535"/>
                      <a:pt x="1473" y="1428"/>
                    </a:cubicBezTo>
                    <a:cubicBezTo>
                      <a:pt x="1312" y="1250"/>
                      <a:pt x="1295" y="991"/>
                      <a:pt x="1214" y="768"/>
                    </a:cubicBezTo>
                    <a:cubicBezTo>
                      <a:pt x="1054" y="331"/>
                      <a:pt x="536" y="10"/>
                      <a:pt x="6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6"/>
              <p:cNvSpPr/>
              <p:nvPr/>
            </p:nvSpPr>
            <p:spPr>
              <a:xfrm>
                <a:off x="7879434" y="1726081"/>
                <a:ext cx="56415" cy="17989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285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86" y="18"/>
                      <a:pt x="233" y="63"/>
                      <a:pt x="215" y="134"/>
                    </a:cubicBezTo>
                    <a:cubicBezTo>
                      <a:pt x="188" y="196"/>
                      <a:pt x="179" y="268"/>
                      <a:pt x="152" y="330"/>
                    </a:cubicBezTo>
                    <a:cubicBezTo>
                      <a:pt x="126" y="411"/>
                      <a:pt x="90" y="491"/>
                      <a:pt x="54" y="571"/>
                    </a:cubicBezTo>
                    <a:cubicBezTo>
                      <a:pt x="10" y="651"/>
                      <a:pt x="1" y="741"/>
                      <a:pt x="27" y="821"/>
                    </a:cubicBezTo>
                    <a:cubicBezTo>
                      <a:pt x="45" y="883"/>
                      <a:pt x="99" y="946"/>
                      <a:pt x="108" y="1008"/>
                    </a:cubicBezTo>
                    <a:cubicBezTo>
                      <a:pt x="126" y="1106"/>
                      <a:pt x="72" y="1205"/>
                      <a:pt x="18" y="1285"/>
                    </a:cubicBezTo>
                    <a:lnTo>
                      <a:pt x="72" y="1213"/>
                    </a:lnTo>
                    <a:cubicBezTo>
                      <a:pt x="79" y="1214"/>
                      <a:pt x="87" y="1215"/>
                      <a:pt x="94" y="1215"/>
                    </a:cubicBezTo>
                    <a:cubicBezTo>
                      <a:pt x="158" y="1215"/>
                      <a:pt x="217" y="1180"/>
                      <a:pt x="242" y="1124"/>
                    </a:cubicBezTo>
                    <a:cubicBezTo>
                      <a:pt x="259" y="1062"/>
                      <a:pt x="268" y="990"/>
                      <a:pt x="268" y="919"/>
                    </a:cubicBezTo>
                    <a:cubicBezTo>
                      <a:pt x="286" y="616"/>
                      <a:pt x="402" y="303"/>
                      <a:pt x="3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6"/>
              <p:cNvSpPr/>
              <p:nvPr/>
            </p:nvSpPr>
            <p:spPr>
              <a:xfrm>
                <a:off x="7890633" y="1906529"/>
                <a:ext cx="81333" cy="114794"/>
              </a:xfrm>
              <a:custGeom>
                <a:avLst/>
                <a:gdLst/>
                <a:ahLst/>
                <a:cxnLst/>
                <a:rect l="l" t="t" r="r" b="b"/>
                <a:pathLst>
                  <a:path w="581" h="820" extrusionOk="0">
                    <a:moveTo>
                      <a:pt x="347" y="1"/>
                    </a:moveTo>
                    <a:cubicBezTo>
                      <a:pt x="333" y="1"/>
                      <a:pt x="319" y="5"/>
                      <a:pt x="313" y="5"/>
                    </a:cubicBezTo>
                    <a:cubicBezTo>
                      <a:pt x="260" y="23"/>
                      <a:pt x="215" y="40"/>
                      <a:pt x="179" y="76"/>
                    </a:cubicBezTo>
                    <a:cubicBezTo>
                      <a:pt x="117" y="121"/>
                      <a:pt x="72" y="183"/>
                      <a:pt x="37" y="255"/>
                    </a:cubicBezTo>
                    <a:cubicBezTo>
                      <a:pt x="1" y="335"/>
                      <a:pt x="1" y="433"/>
                      <a:pt x="28" y="522"/>
                    </a:cubicBezTo>
                    <a:cubicBezTo>
                      <a:pt x="54" y="611"/>
                      <a:pt x="108" y="692"/>
                      <a:pt x="188" y="745"/>
                    </a:cubicBezTo>
                    <a:cubicBezTo>
                      <a:pt x="242" y="790"/>
                      <a:pt x="322" y="817"/>
                      <a:pt x="393" y="817"/>
                    </a:cubicBezTo>
                    <a:cubicBezTo>
                      <a:pt x="407" y="819"/>
                      <a:pt x="420" y="820"/>
                      <a:pt x="433" y="820"/>
                    </a:cubicBezTo>
                    <a:cubicBezTo>
                      <a:pt x="473" y="820"/>
                      <a:pt x="512" y="810"/>
                      <a:pt x="545" y="790"/>
                    </a:cubicBezTo>
                    <a:cubicBezTo>
                      <a:pt x="572" y="772"/>
                      <a:pt x="581" y="754"/>
                      <a:pt x="581" y="754"/>
                    </a:cubicBezTo>
                    <a:lnTo>
                      <a:pt x="581" y="754"/>
                    </a:lnTo>
                    <a:cubicBezTo>
                      <a:pt x="581" y="754"/>
                      <a:pt x="563" y="772"/>
                      <a:pt x="536" y="781"/>
                    </a:cubicBezTo>
                    <a:cubicBezTo>
                      <a:pt x="504" y="794"/>
                      <a:pt x="466" y="802"/>
                      <a:pt x="431" y="802"/>
                    </a:cubicBezTo>
                    <a:cubicBezTo>
                      <a:pt x="418" y="802"/>
                      <a:pt x="405" y="801"/>
                      <a:pt x="393" y="799"/>
                    </a:cubicBezTo>
                    <a:cubicBezTo>
                      <a:pt x="322" y="790"/>
                      <a:pt x="260" y="763"/>
                      <a:pt x="197" y="718"/>
                    </a:cubicBezTo>
                    <a:cubicBezTo>
                      <a:pt x="135" y="665"/>
                      <a:pt x="81" y="594"/>
                      <a:pt x="54" y="513"/>
                    </a:cubicBezTo>
                    <a:cubicBezTo>
                      <a:pt x="28" y="433"/>
                      <a:pt x="37" y="344"/>
                      <a:pt x="63" y="263"/>
                    </a:cubicBezTo>
                    <a:cubicBezTo>
                      <a:pt x="90" y="201"/>
                      <a:pt x="135" y="139"/>
                      <a:pt x="188" y="94"/>
                    </a:cubicBezTo>
                    <a:cubicBezTo>
                      <a:pt x="242" y="49"/>
                      <a:pt x="304" y="23"/>
                      <a:pt x="367" y="5"/>
                    </a:cubicBezTo>
                    <a:cubicBezTo>
                      <a:pt x="361" y="2"/>
                      <a:pt x="354" y="1"/>
                      <a:pt x="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6"/>
              <p:cNvSpPr/>
              <p:nvPr/>
            </p:nvSpPr>
            <p:spPr>
              <a:xfrm>
                <a:off x="7925631" y="1764718"/>
                <a:ext cx="115070" cy="1003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17" extrusionOk="0">
                    <a:moveTo>
                      <a:pt x="152" y="1"/>
                    </a:moveTo>
                    <a:cubicBezTo>
                      <a:pt x="117" y="1"/>
                      <a:pt x="72" y="27"/>
                      <a:pt x="45" y="54"/>
                    </a:cubicBezTo>
                    <a:cubicBezTo>
                      <a:pt x="19" y="99"/>
                      <a:pt x="1" y="152"/>
                      <a:pt x="1" y="206"/>
                    </a:cubicBezTo>
                    <a:cubicBezTo>
                      <a:pt x="1" y="268"/>
                      <a:pt x="10" y="331"/>
                      <a:pt x="19" y="393"/>
                    </a:cubicBezTo>
                    <a:cubicBezTo>
                      <a:pt x="27" y="465"/>
                      <a:pt x="54" y="536"/>
                      <a:pt x="99" y="590"/>
                    </a:cubicBezTo>
                    <a:cubicBezTo>
                      <a:pt x="143" y="661"/>
                      <a:pt x="224" y="705"/>
                      <a:pt x="304" y="714"/>
                    </a:cubicBezTo>
                    <a:cubicBezTo>
                      <a:pt x="319" y="716"/>
                      <a:pt x="334" y="717"/>
                      <a:pt x="349" y="717"/>
                    </a:cubicBezTo>
                    <a:cubicBezTo>
                      <a:pt x="423" y="717"/>
                      <a:pt x="494" y="698"/>
                      <a:pt x="554" y="661"/>
                    </a:cubicBezTo>
                    <a:cubicBezTo>
                      <a:pt x="697" y="563"/>
                      <a:pt x="786" y="411"/>
                      <a:pt x="804" y="242"/>
                    </a:cubicBezTo>
                    <a:cubicBezTo>
                      <a:pt x="813" y="206"/>
                      <a:pt x="813" y="170"/>
                      <a:pt x="821" y="135"/>
                    </a:cubicBezTo>
                    <a:lnTo>
                      <a:pt x="821" y="81"/>
                    </a:lnTo>
                    <a:cubicBezTo>
                      <a:pt x="821" y="63"/>
                      <a:pt x="821" y="36"/>
                      <a:pt x="804" y="19"/>
                    </a:cubicBezTo>
                    <a:cubicBezTo>
                      <a:pt x="795" y="10"/>
                      <a:pt x="777" y="1"/>
                      <a:pt x="750" y="1"/>
                    </a:cubicBezTo>
                    <a:lnTo>
                      <a:pt x="251" y="1"/>
                    </a:lnTo>
                    <a:cubicBezTo>
                      <a:pt x="286" y="10"/>
                      <a:pt x="313" y="10"/>
                      <a:pt x="349" y="19"/>
                    </a:cubicBezTo>
                    <a:lnTo>
                      <a:pt x="616" y="27"/>
                    </a:lnTo>
                    <a:lnTo>
                      <a:pt x="750" y="27"/>
                    </a:lnTo>
                    <a:cubicBezTo>
                      <a:pt x="768" y="27"/>
                      <a:pt x="777" y="27"/>
                      <a:pt x="786" y="36"/>
                    </a:cubicBezTo>
                    <a:cubicBezTo>
                      <a:pt x="795" y="54"/>
                      <a:pt x="804" y="63"/>
                      <a:pt x="795" y="81"/>
                    </a:cubicBezTo>
                    <a:lnTo>
                      <a:pt x="795" y="126"/>
                    </a:lnTo>
                    <a:cubicBezTo>
                      <a:pt x="786" y="161"/>
                      <a:pt x="786" y="197"/>
                      <a:pt x="777" y="233"/>
                    </a:cubicBezTo>
                    <a:cubicBezTo>
                      <a:pt x="768" y="313"/>
                      <a:pt x="741" y="384"/>
                      <a:pt x="705" y="456"/>
                    </a:cubicBezTo>
                    <a:cubicBezTo>
                      <a:pt x="661" y="527"/>
                      <a:pt x="607" y="590"/>
                      <a:pt x="536" y="625"/>
                    </a:cubicBezTo>
                    <a:cubicBezTo>
                      <a:pt x="484" y="662"/>
                      <a:pt x="420" y="681"/>
                      <a:pt x="348" y="681"/>
                    </a:cubicBezTo>
                    <a:cubicBezTo>
                      <a:pt x="334" y="681"/>
                      <a:pt x="319" y="680"/>
                      <a:pt x="304" y="679"/>
                    </a:cubicBezTo>
                    <a:cubicBezTo>
                      <a:pt x="233" y="670"/>
                      <a:pt x="170" y="634"/>
                      <a:pt x="117" y="572"/>
                    </a:cubicBezTo>
                    <a:cubicBezTo>
                      <a:pt x="81" y="518"/>
                      <a:pt x="54" y="456"/>
                      <a:pt x="45" y="384"/>
                    </a:cubicBezTo>
                    <a:cubicBezTo>
                      <a:pt x="36" y="331"/>
                      <a:pt x="27" y="268"/>
                      <a:pt x="27" y="206"/>
                    </a:cubicBezTo>
                    <a:cubicBezTo>
                      <a:pt x="19" y="152"/>
                      <a:pt x="36" y="108"/>
                      <a:pt x="63" y="63"/>
                    </a:cubicBezTo>
                    <a:cubicBezTo>
                      <a:pt x="81" y="36"/>
                      <a:pt x="117" y="19"/>
                      <a:pt x="152" y="19"/>
                    </a:cubicBezTo>
                    <a:cubicBezTo>
                      <a:pt x="215" y="1"/>
                      <a:pt x="251" y="1"/>
                      <a:pt x="2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6"/>
              <p:cNvSpPr/>
              <p:nvPr/>
            </p:nvSpPr>
            <p:spPr>
              <a:xfrm>
                <a:off x="8070520" y="1763458"/>
                <a:ext cx="115070" cy="10163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26" extrusionOk="0">
                    <a:moveTo>
                      <a:pt x="72" y="1"/>
                    </a:moveTo>
                    <a:cubicBezTo>
                      <a:pt x="45" y="1"/>
                      <a:pt x="27" y="10"/>
                      <a:pt x="18" y="28"/>
                    </a:cubicBezTo>
                    <a:cubicBezTo>
                      <a:pt x="1" y="45"/>
                      <a:pt x="1" y="63"/>
                      <a:pt x="1" y="81"/>
                    </a:cubicBezTo>
                    <a:lnTo>
                      <a:pt x="1" y="135"/>
                    </a:lnTo>
                    <a:cubicBezTo>
                      <a:pt x="9" y="170"/>
                      <a:pt x="9" y="206"/>
                      <a:pt x="18" y="251"/>
                    </a:cubicBezTo>
                    <a:cubicBezTo>
                      <a:pt x="36" y="411"/>
                      <a:pt x="125" y="563"/>
                      <a:pt x="268" y="661"/>
                    </a:cubicBezTo>
                    <a:cubicBezTo>
                      <a:pt x="328" y="706"/>
                      <a:pt x="400" y="726"/>
                      <a:pt x="475" y="726"/>
                    </a:cubicBezTo>
                    <a:cubicBezTo>
                      <a:pt x="489" y="726"/>
                      <a:pt x="504" y="725"/>
                      <a:pt x="518" y="723"/>
                    </a:cubicBezTo>
                    <a:cubicBezTo>
                      <a:pt x="598" y="706"/>
                      <a:pt x="670" y="670"/>
                      <a:pt x="723" y="599"/>
                    </a:cubicBezTo>
                    <a:cubicBezTo>
                      <a:pt x="768" y="536"/>
                      <a:pt x="795" y="474"/>
                      <a:pt x="803" y="393"/>
                    </a:cubicBezTo>
                    <a:cubicBezTo>
                      <a:pt x="812" y="331"/>
                      <a:pt x="812" y="268"/>
                      <a:pt x="812" y="206"/>
                    </a:cubicBezTo>
                    <a:cubicBezTo>
                      <a:pt x="821" y="152"/>
                      <a:pt x="803" y="99"/>
                      <a:pt x="777" y="54"/>
                    </a:cubicBezTo>
                    <a:cubicBezTo>
                      <a:pt x="750" y="28"/>
                      <a:pt x="705" y="10"/>
                      <a:pt x="670" y="10"/>
                    </a:cubicBezTo>
                    <a:cubicBezTo>
                      <a:pt x="656" y="5"/>
                      <a:pt x="643" y="3"/>
                      <a:pt x="631" y="3"/>
                    </a:cubicBezTo>
                    <a:cubicBezTo>
                      <a:pt x="618" y="3"/>
                      <a:pt x="607" y="5"/>
                      <a:pt x="598" y="10"/>
                    </a:cubicBezTo>
                    <a:lnTo>
                      <a:pt x="572" y="10"/>
                    </a:lnTo>
                    <a:cubicBezTo>
                      <a:pt x="572" y="10"/>
                      <a:pt x="598" y="10"/>
                      <a:pt x="661" y="19"/>
                    </a:cubicBezTo>
                    <a:cubicBezTo>
                      <a:pt x="705" y="28"/>
                      <a:pt x="732" y="45"/>
                      <a:pt x="759" y="72"/>
                    </a:cubicBezTo>
                    <a:cubicBezTo>
                      <a:pt x="786" y="117"/>
                      <a:pt x="795" y="161"/>
                      <a:pt x="795" y="206"/>
                    </a:cubicBezTo>
                    <a:cubicBezTo>
                      <a:pt x="795" y="268"/>
                      <a:pt x="786" y="331"/>
                      <a:pt x="777" y="393"/>
                    </a:cubicBezTo>
                    <a:cubicBezTo>
                      <a:pt x="768" y="465"/>
                      <a:pt x="741" y="527"/>
                      <a:pt x="696" y="581"/>
                    </a:cubicBezTo>
                    <a:cubicBezTo>
                      <a:pt x="652" y="643"/>
                      <a:pt x="589" y="679"/>
                      <a:pt x="509" y="688"/>
                    </a:cubicBezTo>
                    <a:cubicBezTo>
                      <a:pt x="496" y="689"/>
                      <a:pt x="482" y="690"/>
                      <a:pt x="469" y="690"/>
                    </a:cubicBezTo>
                    <a:cubicBezTo>
                      <a:pt x="403" y="690"/>
                      <a:pt x="338" y="671"/>
                      <a:pt x="286" y="634"/>
                    </a:cubicBezTo>
                    <a:cubicBezTo>
                      <a:pt x="215" y="590"/>
                      <a:pt x="161" y="527"/>
                      <a:pt x="117" y="456"/>
                    </a:cubicBezTo>
                    <a:cubicBezTo>
                      <a:pt x="81" y="393"/>
                      <a:pt x="54" y="313"/>
                      <a:pt x="45" y="242"/>
                    </a:cubicBezTo>
                    <a:cubicBezTo>
                      <a:pt x="36" y="206"/>
                      <a:pt x="27" y="170"/>
                      <a:pt x="27" y="135"/>
                    </a:cubicBezTo>
                    <a:cubicBezTo>
                      <a:pt x="27" y="117"/>
                      <a:pt x="27" y="99"/>
                      <a:pt x="27" y="81"/>
                    </a:cubicBezTo>
                    <a:cubicBezTo>
                      <a:pt x="18" y="72"/>
                      <a:pt x="27" y="54"/>
                      <a:pt x="36" y="45"/>
                    </a:cubicBezTo>
                    <a:cubicBezTo>
                      <a:pt x="45" y="36"/>
                      <a:pt x="54" y="28"/>
                      <a:pt x="63" y="28"/>
                    </a:cubicBezTo>
                    <a:lnTo>
                      <a:pt x="206" y="28"/>
                    </a:lnTo>
                    <a:lnTo>
                      <a:pt x="473" y="19"/>
                    </a:lnTo>
                    <a:cubicBezTo>
                      <a:pt x="500" y="19"/>
                      <a:pt x="536" y="19"/>
                      <a:pt x="572" y="10"/>
                    </a:cubicBezTo>
                    <a:cubicBezTo>
                      <a:pt x="536" y="10"/>
                      <a:pt x="509" y="1"/>
                      <a:pt x="4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6"/>
              <p:cNvSpPr/>
              <p:nvPr/>
            </p:nvSpPr>
            <p:spPr>
              <a:xfrm>
                <a:off x="8030623" y="1764158"/>
                <a:ext cx="51235" cy="4760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4" extrusionOk="0">
                    <a:moveTo>
                      <a:pt x="180" y="0"/>
                    </a:moveTo>
                    <a:cubicBezTo>
                      <a:pt x="118" y="0"/>
                      <a:pt x="58" y="5"/>
                      <a:pt x="0" y="14"/>
                    </a:cubicBezTo>
                    <a:cubicBezTo>
                      <a:pt x="58" y="27"/>
                      <a:pt x="118" y="34"/>
                      <a:pt x="180" y="34"/>
                    </a:cubicBezTo>
                    <a:cubicBezTo>
                      <a:pt x="241" y="34"/>
                      <a:pt x="303" y="27"/>
                      <a:pt x="366" y="14"/>
                    </a:cubicBezTo>
                    <a:cubicBezTo>
                      <a:pt x="303" y="5"/>
                      <a:pt x="241" y="0"/>
                      <a:pt x="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6"/>
              <p:cNvSpPr/>
              <p:nvPr/>
            </p:nvSpPr>
            <p:spPr>
              <a:xfrm>
                <a:off x="8078080" y="1794676"/>
                <a:ext cx="18758" cy="3653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1" extrusionOk="0">
                    <a:moveTo>
                      <a:pt x="9" y="1"/>
                    </a:moveTo>
                    <a:cubicBezTo>
                      <a:pt x="0" y="45"/>
                      <a:pt x="9" y="99"/>
                      <a:pt x="36" y="144"/>
                    </a:cubicBezTo>
                    <a:cubicBezTo>
                      <a:pt x="69" y="210"/>
                      <a:pt x="110" y="261"/>
                      <a:pt x="122" y="261"/>
                    </a:cubicBezTo>
                    <a:cubicBezTo>
                      <a:pt x="123" y="261"/>
                      <a:pt x="124" y="260"/>
                      <a:pt x="125" y="260"/>
                    </a:cubicBezTo>
                    <a:cubicBezTo>
                      <a:pt x="134" y="251"/>
                      <a:pt x="98" y="197"/>
                      <a:pt x="63" y="126"/>
                    </a:cubicBezTo>
                    <a:cubicBezTo>
                      <a:pt x="36" y="63"/>
                      <a:pt x="18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6"/>
              <p:cNvSpPr/>
              <p:nvPr/>
            </p:nvSpPr>
            <p:spPr>
              <a:xfrm>
                <a:off x="7931930" y="1794676"/>
                <a:ext cx="11339" cy="36398"/>
              </a:xfrm>
              <a:custGeom>
                <a:avLst/>
                <a:gdLst/>
                <a:ahLst/>
                <a:cxnLst/>
                <a:rect l="l" t="t" r="r" b="b"/>
                <a:pathLst>
                  <a:path w="81" h="260" extrusionOk="0">
                    <a:moveTo>
                      <a:pt x="9" y="1"/>
                    </a:moveTo>
                    <a:cubicBezTo>
                      <a:pt x="0" y="37"/>
                      <a:pt x="0" y="72"/>
                      <a:pt x="9" y="108"/>
                    </a:cubicBezTo>
                    <a:cubicBezTo>
                      <a:pt x="9" y="170"/>
                      <a:pt x="36" y="224"/>
                      <a:pt x="72" y="260"/>
                    </a:cubicBezTo>
                    <a:cubicBezTo>
                      <a:pt x="81" y="251"/>
                      <a:pt x="54" y="188"/>
                      <a:pt x="45" y="99"/>
                    </a:cubicBezTo>
                    <a:cubicBezTo>
                      <a:pt x="36" y="72"/>
                      <a:pt x="36" y="37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6"/>
              <p:cNvSpPr/>
              <p:nvPr/>
            </p:nvSpPr>
            <p:spPr>
              <a:xfrm>
                <a:off x="7920731" y="2105735"/>
                <a:ext cx="455939" cy="439716"/>
              </a:xfrm>
              <a:custGeom>
                <a:avLst/>
                <a:gdLst/>
                <a:ahLst/>
                <a:cxnLst/>
                <a:rect l="l" t="t" r="r" b="b"/>
                <a:pathLst>
                  <a:path w="3257" h="3141" extrusionOk="0">
                    <a:moveTo>
                      <a:pt x="892" y="0"/>
                    </a:moveTo>
                    <a:lnTo>
                      <a:pt x="0" y="134"/>
                    </a:lnTo>
                    <a:lnTo>
                      <a:pt x="999" y="3140"/>
                    </a:lnTo>
                    <a:lnTo>
                      <a:pt x="3256" y="518"/>
                    </a:lnTo>
                    <a:lnTo>
                      <a:pt x="2204" y="0"/>
                    </a:lnTo>
                    <a:close/>
                  </a:path>
                </a:pathLst>
              </a:custGeom>
              <a:solidFill>
                <a:srgbClr val="8453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6"/>
              <p:cNvSpPr/>
              <p:nvPr/>
            </p:nvSpPr>
            <p:spPr>
              <a:xfrm>
                <a:off x="7655870" y="2124354"/>
                <a:ext cx="799469" cy="742100"/>
              </a:xfrm>
              <a:custGeom>
                <a:avLst/>
                <a:gdLst/>
                <a:ahLst/>
                <a:cxnLst/>
                <a:rect l="l" t="t" r="r" b="b"/>
                <a:pathLst>
                  <a:path w="5711" h="5301" extrusionOk="0">
                    <a:moveTo>
                      <a:pt x="1892" y="1"/>
                    </a:moveTo>
                    <a:lnTo>
                      <a:pt x="1642" y="46"/>
                    </a:lnTo>
                    <a:cubicBezTo>
                      <a:pt x="1401" y="81"/>
                      <a:pt x="1027" y="81"/>
                      <a:pt x="616" y="1143"/>
                    </a:cubicBezTo>
                    <a:cubicBezTo>
                      <a:pt x="206" y="2204"/>
                      <a:pt x="1" y="2909"/>
                      <a:pt x="1" y="2909"/>
                    </a:cubicBezTo>
                    <a:lnTo>
                      <a:pt x="1187" y="3052"/>
                    </a:lnTo>
                    <a:cubicBezTo>
                      <a:pt x="1187" y="3052"/>
                      <a:pt x="1330" y="3543"/>
                      <a:pt x="1464" y="3873"/>
                    </a:cubicBezTo>
                    <a:lnTo>
                      <a:pt x="1196" y="5059"/>
                    </a:lnTo>
                    <a:cubicBezTo>
                      <a:pt x="1196" y="5059"/>
                      <a:pt x="3037" y="5300"/>
                      <a:pt x="4060" y="5300"/>
                    </a:cubicBezTo>
                    <a:cubicBezTo>
                      <a:pt x="4372" y="5300"/>
                      <a:pt x="4608" y="5278"/>
                      <a:pt x="4693" y="5220"/>
                    </a:cubicBezTo>
                    <a:lnTo>
                      <a:pt x="4756" y="2579"/>
                    </a:lnTo>
                    <a:cubicBezTo>
                      <a:pt x="4756" y="2579"/>
                      <a:pt x="4961" y="1758"/>
                      <a:pt x="5130" y="1482"/>
                    </a:cubicBezTo>
                    <a:cubicBezTo>
                      <a:pt x="5297" y="1210"/>
                      <a:pt x="5395" y="661"/>
                      <a:pt x="5696" y="661"/>
                    </a:cubicBezTo>
                    <a:cubicBezTo>
                      <a:pt x="5701" y="661"/>
                      <a:pt x="5705" y="661"/>
                      <a:pt x="5710" y="661"/>
                    </a:cubicBezTo>
                    <a:lnTo>
                      <a:pt x="4961" y="295"/>
                    </a:lnTo>
                    <a:cubicBezTo>
                      <a:pt x="4961" y="295"/>
                      <a:pt x="3025" y="2526"/>
                      <a:pt x="2989" y="2651"/>
                    </a:cubicBezTo>
                    <a:cubicBezTo>
                      <a:pt x="2989" y="2653"/>
                      <a:pt x="2988" y="2654"/>
                      <a:pt x="2986" y="2654"/>
                    </a:cubicBezTo>
                    <a:cubicBezTo>
                      <a:pt x="2919" y="2654"/>
                      <a:pt x="1892" y="1"/>
                      <a:pt x="18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6"/>
              <p:cNvSpPr/>
              <p:nvPr/>
            </p:nvSpPr>
            <p:spPr>
              <a:xfrm>
                <a:off x="8251667" y="2208488"/>
                <a:ext cx="259817" cy="489274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3495" extrusionOk="0">
                    <a:moveTo>
                      <a:pt x="1275" y="1"/>
                    </a:moveTo>
                    <a:cubicBezTo>
                      <a:pt x="1047" y="1"/>
                      <a:pt x="706" y="212"/>
                      <a:pt x="571" y="631"/>
                    </a:cubicBezTo>
                    <a:cubicBezTo>
                      <a:pt x="419" y="1131"/>
                      <a:pt x="0" y="2513"/>
                      <a:pt x="0" y="2513"/>
                    </a:cubicBezTo>
                    <a:lnTo>
                      <a:pt x="1329" y="3495"/>
                    </a:lnTo>
                    <a:cubicBezTo>
                      <a:pt x="1329" y="3495"/>
                      <a:pt x="1552" y="2058"/>
                      <a:pt x="1668" y="1719"/>
                    </a:cubicBezTo>
                    <a:cubicBezTo>
                      <a:pt x="1775" y="1389"/>
                      <a:pt x="1856" y="1131"/>
                      <a:pt x="1856" y="783"/>
                    </a:cubicBezTo>
                    <a:cubicBezTo>
                      <a:pt x="1856" y="444"/>
                      <a:pt x="1588" y="123"/>
                      <a:pt x="1392" y="24"/>
                    </a:cubicBezTo>
                    <a:cubicBezTo>
                      <a:pt x="1359" y="9"/>
                      <a:pt x="1319" y="1"/>
                      <a:pt x="12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6"/>
              <p:cNvSpPr/>
              <p:nvPr/>
            </p:nvSpPr>
            <p:spPr>
              <a:xfrm>
                <a:off x="8231648" y="2211847"/>
                <a:ext cx="183664" cy="316103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2258" extrusionOk="0">
                    <a:moveTo>
                      <a:pt x="1303" y="0"/>
                    </a:moveTo>
                    <a:cubicBezTo>
                      <a:pt x="1303" y="0"/>
                      <a:pt x="1000" y="500"/>
                      <a:pt x="643" y="1124"/>
                    </a:cubicBezTo>
                    <a:cubicBezTo>
                      <a:pt x="286" y="1740"/>
                      <a:pt x="0" y="2249"/>
                      <a:pt x="9" y="2257"/>
                    </a:cubicBezTo>
                    <a:cubicBezTo>
                      <a:pt x="9" y="2258"/>
                      <a:pt x="9" y="2258"/>
                      <a:pt x="10" y="2258"/>
                    </a:cubicBezTo>
                    <a:cubicBezTo>
                      <a:pt x="23" y="2258"/>
                      <a:pt x="316" y="1753"/>
                      <a:pt x="669" y="1142"/>
                    </a:cubicBezTo>
                    <a:cubicBezTo>
                      <a:pt x="1035" y="518"/>
                      <a:pt x="1312" y="9"/>
                      <a:pt x="1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6"/>
              <p:cNvSpPr/>
              <p:nvPr/>
            </p:nvSpPr>
            <p:spPr>
              <a:xfrm>
                <a:off x="8231648" y="2545304"/>
                <a:ext cx="207461" cy="152452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0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" y="18"/>
                      <a:pt x="36" y="36"/>
                      <a:pt x="54" y="45"/>
                    </a:cubicBezTo>
                    <a:cubicBezTo>
                      <a:pt x="90" y="81"/>
                      <a:pt x="143" y="125"/>
                      <a:pt x="206" y="170"/>
                    </a:cubicBezTo>
                    <a:cubicBezTo>
                      <a:pt x="339" y="277"/>
                      <a:pt x="527" y="411"/>
                      <a:pt x="732" y="562"/>
                    </a:cubicBezTo>
                    <a:lnTo>
                      <a:pt x="1258" y="937"/>
                    </a:lnTo>
                    <a:lnTo>
                      <a:pt x="1419" y="1044"/>
                    </a:lnTo>
                    <a:cubicBezTo>
                      <a:pt x="1437" y="1062"/>
                      <a:pt x="1455" y="1080"/>
                      <a:pt x="1481" y="1089"/>
                    </a:cubicBezTo>
                    <a:cubicBezTo>
                      <a:pt x="1463" y="1071"/>
                      <a:pt x="1446" y="1053"/>
                      <a:pt x="1428" y="1044"/>
                    </a:cubicBezTo>
                    <a:cubicBezTo>
                      <a:pt x="1392" y="1008"/>
                      <a:pt x="1339" y="964"/>
                      <a:pt x="1276" y="919"/>
                    </a:cubicBezTo>
                    <a:cubicBezTo>
                      <a:pt x="1142" y="812"/>
                      <a:pt x="955" y="678"/>
                      <a:pt x="750" y="527"/>
                    </a:cubicBezTo>
                    <a:lnTo>
                      <a:pt x="223" y="152"/>
                    </a:lnTo>
                    <a:lnTo>
                      <a:pt x="63" y="36"/>
                    </a:lnTo>
                    <a:cubicBezTo>
                      <a:pt x="45" y="18"/>
                      <a:pt x="18" y="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6"/>
              <p:cNvSpPr/>
              <p:nvPr/>
            </p:nvSpPr>
            <p:spPr>
              <a:xfrm>
                <a:off x="7802020" y="2430372"/>
                <a:ext cx="50116" cy="2112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509" extrusionOk="0">
                    <a:moveTo>
                      <a:pt x="1" y="1"/>
                    </a:moveTo>
                    <a:cubicBezTo>
                      <a:pt x="1" y="18"/>
                      <a:pt x="1" y="36"/>
                      <a:pt x="1" y="63"/>
                    </a:cubicBezTo>
                    <a:cubicBezTo>
                      <a:pt x="1" y="99"/>
                      <a:pt x="9" y="161"/>
                      <a:pt x="9" y="224"/>
                    </a:cubicBezTo>
                    <a:cubicBezTo>
                      <a:pt x="27" y="411"/>
                      <a:pt x="63" y="589"/>
                      <a:pt x="99" y="768"/>
                    </a:cubicBezTo>
                    <a:cubicBezTo>
                      <a:pt x="143" y="946"/>
                      <a:pt x="197" y="1125"/>
                      <a:pt x="259" y="1294"/>
                    </a:cubicBezTo>
                    <a:cubicBezTo>
                      <a:pt x="286" y="1357"/>
                      <a:pt x="313" y="1410"/>
                      <a:pt x="322" y="1446"/>
                    </a:cubicBezTo>
                    <a:cubicBezTo>
                      <a:pt x="331" y="1473"/>
                      <a:pt x="340" y="1490"/>
                      <a:pt x="357" y="1508"/>
                    </a:cubicBezTo>
                    <a:cubicBezTo>
                      <a:pt x="331" y="1428"/>
                      <a:pt x="313" y="1357"/>
                      <a:pt x="286" y="1285"/>
                    </a:cubicBezTo>
                    <a:cubicBezTo>
                      <a:pt x="241" y="1151"/>
                      <a:pt x="179" y="964"/>
                      <a:pt x="134" y="759"/>
                    </a:cubicBezTo>
                    <a:cubicBezTo>
                      <a:pt x="81" y="554"/>
                      <a:pt x="54" y="357"/>
                      <a:pt x="36" y="224"/>
                    </a:cubicBezTo>
                    <a:cubicBezTo>
                      <a:pt x="27" y="143"/>
                      <a:pt x="18" y="72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6"/>
              <p:cNvSpPr/>
              <p:nvPr/>
            </p:nvSpPr>
            <p:spPr>
              <a:xfrm>
                <a:off x="7777102" y="4744552"/>
                <a:ext cx="339750" cy="31358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224" extrusionOk="0">
                    <a:moveTo>
                      <a:pt x="2418" y="0"/>
                    </a:moveTo>
                    <a:lnTo>
                      <a:pt x="89" y="89"/>
                    </a:lnTo>
                    <a:cubicBezTo>
                      <a:pt x="45" y="116"/>
                      <a:pt x="9" y="170"/>
                      <a:pt x="0" y="223"/>
                    </a:cubicBezTo>
                    <a:lnTo>
                      <a:pt x="2427" y="196"/>
                    </a:lnTo>
                    <a:lnTo>
                      <a:pt x="24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6"/>
              <p:cNvSpPr/>
              <p:nvPr/>
            </p:nvSpPr>
            <p:spPr>
              <a:xfrm>
                <a:off x="7888253" y="4500969"/>
                <a:ext cx="337230" cy="27242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1946" extrusionOk="0">
                    <a:moveTo>
                      <a:pt x="2346" y="1"/>
                    </a:moveTo>
                    <a:lnTo>
                      <a:pt x="1142" y="54"/>
                    </a:lnTo>
                    <a:lnTo>
                      <a:pt x="1240" y="1294"/>
                    </a:lnTo>
                    <a:cubicBezTo>
                      <a:pt x="1240" y="1294"/>
                      <a:pt x="9" y="1713"/>
                      <a:pt x="0" y="1945"/>
                    </a:cubicBezTo>
                    <a:lnTo>
                      <a:pt x="2409" y="1936"/>
                    </a:lnTo>
                    <a:lnTo>
                      <a:pt x="23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6"/>
              <p:cNvSpPr/>
              <p:nvPr/>
            </p:nvSpPr>
            <p:spPr>
              <a:xfrm>
                <a:off x="7886993" y="4744552"/>
                <a:ext cx="338490" cy="313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24" extrusionOk="0">
                    <a:moveTo>
                      <a:pt x="2418" y="0"/>
                    </a:moveTo>
                    <a:lnTo>
                      <a:pt x="89" y="89"/>
                    </a:lnTo>
                    <a:cubicBezTo>
                      <a:pt x="36" y="116"/>
                      <a:pt x="0" y="161"/>
                      <a:pt x="0" y="223"/>
                    </a:cubicBezTo>
                    <a:lnTo>
                      <a:pt x="2418" y="196"/>
                    </a:lnTo>
                    <a:lnTo>
                      <a:pt x="24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6"/>
              <p:cNvSpPr/>
              <p:nvPr/>
            </p:nvSpPr>
            <p:spPr>
              <a:xfrm>
                <a:off x="7723345" y="2832564"/>
                <a:ext cx="687059" cy="1774685"/>
              </a:xfrm>
              <a:custGeom>
                <a:avLst/>
                <a:gdLst/>
                <a:ahLst/>
                <a:cxnLst/>
                <a:rect l="l" t="t" r="r" b="b"/>
                <a:pathLst>
                  <a:path w="4908" h="12677" extrusionOk="0">
                    <a:moveTo>
                      <a:pt x="714" y="0"/>
                    </a:moveTo>
                    <a:cubicBezTo>
                      <a:pt x="714" y="0"/>
                      <a:pt x="1" y="1624"/>
                      <a:pt x="1" y="2775"/>
                    </a:cubicBezTo>
                    <a:cubicBezTo>
                      <a:pt x="1" y="3916"/>
                      <a:pt x="821" y="7663"/>
                      <a:pt x="821" y="7663"/>
                    </a:cubicBezTo>
                    <a:cubicBezTo>
                      <a:pt x="821" y="7663"/>
                      <a:pt x="928" y="8698"/>
                      <a:pt x="1035" y="10081"/>
                    </a:cubicBezTo>
                    <a:cubicBezTo>
                      <a:pt x="1107" y="10937"/>
                      <a:pt x="1249" y="11794"/>
                      <a:pt x="1455" y="12641"/>
                    </a:cubicBezTo>
                    <a:lnTo>
                      <a:pt x="2275" y="12641"/>
                    </a:lnTo>
                    <a:lnTo>
                      <a:pt x="3596" y="12677"/>
                    </a:lnTo>
                    <a:cubicBezTo>
                      <a:pt x="3596" y="12677"/>
                      <a:pt x="4158" y="10366"/>
                      <a:pt x="4122" y="9492"/>
                    </a:cubicBezTo>
                    <a:cubicBezTo>
                      <a:pt x="4086" y="8627"/>
                      <a:pt x="3944" y="7628"/>
                      <a:pt x="3944" y="7628"/>
                    </a:cubicBezTo>
                    <a:cubicBezTo>
                      <a:pt x="3944" y="7628"/>
                      <a:pt x="4648" y="4737"/>
                      <a:pt x="4782" y="4211"/>
                    </a:cubicBezTo>
                    <a:cubicBezTo>
                      <a:pt x="4907" y="3685"/>
                      <a:pt x="4854" y="1722"/>
                      <a:pt x="4782" y="1668"/>
                    </a:cubicBezTo>
                    <a:lnTo>
                      <a:pt x="4211" y="161"/>
                    </a:lnTo>
                    <a:lnTo>
                      <a:pt x="7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6"/>
              <p:cNvSpPr/>
              <p:nvPr/>
            </p:nvSpPr>
            <p:spPr>
              <a:xfrm>
                <a:off x="6963061" y="2489308"/>
                <a:ext cx="876602" cy="321983"/>
              </a:xfrm>
              <a:custGeom>
                <a:avLst/>
                <a:gdLst/>
                <a:ahLst/>
                <a:cxnLst/>
                <a:rect l="l" t="t" r="r" b="b"/>
                <a:pathLst>
                  <a:path w="6262" h="2300" extrusionOk="0">
                    <a:moveTo>
                      <a:pt x="120" y="1"/>
                    </a:moveTo>
                    <a:cubicBezTo>
                      <a:pt x="95" y="1"/>
                      <a:pt x="66" y="8"/>
                      <a:pt x="34" y="26"/>
                    </a:cubicBezTo>
                    <a:lnTo>
                      <a:pt x="97" y="168"/>
                    </a:lnTo>
                    <a:cubicBezTo>
                      <a:pt x="97" y="168"/>
                      <a:pt x="91" y="168"/>
                      <a:pt x="82" y="168"/>
                    </a:cubicBezTo>
                    <a:cubicBezTo>
                      <a:pt x="54" y="168"/>
                      <a:pt x="1" y="173"/>
                      <a:pt x="8" y="213"/>
                    </a:cubicBezTo>
                    <a:cubicBezTo>
                      <a:pt x="8" y="240"/>
                      <a:pt x="364" y="900"/>
                      <a:pt x="364" y="900"/>
                    </a:cubicBezTo>
                    <a:lnTo>
                      <a:pt x="1060" y="1141"/>
                    </a:lnTo>
                    <a:cubicBezTo>
                      <a:pt x="1060" y="1141"/>
                      <a:pt x="1782" y="1073"/>
                      <a:pt x="1976" y="1073"/>
                    </a:cubicBezTo>
                    <a:cubicBezTo>
                      <a:pt x="2005" y="1073"/>
                      <a:pt x="2023" y="1075"/>
                      <a:pt x="2024" y="1078"/>
                    </a:cubicBezTo>
                    <a:cubicBezTo>
                      <a:pt x="2024" y="1096"/>
                      <a:pt x="4352" y="2042"/>
                      <a:pt x="4736" y="2149"/>
                    </a:cubicBezTo>
                    <a:cubicBezTo>
                      <a:pt x="5028" y="2232"/>
                      <a:pt x="5283" y="2300"/>
                      <a:pt x="5410" y="2300"/>
                    </a:cubicBezTo>
                    <a:cubicBezTo>
                      <a:pt x="5446" y="2300"/>
                      <a:pt x="5471" y="2294"/>
                      <a:pt x="5485" y="2283"/>
                    </a:cubicBezTo>
                    <a:cubicBezTo>
                      <a:pt x="5548" y="2220"/>
                      <a:pt x="6261" y="846"/>
                      <a:pt x="6261" y="846"/>
                    </a:cubicBezTo>
                    <a:lnTo>
                      <a:pt x="6127" y="445"/>
                    </a:lnTo>
                    <a:lnTo>
                      <a:pt x="5226" y="338"/>
                    </a:lnTo>
                    <a:lnTo>
                      <a:pt x="4941" y="1292"/>
                    </a:lnTo>
                    <a:lnTo>
                      <a:pt x="2273" y="534"/>
                    </a:lnTo>
                    <a:cubicBezTo>
                      <a:pt x="2059" y="442"/>
                      <a:pt x="1832" y="397"/>
                      <a:pt x="1603" y="397"/>
                    </a:cubicBezTo>
                    <a:cubicBezTo>
                      <a:pt x="1565" y="397"/>
                      <a:pt x="1527" y="398"/>
                      <a:pt x="1488" y="400"/>
                    </a:cubicBezTo>
                    <a:lnTo>
                      <a:pt x="1123" y="356"/>
                    </a:lnTo>
                    <a:cubicBezTo>
                      <a:pt x="1123" y="356"/>
                      <a:pt x="967" y="247"/>
                      <a:pt x="888" y="247"/>
                    </a:cubicBezTo>
                    <a:cubicBezTo>
                      <a:pt x="883" y="247"/>
                      <a:pt x="878" y="247"/>
                      <a:pt x="873" y="249"/>
                    </a:cubicBezTo>
                    <a:cubicBezTo>
                      <a:pt x="793" y="275"/>
                      <a:pt x="721" y="293"/>
                      <a:pt x="810" y="383"/>
                    </a:cubicBezTo>
                    <a:cubicBezTo>
                      <a:pt x="891" y="472"/>
                      <a:pt x="1069" y="534"/>
                      <a:pt x="1265" y="623"/>
                    </a:cubicBezTo>
                    <a:lnTo>
                      <a:pt x="1203" y="686"/>
                    </a:lnTo>
                    <a:lnTo>
                      <a:pt x="944" y="686"/>
                    </a:lnTo>
                    <a:cubicBezTo>
                      <a:pt x="944" y="686"/>
                      <a:pt x="775" y="320"/>
                      <a:pt x="694" y="275"/>
                    </a:cubicBezTo>
                    <a:cubicBezTo>
                      <a:pt x="677" y="258"/>
                      <a:pt x="653" y="252"/>
                      <a:pt x="629" y="252"/>
                    </a:cubicBezTo>
                    <a:cubicBezTo>
                      <a:pt x="615" y="252"/>
                      <a:pt x="600" y="254"/>
                      <a:pt x="587" y="258"/>
                    </a:cubicBezTo>
                    <a:lnTo>
                      <a:pt x="668" y="507"/>
                    </a:lnTo>
                    <a:cubicBezTo>
                      <a:pt x="668" y="507"/>
                      <a:pt x="458" y="112"/>
                      <a:pt x="291" y="112"/>
                    </a:cubicBezTo>
                    <a:cubicBezTo>
                      <a:pt x="283" y="112"/>
                      <a:pt x="274" y="113"/>
                      <a:pt x="266" y="115"/>
                    </a:cubicBezTo>
                    <a:cubicBezTo>
                      <a:pt x="266" y="115"/>
                      <a:pt x="221" y="1"/>
                      <a:pt x="120" y="1"/>
                    </a:cubicBezTo>
                    <a:close/>
                  </a:path>
                </a:pathLst>
              </a:custGeom>
              <a:solidFill>
                <a:srgbClr val="8453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6"/>
              <p:cNvSpPr/>
              <p:nvPr/>
            </p:nvSpPr>
            <p:spPr>
              <a:xfrm>
                <a:off x="7423627" y="2582682"/>
                <a:ext cx="994191" cy="293424"/>
              </a:xfrm>
              <a:custGeom>
                <a:avLst/>
                <a:gdLst/>
                <a:ahLst/>
                <a:cxnLst/>
                <a:rect l="l" t="t" r="r" b="b"/>
                <a:pathLst>
                  <a:path w="7102" h="2096" extrusionOk="0">
                    <a:moveTo>
                      <a:pt x="6129" y="1"/>
                    </a:moveTo>
                    <a:lnTo>
                      <a:pt x="5692" y="741"/>
                    </a:lnTo>
                    <a:lnTo>
                      <a:pt x="2659" y="367"/>
                    </a:lnTo>
                    <a:cubicBezTo>
                      <a:pt x="2659" y="367"/>
                      <a:pt x="2382" y="99"/>
                      <a:pt x="2061" y="72"/>
                    </a:cubicBezTo>
                    <a:cubicBezTo>
                      <a:pt x="1864" y="56"/>
                      <a:pt x="1509" y="26"/>
                      <a:pt x="1262" y="26"/>
                    </a:cubicBezTo>
                    <a:cubicBezTo>
                      <a:pt x="1107" y="26"/>
                      <a:pt x="994" y="38"/>
                      <a:pt x="991" y="72"/>
                    </a:cubicBezTo>
                    <a:cubicBezTo>
                      <a:pt x="982" y="162"/>
                      <a:pt x="973" y="206"/>
                      <a:pt x="1125" y="233"/>
                    </a:cubicBezTo>
                    <a:cubicBezTo>
                      <a:pt x="1276" y="260"/>
                      <a:pt x="1704" y="358"/>
                      <a:pt x="1704" y="358"/>
                    </a:cubicBezTo>
                    <a:lnTo>
                      <a:pt x="1178" y="429"/>
                    </a:lnTo>
                    <a:cubicBezTo>
                      <a:pt x="1178" y="429"/>
                      <a:pt x="652" y="179"/>
                      <a:pt x="607" y="179"/>
                    </a:cubicBezTo>
                    <a:cubicBezTo>
                      <a:pt x="563" y="179"/>
                      <a:pt x="509" y="242"/>
                      <a:pt x="509" y="242"/>
                    </a:cubicBezTo>
                    <a:cubicBezTo>
                      <a:pt x="509" y="242"/>
                      <a:pt x="365" y="170"/>
                      <a:pt x="281" y="170"/>
                    </a:cubicBezTo>
                    <a:cubicBezTo>
                      <a:pt x="277" y="170"/>
                      <a:pt x="272" y="170"/>
                      <a:pt x="268" y="170"/>
                    </a:cubicBezTo>
                    <a:cubicBezTo>
                      <a:pt x="224" y="179"/>
                      <a:pt x="179" y="206"/>
                      <a:pt x="161" y="251"/>
                    </a:cubicBezTo>
                    <a:cubicBezTo>
                      <a:pt x="90" y="260"/>
                      <a:pt x="27" y="304"/>
                      <a:pt x="0" y="367"/>
                    </a:cubicBezTo>
                    <a:lnTo>
                      <a:pt x="108" y="411"/>
                    </a:lnTo>
                    <a:lnTo>
                      <a:pt x="36" y="447"/>
                    </a:lnTo>
                    <a:lnTo>
                      <a:pt x="705" y="831"/>
                    </a:lnTo>
                    <a:lnTo>
                      <a:pt x="1383" y="956"/>
                    </a:lnTo>
                    <a:lnTo>
                      <a:pt x="2311" y="956"/>
                    </a:lnTo>
                    <a:cubicBezTo>
                      <a:pt x="2311" y="956"/>
                      <a:pt x="4300" y="1732"/>
                      <a:pt x="4818" y="1848"/>
                    </a:cubicBezTo>
                    <a:cubicBezTo>
                      <a:pt x="5231" y="1940"/>
                      <a:pt x="5717" y="2095"/>
                      <a:pt x="5997" y="2095"/>
                    </a:cubicBezTo>
                    <a:cubicBezTo>
                      <a:pt x="6068" y="2095"/>
                      <a:pt x="6125" y="2085"/>
                      <a:pt x="6165" y="2062"/>
                    </a:cubicBezTo>
                    <a:cubicBezTo>
                      <a:pt x="6352" y="1946"/>
                      <a:pt x="7102" y="715"/>
                      <a:pt x="7102" y="715"/>
                    </a:cubicBezTo>
                    <a:lnTo>
                      <a:pt x="6129" y="1"/>
                    </a:lnTo>
                    <a:close/>
                  </a:path>
                </a:pathLst>
              </a:custGeom>
              <a:solidFill>
                <a:srgbClr val="8453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6"/>
              <p:cNvSpPr/>
              <p:nvPr/>
            </p:nvSpPr>
            <p:spPr>
              <a:xfrm>
                <a:off x="7421108" y="2585202"/>
                <a:ext cx="478477" cy="18255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1304" extrusionOk="0">
                    <a:moveTo>
                      <a:pt x="3408" y="443"/>
                    </a:moveTo>
                    <a:cubicBezTo>
                      <a:pt x="3405" y="443"/>
                      <a:pt x="3403" y="444"/>
                      <a:pt x="3400" y="447"/>
                    </a:cubicBezTo>
                    <a:lnTo>
                      <a:pt x="3417" y="447"/>
                    </a:lnTo>
                    <a:cubicBezTo>
                      <a:pt x="3417" y="447"/>
                      <a:pt x="3413" y="443"/>
                      <a:pt x="3408" y="443"/>
                    </a:cubicBezTo>
                    <a:close/>
                    <a:moveTo>
                      <a:pt x="1303" y="1"/>
                    </a:moveTo>
                    <a:cubicBezTo>
                      <a:pt x="1241" y="1"/>
                      <a:pt x="1187" y="1"/>
                      <a:pt x="1125" y="10"/>
                    </a:cubicBezTo>
                    <a:cubicBezTo>
                      <a:pt x="1089" y="10"/>
                      <a:pt x="1062" y="10"/>
                      <a:pt x="1027" y="28"/>
                    </a:cubicBezTo>
                    <a:cubicBezTo>
                      <a:pt x="1018" y="28"/>
                      <a:pt x="1009" y="37"/>
                      <a:pt x="1009" y="37"/>
                    </a:cubicBezTo>
                    <a:cubicBezTo>
                      <a:pt x="1000" y="45"/>
                      <a:pt x="1000" y="54"/>
                      <a:pt x="1000" y="54"/>
                    </a:cubicBezTo>
                    <a:lnTo>
                      <a:pt x="1000" y="72"/>
                    </a:lnTo>
                    <a:cubicBezTo>
                      <a:pt x="991" y="90"/>
                      <a:pt x="991" y="99"/>
                      <a:pt x="991" y="117"/>
                    </a:cubicBezTo>
                    <a:cubicBezTo>
                      <a:pt x="991" y="135"/>
                      <a:pt x="1000" y="152"/>
                      <a:pt x="1009" y="170"/>
                    </a:cubicBezTo>
                    <a:cubicBezTo>
                      <a:pt x="1018" y="188"/>
                      <a:pt x="1027" y="197"/>
                      <a:pt x="1044" y="206"/>
                    </a:cubicBezTo>
                    <a:cubicBezTo>
                      <a:pt x="1080" y="224"/>
                      <a:pt x="1107" y="233"/>
                      <a:pt x="1143" y="233"/>
                    </a:cubicBezTo>
                    <a:lnTo>
                      <a:pt x="1330" y="277"/>
                    </a:lnTo>
                    <a:lnTo>
                      <a:pt x="1644" y="342"/>
                    </a:lnTo>
                    <a:lnTo>
                      <a:pt x="1644" y="342"/>
                    </a:lnTo>
                    <a:lnTo>
                      <a:pt x="1203" y="401"/>
                    </a:lnTo>
                    <a:lnTo>
                      <a:pt x="1203" y="401"/>
                    </a:lnTo>
                    <a:cubicBezTo>
                      <a:pt x="1043" y="330"/>
                      <a:pt x="883" y="250"/>
                      <a:pt x="714" y="179"/>
                    </a:cubicBezTo>
                    <a:lnTo>
                      <a:pt x="661" y="161"/>
                    </a:lnTo>
                    <a:cubicBezTo>
                      <a:pt x="643" y="152"/>
                      <a:pt x="625" y="152"/>
                      <a:pt x="598" y="152"/>
                    </a:cubicBezTo>
                    <a:cubicBezTo>
                      <a:pt x="574" y="169"/>
                      <a:pt x="542" y="185"/>
                      <a:pt x="523" y="208"/>
                    </a:cubicBezTo>
                    <a:lnTo>
                      <a:pt x="523" y="208"/>
                    </a:lnTo>
                    <a:cubicBezTo>
                      <a:pt x="465" y="177"/>
                      <a:pt x="406" y="160"/>
                      <a:pt x="340" y="144"/>
                    </a:cubicBezTo>
                    <a:cubicBezTo>
                      <a:pt x="325" y="140"/>
                      <a:pt x="310" y="138"/>
                      <a:pt x="296" y="138"/>
                    </a:cubicBezTo>
                    <a:cubicBezTo>
                      <a:pt x="276" y="138"/>
                      <a:pt x="257" y="142"/>
                      <a:pt x="242" y="152"/>
                    </a:cubicBezTo>
                    <a:cubicBezTo>
                      <a:pt x="211" y="168"/>
                      <a:pt x="187" y="189"/>
                      <a:pt x="170" y="217"/>
                    </a:cubicBezTo>
                    <a:lnTo>
                      <a:pt x="170" y="217"/>
                    </a:lnTo>
                    <a:cubicBezTo>
                      <a:pt x="137" y="227"/>
                      <a:pt x="105" y="243"/>
                      <a:pt x="72" y="260"/>
                    </a:cubicBezTo>
                    <a:cubicBezTo>
                      <a:pt x="36" y="277"/>
                      <a:pt x="18" y="313"/>
                      <a:pt x="1" y="349"/>
                    </a:cubicBezTo>
                    <a:lnTo>
                      <a:pt x="1" y="358"/>
                    </a:lnTo>
                    <a:lnTo>
                      <a:pt x="10" y="367"/>
                    </a:lnTo>
                    <a:lnTo>
                      <a:pt x="87" y="399"/>
                    </a:lnTo>
                    <a:lnTo>
                      <a:pt x="45" y="420"/>
                    </a:lnTo>
                    <a:lnTo>
                      <a:pt x="18" y="429"/>
                    </a:lnTo>
                    <a:lnTo>
                      <a:pt x="45" y="447"/>
                    </a:lnTo>
                    <a:lnTo>
                      <a:pt x="723" y="822"/>
                    </a:lnTo>
                    <a:lnTo>
                      <a:pt x="1401" y="946"/>
                    </a:lnTo>
                    <a:lnTo>
                      <a:pt x="2329" y="946"/>
                    </a:lnTo>
                    <a:lnTo>
                      <a:pt x="3043" y="1214"/>
                    </a:lnTo>
                    <a:lnTo>
                      <a:pt x="3230" y="1277"/>
                    </a:lnTo>
                    <a:lnTo>
                      <a:pt x="3230" y="1277"/>
                    </a:lnTo>
                    <a:lnTo>
                      <a:pt x="3043" y="1205"/>
                    </a:lnTo>
                    <a:lnTo>
                      <a:pt x="2347" y="938"/>
                    </a:lnTo>
                    <a:lnTo>
                      <a:pt x="1410" y="938"/>
                    </a:lnTo>
                    <a:lnTo>
                      <a:pt x="732" y="813"/>
                    </a:lnTo>
                    <a:lnTo>
                      <a:pt x="741" y="813"/>
                    </a:lnTo>
                    <a:lnTo>
                      <a:pt x="97" y="443"/>
                    </a:lnTo>
                    <a:lnTo>
                      <a:pt x="97" y="443"/>
                    </a:lnTo>
                    <a:lnTo>
                      <a:pt x="143" y="420"/>
                    </a:lnTo>
                    <a:lnTo>
                      <a:pt x="170" y="402"/>
                    </a:lnTo>
                    <a:lnTo>
                      <a:pt x="143" y="393"/>
                    </a:lnTo>
                    <a:lnTo>
                      <a:pt x="51" y="355"/>
                    </a:lnTo>
                    <a:lnTo>
                      <a:pt x="51" y="355"/>
                    </a:lnTo>
                    <a:cubicBezTo>
                      <a:pt x="79" y="300"/>
                      <a:pt x="130" y="268"/>
                      <a:pt x="188" y="260"/>
                    </a:cubicBezTo>
                    <a:lnTo>
                      <a:pt x="197" y="260"/>
                    </a:lnTo>
                    <a:lnTo>
                      <a:pt x="206" y="251"/>
                    </a:lnTo>
                    <a:cubicBezTo>
                      <a:pt x="215" y="224"/>
                      <a:pt x="233" y="206"/>
                      <a:pt x="259" y="188"/>
                    </a:cubicBezTo>
                    <a:cubicBezTo>
                      <a:pt x="286" y="179"/>
                      <a:pt x="322" y="179"/>
                      <a:pt x="349" y="179"/>
                    </a:cubicBezTo>
                    <a:cubicBezTo>
                      <a:pt x="411" y="197"/>
                      <a:pt x="473" y="224"/>
                      <a:pt x="527" y="251"/>
                    </a:cubicBezTo>
                    <a:lnTo>
                      <a:pt x="545" y="251"/>
                    </a:lnTo>
                    <a:lnTo>
                      <a:pt x="545" y="242"/>
                    </a:lnTo>
                    <a:cubicBezTo>
                      <a:pt x="572" y="224"/>
                      <a:pt x="589" y="206"/>
                      <a:pt x="625" y="188"/>
                    </a:cubicBezTo>
                    <a:cubicBezTo>
                      <a:pt x="634" y="188"/>
                      <a:pt x="643" y="188"/>
                      <a:pt x="661" y="197"/>
                    </a:cubicBezTo>
                    <a:cubicBezTo>
                      <a:pt x="679" y="206"/>
                      <a:pt x="696" y="206"/>
                      <a:pt x="705" y="215"/>
                    </a:cubicBezTo>
                    <a:cubicBezTo>
                      <a:pt x="875" y="286"/>
                      <a:pt x="1044" y="367"/>
                      <a:pt x="1196" y="438"/>
                    </a:cubicBezTo>
                    <a:lnTo>
                      <a:pt x="1205" y="438"/>
                    </a:lnTo>
                    <a:lnTo>
                      <a:pt x="1731" y="367"/>
                    </a:lnTo>
                    <a:lnTo>
                      <a:pt x="1821" y="349"/>
                    </a:lnTo>
                    <a:lnTo>
                      <a:pt x="1740" y="331"/>
                    </a:lnTo>
                    <a:lnTo>
                      <a:pt x="1348" y="251"/>
                    </a:lnTo>
                    <a:lnTo>
                      <a:pt x="1160" y="206"/>
                    </a:lnTo>
                    <a:cubicBezTo>
                      <a:pt x="1098" y="197"/>
                      <a:pt x="1027" y="179"/>
                      <a:pt x="1035" y="117"/>
                    </a:cubicBezTo>
                    <a:cubicBezTo>
                      <a:pt x="1027" y="108"/>
                      <a:pt x="1027" y="90"/>
                      <a:pt x="1035" y="72"/>
                    </a:cubicBezTo>
                    <a:lnTo>
                      <a:pt x="1035" y="63"/>
                    </a:lnTo>
                    <a:cubicBezTo>
                      <a:pt x="1035" y="63"/>
                      <a:pt x="1035" y="54"/>
                      <a:pt x="1044" y="54"/>
                    </a:cubicBezTo>
                    <a:cubicBezTo>
                      <a:pt x="1071" y="45"/>
                      <a:pt x="1098" y="45"/>
                      <a:pt x="1134" y="37"/>
                    </a:cubicBezTo>
                    <a:lnTo>
                      <a:pt x="1312" y="37"/>
                    </a:lnTo>
                    <a:cubicBezTo>
                      <a:pt x="1428" y="37"/>
                      <a:pt x="1544" y="37"/>
                      <a:pt x="1651" y="45"/>
                    </a:cubicBezTo>
                    <a:cubicBezTo>
                      <a:pt x="1758" y="54"/>
                      <a:pt x="1865" y="63"/>
                      <a:pt x="1972" y="72"/>
                    </a:cubicBezTo>
                    <a:cubicBezTo>
                      <a:pt x="2061" y="72"/>
                      <a:pt x="2160" y="90"/>
                      <a:pt x="2258" y="117"/>
                    </a:cubicBezTo>
                    <a:cubicBezTo>
                      <a:pt x="2409" y="170"/>
                      <a:pt x="2552" y="251"/>
                      <a:pt x="2677" y="367"/>
                    </a:cubicBezTo>
                    <a:lnTo>
                      <a:pt x="3221" y="429"/>
                    </a:lnTo>
                    <a:lnTo>
                      <a:pt x="3364" y="447"/>
                    </a:lnTo>
                    <a:lnTo>
                      <a:pt x="3400" y="447"/>
                    </a:lnTo>
                    <a:lnTo>
                      <a:pt x="3364" y="438"/>
                    </a:lnTo>
                    <a:lnTo>
                      <a:pt x="3221" y="420"/>
                    </a:lnTo>
                    <a:lnTo>
                      <a:pt x="2677" y="349"/>
                    </a:lnTo>
                    <a:lnTo>
                      <a:pt x="2686" y="349"/>
                    </a:lnTo>
                    <a:cubicBezTo>
                      <a:pt x="2561" y="233"/>
                      <a:pt x="2418" y="144"/>
                      <a:pt x="2258" y="90"/>
                    </a:cubicBezTo>
                    <a:cubicBezTo>
                      <a:pt x="2160" y="54"/>
                      <a:pt x="2061" y="45"/>
                      <a:pt x="1963" y="37"/>
                    </a:cubicBezTo>
                    <a:cubicBezTo>
                      <a:pt x="1865" y="28"/>
                      <a:pt x="1758" y="19"/>
                      <a:pt x="1651" y="19"/>
                    </a:cubicBezTo>
                    <a:cubicBezTo>
                      <a:pt x="1535" y="10"/>
                      <a:pt x="1419" y="1"/>
                      <a:pt x="1303" y="1"/>
                    </a:cubicBezTo>
                    <a:close/>
                    <a:moveTo>
                      <a:pt x="3275" y="1294"/>
                    </a:moveTo>
                    <a:cubicBezTo>
                      <a:pt x="3284" y="1303"/>
                      <a:pt x="3284" y="1303"/>
                      <a:pt x="3292" y="1303"/>
                    </a:cubicBezTo>
                    <a:lnTo>
                      <a:pt x="3275" y="12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6"/>
              <p:cNvSpPr/>
              <p:nvPr/>
            </p:nvSpPr>
            <p:spPr>
              <a:xfrm>
                <a:off x="7045235" y="2524026"/>
                <a:ext cx="208721" cy="71676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512" extrusionOk="0">
                    <a:moveTo>
                      <a:pt x="45" y="1"/>
                    </a:moveTo>
                    <a:cubicBezTo>
                      <a:pt x="36" y="1"/>
                      <a:pt x="18" y="1"/>
                      <a:pt x="0" y="10"/>
                    </a:cubicBezTo>
                    <a:lnTo>
                      <a:pt x="45" y="10"/>
                    </a:lnTo>
                    <a:cubicBezTo>
                      <a:pt x="90" y="19"/>
                      <a:pt x="125" y="36"/>
                      <a:pt x="143" y="72"/>
                    </a:cubicBezTo>
                    <a:lnTo>
                      <a:pt x="188" y="152"/>
                    </a:lnTo>
                    <a:lnTo>
                      <a:pt x="241" y="233"/>
                    </a:lnTo>
                    <a:lnTo>
                      <a:pt x="295" y="340"/>
                    </a:lnTo>
                    <a:cubicBezTo>
                      <a:pt x="313" y="375"/>
                      <a:pt x="330" y="411"/>
                      <a:pt x="348" y="447"/>
                    </a:cubicBezTo>
                    <a:lnTo>
                      <a:pt x="348" y="456"/>
                    </a:lnTo>
                    <a:lnTo>
                      <a:pt x="357" y="456"/>
                    </a:lnTo>
                    <a:cubicBezTo>
                      <a:pt x="402" y="465"/>
                      <a:pt x="446" y="465"/>
                      <a:pt x="491" y="474"/>
                    </a:cubicBezTo>
                    <a:cubicBezTo>
                      <a:pt x="545" y="482"/>
                      <a:pt x="589" y="491"/>
                      <a:pt x="643" y="500"/>
                    </a:cubicBezTo>
                    <a:cubicBezTo>
                      <a:pt x="691" y="508"/>
                      <a:pt x="739" y="512"/>
                      <a:pt x="787" y="512"/>
                    </a:cubicBezTo>
                    <a:cubicBezTo>
                      <a:pt x="855" y="512"/>
                      <a:pt x="923" y="503"/>
                      <a:pt x="991" y="482"/>
                    </a:cubicBezTo>
                    <a:cubicBezTo>
                      <a:pt x="1089" y="438"/>
                      <a:pt x="1169" y="384"/>
                      <a:pt x="1240" y="358"/>
                    </a:cubicBezTo>
                    <a:cubicBezTo>
                      <a:pt x="1294" y="331"/>
                      <a:pt x="1356" y="313"/>
                      <a:pt x="1419" y="304"/>
                    </a:cubicBezTo>
                    <a:lnTo>
                      <a:pt x="1490" y="304"/>
                    </a:lnTo>
                    <a:cubicBezTo>
                      <a:pt x="1463" y="295"/>
                      <a:pt x="1446" y="286"/>
                      <a:pt x="1419" y="286"/>
                    </a:cubicBezTo>
                    <a:cubicBezTo>
                      <a:pt x="1356" y="295"/>
                      <a:pt x="1294" y="304"/>
                      <a:pt x="1232" y="331"/>
                    </a:cubicBezTo>
                    <a:cubicBezTo>
                      <a:pt x="1160" y="366"/>
                      <a:pt x="1080" y="420"/>
                      <a:pt x="982" y="447"/>
                    </a:cubicBezTo>
                    <a:cubicBezTo>
                      <a:pt x="917" y="468"/>
                      <a:pt x="849" y="480"/>
                      <a:pt x="779" y="480"/>
                    </a:cubicBezTo>
                    <a:cubicBezTo>
                      <a:pt x="734" y="480"/>
                      <a:pt x="688" y="475"/>
                      <a:pt x="643" y="465"/>
                    </a:cubicBezTo>
                    <a:cubicBezTo>
                      <a:pt x="598" y="465"/>
                      <a:pt x="554" y="447"/>
                      <a:pt x="500" y="447"/>
                    </a:cubicBezTo>
                    <a:cubicBezTo>
                      <a:pt x="458" y="438"/>
                      <a:pt x="415" y="430"/>
                      <a:pt x="373" y="429"/>
                    </a:cubicBezTo>
                    <a:lnTo>
                      <a:pt x="373" y="429"/>
                    </a:lnTo>
                    <a:cubicBezTo>
                      <a:pt x="364" y="388"/>
                      <a:pt x="347" y="355"/>
                      <a:pt x="322" y="322"/>
                    </a:cubicBezTo>
                    <a:lnTo>
                      <a:pt x="259" y="224"/>
                    </a:lnTo>
                    <a:lnTo>
                      <a:pt x="206" y="135"/>
                    </a:lnTo>
                    <a:lnTo>
                      <a:pt x="152" y="63"/>
                    </a:lnTo>
                    <a:cubicBezTo>
                      <a:pt x="143" y="54"/>
                      <a:pt x="143" y="45"/>
                      <a:pt x="134" y="36"/>
                    </a:cubicBezTo>
                    <a:cubicBezTo>
                      <a:pt x="125" y="27"/>
                      <a:pt x="116" y="19"/>
                      <a:pt x="99" y="10"/>
                    </a:cubicBezTo>
                    <a:cubicBezTo>
                      <a:pt x="81" y="10"/>
                      <a:pt x="63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6"/>
              <p:cNvSpPr/>
              <p:nvPr/>
            </p:nvSpPr>
            <p:spPr>
              <a:xfrm>
                <a:off x="7040195" y="2602700"/>
                <a:ext cx="77553" cy="3261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23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1" y="54"/>
                      <a:pt x="170" y="99"/>
                      <a:pt x="268" y="135"/>
                    </a:cubicBezTo>
                    <a:cubicBezTo>
                      <a:pt x="358" y="188"/>
                      <a:pt x="456" y="224"/>
                      <a:pt x="554" y="233"/>
                    </a:cubicBezTo>
                    <a:cubicBezTo>
                      <a:pt x="465" y="188"/>
                      <a:pt x="375" y="143"/>
                      <a:pt x="286" y="108"/>
                    </a:cubicBezTo>
                    <a:cubicBezTo>
                      <a:pt x="197" y="63"/>
                      <a:pt x="99" y="19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6"/>
              <p:cNvSpPr/>
              <p:nvPr/>
            </p:nvSpPr>
            <p:spPr>
              <a:xfrm>
                <a:off x="7082752" y="2610120"/>
                <a:ext cx="77553" cy="25199"/>
              </a:xfrm>
              <a:custGeom>
                <a:avLst/>
                <a:gdLst/>
                <a:ahLst/>
                <a:cxnLst/>
                <a:rect l="l" t="t" r="r" b="b"/>
                <a:pathLst>
                  <a:path w="554" h="180" extrusionOk="0">
                    <a:moveTo>
                      <a:pt x="2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80" y="64"/>
                      <a:pt x="170" y="108"/>
                      <a:pt x="259" y="126"/>
                    </a:cubicBezTo>
                    <a:cubicBezTo>
                      <a:pt x="357" y="162"/>
                      <a:pt x="455" y="180"/>
                      <a:pt x="553" y="180"/>
                    </a:cubicBezTo>
                    <a:cubicBezTo>
                      <a:pt x="553" y="171"/>
                      <a:pt x="428" y="153"/>
                      <a:pt x="277" y="99"/>
                    </a:cubicBezTo>
                    <a:cubicBezTo>
                      <a:pt x="135" y="58"/>
                      <a:pt x="16" y="0"/>
                      <a:pt x="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7045235" y="2525286"/>
                <a:ext cx="25058" cy="80076"/>
              </a:xfrm>
              <a:custGeom>
                <a:avLst/>
                <a:gdLst/>
                <a:ahLst/>
                <a:cxnLst/>
                <a:rect l="l" t="t" r="r" b="b"/>
                <a:pathLst>
                  <a:path w="179" h="5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8" y="99"/>
                      <a:pt x="36" y="197"/>
                      <a:pt x="72" y="286"/>
                    </a:cubicBezTo>
                    <a:cubicBezTo>
                      <a:pt x="99" y="384"/>
                      <a:pt x="134" y="482"/>
                      <a:pt x="179" y="572"/>
                    </a:cubicBezTo>
                    <a:cubicBezTo>
                      <a:pt x="161" y="473"/>
                      <a:pt x="143" y="375"/>
                      <a:pt x="107" y="277"/>
                    </a:cubicBezTo>
                    <a:cubicBezTo>
                      <a:pt x="81" y="179"/>
                      <a:pt x="45" y="9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7000298" y="2505267"/>
                <a:ext cx="40036" cy="97575"/>
              </a:xfrm>
              <a:custGeom>
                <a:avLst/>
                <a:gdLst/>
                <a:ahLst/>
                <a:cxnLst/>
                <a:rect l="l" t="t" r="r" b="b"/>
                <a:pathLst>
                  <a:path w="286" h="69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7" y="126"/>
                      <a:pt x="72" y="242"/>
                      <a:pt x="125" y="349"/>
                    </a:cubicBezTo>
                    <a:cubicBezTo>
                      <a:pt x="170" y="474"/>
                      <a:pt x="223" y="581"/>
                      <a:pt x="286" y="697"/>
                    </a:cubicBezTo>
                    <a:cubicBezTo>
                      <a:pt x="250" y="572"/>
                      <a:pt x="205" y="456"/>
                      <a:pt x="152" y="340"/>
                    </a:cubicBezTo>
                    <a:cubicBezTo>
                      <a:pt x="107" y="224"/>
                      <a:pt x="63" y="108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6969081" y="2492808"/>
                <a:ext cx="50116" cy="112554"/>
              </a:xfrm>
              <a:custGeom>
                <a:avLst/>
                <a:gdLst/>
                <a:ahLst/>
                <a:cxnLst/>
                <a:rect l="l" t="t" r="r" b="b"/>
                <a:pathLst>
                  <a:path w="358" h="804" extrusionOk="0">
                    <a:moveTo>
                      <a:pt x="0" y="1"/>
                    </a:moveTo>
                    <a:cubicBezTo>
                      <a:pt x="45" y="143"/>
                      <a:pt x="98" y="277"/>
                      <a:pt x="161" y="411"/>
                    </a:cubicBezTo>
                    <a:cubicBezTo>
                      <a:pt x="214" y="545"/>
                      <a:pt x="277" y="679"/>
                      <a:pt x="357" y="804"/>
                    </a:cubicBezTo>
                    <a:cubicBezTo>
                      <a:pt x="312" y="661"/>
                      <a:pt x="259" y="527"/>
                      <a:pt x="188" y="393"/>
                    </a:cubicBezTo>
                    <a:cubicBezTo>
                      <a:pt x="134" y="259"/>
                      <a:pt x="72" y="12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6"/>
              <p:cNvSpPr/>
              <p:nvPr/>
            </p:nvSpPr>
            <p:spPr>
              <a:xfrm>
                <a:off x="7135108" y="2544464"/>
                <a:ext cx="46336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4" extrusionOk="0">
                    <a:moveTo>
                      <a:pt x="318" y="0"/>
                    </a:moveTo>
                    <a:cubicBezTo>
                      <a:pt x="306" y="0"/>
                      <a:pt x="286" y="5"/>
                      <a:pt x="259" y="15"/>
                    </a:cubicBezTo>
                    <a:cubicBezTo>
                      <a:pt x="215" y="33"/>
                      <a:pt x="170" y="60"/>
                      <a:pt x="126" y="104"/>
                    </a:cubicBezTo>
                    <a:cubicBezTo>
                      <a:pt x="72" y="149"/>
                      <a:pt x="27" y="212"/>
                      <a:pt x="1" y="283"/>
                    </a:cubicBezTo>
                    <a:cubicBezTo>
                      <a:pt x="1" y="283"/>
                      <a:pt x="2" y="284"/>
                      <a:pt x="2" y="284"/>
                    </a:cubicBezTo>
                    <a:cubicBezTo>
                      <a:pt x="15" y="284"/>
                      <a:pt x="68" y="207"/>
                      <a:pt x="152" y="122"/>
                    </a:cubicBezTo>
                    <a:cubicBezTo>
                      <a:pt x="206" y="78"/>
                      <a:pt x="268" y="33"/>
                      <a:pt x="331" y="6"/>
                    </a:cubicBezTo>
                    <a:cubicBezTo>
                      <a:pt x="331" y="3"/>
                      <a:pt x="326" y="0"/>
                      <a:pt x="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6"/>
              <p:cNvSpPr/>
              <p:nvPr/>
            </p:nvSpPr>
            <p:spPr>
              <a:xfrm>
                <a:off x="7521060" y="2692154"/>
                <a:ext cx="68734" cy="896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64" extrusionOk="0">
                    <a:moveTo>
                      <a:pt x="420" y="0"/>
                    </a:moveTo>
                    <a:cubicBezTo>
                      <a:pt x="364" y="0"/>
                      <a:pt x="307" y="7"/>
                      <a:pt x="250" y="13"/>
                    </a:cubicBezTo>
                    <a:cubicBezTo>
                      <a:pt x="161" y="22"/>
                      <a:pt x="81" y="40"/>
                      <a:pt x="0" y="58"/>
                    </a:cubicBezTo>
                    <a:cubicBezTo>
                      <a:pt x="34" y="61"/>
                      <a:pt x="68" y="63"/>
                      <a:pt x="103" y="63"/>
                    </a:cubicBezTo>
                    <a:cubicBezTo>
                      <a:pt x="153" y="63"/>
                      <a:pt x="203" y="59"/>
                      <a:pt x="250" y="49"/>
                    </a:cubicBezTo>
                    <a:cubicBezTo>
                      <a:pt x="330" y="49"/>
                      <a:pt x="420" y="31"/>
                      <a:pt x="491" y="4"/>
                    </a:cubicBezTo>
                    <a:cubicBezTo>
                      <a:pt x="467" y="1"/>
                      <a:pt x="444" y="0"/>
                      <a:pt x="4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4" name="Google Shape;294;p26"/>
              <p:cNvGrpSpPr/>
              <p:nvPr/>
            </p:nvGrpSpPr>
            <p:grpSpPr>
              <a:xfrm flipH="1">
                <a:off x="7122056" y="1172593"/>
                <a:ext cx="653941" cy="572706"/>
                <a:chOff x="3441059" y="1406123"/>
                <a:chExt cx="212036" cy="185684"/>
              </a:xfrm>
            </p:grpSpPr>
            <p:sp>
              <p:nvSpPr>
                <p:cNvPr id="295" name="Google Shape;295;p26"/>
                <p:cNvSpPr/>
                <p:nvPr/>
              </p:nvSpPr>
              <p:spPr>
                <a:xfrm>
                  <a:off x="3441059" y="1406123"/>
                  <a:ext cx="212036" cy="185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0" h="6095" extrusionOk="0">
                      <a:moveTo>
                        <a:pt x="3482" y="1"/>
                      </a:moveTo>
                      <a:cubicBezTo>
                        <a:pt x="2936" y="1"/>
                        <a:pt x="2383" y="147"/>
                        <a:pt x="1883" y="455"/>
                      </a:cubicBezTo>
                      <a:cubicBezTo>
                        <a:pt x="456" y="1329"/>
                        <a:pt x="1" y="3211"/>
                        <a:pt x="884" y="4647"/>
                      </a:cubicBezTo>
                      <a:lnTo>
                        <a:pt x="242" y="5780"/>
                      </a:lnTo>
                      <a:lnTo>
                        <a:pt x="1615" y="5459"/>
                      </a:lnTo>
                      <a:cubicBezTo>
                        <a:pt x="2163" y="5881"/>
                        <a:pt x="2818" y="6094"/>
                        <a:pt x="3476" y="6094"/>
                      </a:cubicBezTo>
                      <a:cubicBezTo>
                        <a:pt x="4029" y="6094"/>
                        <a:pt x="4584" y="5943"/>
                        <a:pt x="5077" y="5638"/>
                      </a:cubicBezTo>
                      <a:cubicBezTo>
                        <a:pt x="6513" y="4754"/>
                        <a:pt x="6959" y="2881"/>
                        <a:pt x="6076" y="1445"/>
                      </a:cubicBezTo>
                      <a:cubicBezTo>
                        <a:pt x="5500" y="514"/>
                        <a:pt x="4504" y="1"/>
                        <a:pt x="348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26"/>
                <p:cNvSpPr/>
                <p:nvPr/>
              </p:nvSpPr>
              <p:spPr>
                <a:xfrm>
                  <a:off x="3506285" y="1490085"/>
                  <a:ext cx="15263" cy="1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" h="500" extrusionOk="0">
                      <a:moveTo>
                        <a:pt x="251" y="0"/>
                      </a:moveTo>
                      <a:cubicBezTo>
                        <a:pt x="117" y="0"/>
                        <a:pt x="1" y="107"/>
                        <a:pt x="1" y="250"/>
                      </a:cubicBezTo>
                      <a:cubicBezTo>
                        <a:pt x="1" y="384"/>
                        <a:pt x="117" y="500"/>
                        <a:pt x="251" y="500"/>
                      </a:cubicBezTo>
                      <a:cubicBezTo>
                        <a:pt x="384" y="500"/>
                        <a:pt x="500" y="384"/>
                        <a:pt x="500" y="250"/>
                      </a:cubicBezTo>
                      <a:cubicBezTo>
                        <a:pt x="500" y="107"/>
                        <a:pt x="384" y="0"/>
                        <a:pt x="25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26"/>
                <p:cNvSpPr/>
                <p:nvPr/>
              </p:nvSpPr>
              <p:spPr>
                <a:xfrm>
                  <a:off x="3536993" y="1490085"/>
                  <a:ext cx="15263" cy="1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" h="500" extrusionOk="0">
                      <a:moveTo>
                        <a:pt x="251" y="0"/>
                      </a:moveTo>
                      <a:cubicBezTo>
                        <a:pt x="108" y="0"/>
                        <a:pt x="1" y="107"/>
                        <a:pt x="1" y="250"/>
                      </a:cubicBezTo>
                      <a:cubicBezTo>
                        <a:pt x="1" y="384"/>
                        <a:pt x="108" y="500"/>
                        <a:pt x="251" y="500"/>
                      </a:cubicBezTo>
                      <a:cubicBezTo>
                        <a:pt x="384" y="500"/>
                        <a:pt x="500" y="384"/>
                        <a:pt x="500" y="250"/>
                      </a:cubicBezTo>
                      <a:cubicBezTo>
                        <a:pt x="500" y="107"/>
                        <a:pt x="384" y="0"/>
                        <a:pt x="25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98;p26"/>
                <p:cNvSpPr/>
                <p:nvPr/>
              </p:nvSpPr>
              <p:spPr>
                <a:xfrm>
                  <a:off x="3567458" y="1489963"/>
                  <a:ext cx="17396" cy="15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503" extrusionOk="0">
                      <a:moveTo>
                        <a:pt x="282" y="0"/>
                      </a:moveTo>
                      <a:cubicBezTo>
                        <a:pt x="241" y="0"/>
                        <a:pt x="199" y="10"/>
                        <a:pt x="161" y="31"/>
                      </a:cubicBezTo>
                      <a:cubicBezTo>
                        <a:pt x="45" y="102"/>
                        <a:pt x="0" y="254"/>
                        <a:pt x="71" y="370"/>
                      </a:cubicBezTo>
                      <a:cubicBezTo>
                        <a:pt x="114" y="454"/>
                        <a:pt x="197" y="502"/>
                        <a:pt x="285" y="502"/>
                      </a:cubicBezTo>
                      <a:cubicBezTo>
                        <a:pt x="327" y="502"/>
                        <a:pt x="370" y="491"/>
                        <a:pt x="410" y="468"/>
                      </a:cubicBezTo>
                      <a:cubicBezTo>
                        <a:pt x="526" y="397"/>
                        <a:pt x="571" y="245"/>
                        <a:pt x="500" y="129"/>
                      </a:cubicBezTo>
                      <a:cubicBezTo>
                        <a:pt x="500" y="129"/>
                        <a:pt x="500" y="120"/>
                        <a:pt x="500" y="120"/>
                      </a:cubicBezTo>
                      <a:cubicBezTo>
                        <a:pt x="452" y="42"/>
                        <a:pt x="367" y="0"/>
                        <a:pt x="28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9" name="Google Shape;299;p26"/>
              <p:cNvSpPr/>
              <p:nvPr/>
            </p:nvSpPr>
            <p:spPr>
              <a:xfrm>
                <a:off x="8036945" y="3342803"/>
                <a:ext cx="4218" cy="125807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59944" extrusionOk="0">
                    <a:moveTo>
                      <a:pt x="101" y="0"/>
                    </a:moveTo>
                    <a:cubicBezTo>
                      <a:pt x="34" y="0"/>
                      <a:pt x="1" y="13410"/>
                      <a:pt x="1" y="29989"/>
                    </a:cubicBezTo>
                    <a:cubicBezTo>
                      <a:pt x="1" y="46534"/>
                      <a:pt x="67" y="59943"/>
                      <a:pt x="101" y="59943"/>
                    </a:cubicBezTo>
                    <a:cubicBezTo>
                      <a:pt x="134" y="59943"/>
                      <a:pt x="201" y="46534"/>
                      <a:pt x="201" y="29989"/>
                    </a:cubicBezTo>
                    <a:cubicBezTo>
                      <a:pt x="201" y="13443"/>
                      <a:pt x="167" y="0"/>
                      <a:pt x="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>
                <a:off x="8201466" y="2945845"/>
                <a:ext cx="173651" cy="127436"/>
              </a:xfrm>
              <a:custGeom>
                <a:avLst/>
                <a:gdLst/>
                <a:ahLst/>
                <a:cxnLst/>
                <a:rect l="l" t="t" r="r" b="b"/>
                <a:pathLst>
                  <a:path w="8274" h="6072" extrusionOk="0">
                    <a:moveTo>
                      <a:pt x="1" y="1"/>
                    </a:moveTo>
                    <a:cubicBezTo>
                      <a:pt x="1" y="134"/>
                      <a:pt x="34" y="268"/>
                      <a:pt x="101" y="435"/>
                    </a:cubicBezTo>
                    <a:cubicBezTo>
                      <a:pt x="201" y="802"/>
                      <a:pt x="367" y="1168"/>
                      <a:pt x="534" y="1535"/>
                    </a:cubicBezTo>
                    <a:cubicBezTo>
                      <a:pt x="1135" y="2736"/>
                      <a:pt x="2002" y="3770"/>
                      <a:pt x="3069" y="4571"/>
                    </a:cubicBezTo>
                    <a:cubicBezTo>
                      <a:pt x="4103" y="5405"/>
                      <a:pt x="5371" y="5939"/>
                      <a:pt x="6705" y="6072"/>
                    </a:cubicBezTo>
                    <a:cubicBezTo>
                      <a:pt x="7106" y="6072"/>
                      <a:pt x="7506" y="6005"/>
                      <a:pt x="7906" y="5872"/>
                    </a:cubicBezTo>
                    <a:cubicBezTo>
                      <a:pt x="8040" y="5805"/>
                      <a:pt x="8173" y="5738"/>
                      <a:pt x="8273" y="5638"/>
                    </a:cubicBezTo>
                    <a:lnTo>
                      <a:pt x="8273" y="5638"/>
                    </a:lnTo>
                    <a:cubicBezTo>
                      <a:pt x="7836" y="5813"/>
                      <a:pt x="7374" y="5911"/>
                      <a:pt x="6909" y="5911"/>
                    </a:cubicBezTo>
                    <a:cubicBezTo>
                      <a:pt x="6841" y="5911"/>
                      <a:pt x="6773" y="5909"/>
                      <a:pt x="6705" y="5905"/>
                    </a:cubicBezTo>
                    <a:cubicBezTo>
                      <a:pt x="5404" y="5738"/>
                      <a:pt x="4170" y="5205"/>
                      <a:pt x="3169" y="4404"/>
                    </a:cubicBezTo>
                    <a:cubicBezTo>
                      <a:pt x="2135" y="3604"/>
                      <a:pt x="1268" y="2636"/>
                      <a:pt x="668" y="1469"/>
                    </a:cubicBezTo>
                    <a:cubicBezTo>
                      <a:pt x="201" y="601"/>
                      <a:pt x="34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6"/>
              <p:cNvSpPr/>
              <p:nvPr/>
            </p:nvSpPr>
            <p:spPr>
              <a:xfrm>
                <a:off x="7741503" y="2905948"/>
                <a:ext cx="140050" cy="149137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7106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639" y="1"/>
                      <a:pt x="6472" y="534"/>
                      <a:pt x="6072" y="1335"/>
                    </a:cubicBezTo>
                    <a:cubicBezTo>
                      <a:pt x="5004" y="3470"/>
                      <a:pt x="3337" y="5238"/>
                      <a:pt x="1302" y="6439"/>
                    </a:cubicBezTo>
                    <a:cubicBezTo>
                      <a:pt x="501" y="6872"/>
                      <a:pt x="1" y="7072"/>
                      <a:pt x="1" y="7106"/>
                    </a:cubicBezTo>
                    <a:cubicBezTo>
                      <a:pt x="134" y="7106"/>
                      <a:pt x="268" y="7072"/>
                      <a:pt x="368" y="7006"/>
                    </a:cubicBezTo>
                    <a:cubicBezTo>
                      <a:pt x="701" y="6872"/>
                      <a:pt x="1035" y="6739"/>
                      <a:pt x="1369" y="6572"/>
                    </a:cubicBezTo>
                    <a:cubicBezTo>
                      <a:pt x="3503" y="5438"/>
                      <a:pt x="5205" y="3603"/>
                      <a:pt x="6205" y="1402"/>
                    </a:cubicBezTo>
                    <a:cubicBezTo>
                      <a:pt x="6339" y="1068"/>
                      <a:pt x="6472" y="734"/>
                      <a:pt x="6572" y="401"/>
                    </a:cubicBezTo>
                    <a:cubicBezTo>
                      <a:pt x="6639" y="267"/>
                      <a:pt x="6672" y="134"/>
                      <a:pt x="6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>
                <a:off x="8092960" y="3894459"/>
                <a:ext cx="125337" cy="70035"/>
              </a:xfrm>
              <a:custGeom>
                <a:avLst/>
                <a:gdLst/>
                <a:ahLst/>
                <a:cxnLst/>
                <a:rect l="l" t="t" r="r" b="b"/>
                <a:pathLst>
                  <a:path w="5972" h="3337" extrusionOk="0">
                    <a:moveTo>
                      <a:pt x="5938" y="1"/>
                    </a:moveTo>
                    <a:cubicBezTo>
                      <a:pt x="5913" y="18"/>
                      <a:pt x="5888" y="35"/>
                      <a:pt x="5862" y="52"/>
                    </a:cubicBezTo>
                    <a:lnTo>
                      <a:pt x="5862" y="52"/>
                    </a:lnTo>
                    <a:cubicBezTo>
                      <a:pt x="5899" y="35"/>
                      <a:pt x="5935" y="18"/>
                      <a:pt x="5971" y="1"/>
                    </a:cubicBezTo>
                    <a:close/>
                    <a:moveTo>
                      <a:pt x="5862" y="52"/>
                    </a:moveTo>
                    <a:cubicBezTo>
                      <a:pt x="3833" y="1008"/>
                      <a:pt x="1868" y="2124"/>
                      <a:pt x="0" y="3337"/>
                    </a:cubicBezTo>
                    <a:cubicBezTo>
                      <a:pt x="1034" y="2870"/>
                      <a:pt x="2035" y="2336"/>
                      <a:pt x="3036" y="1769"/>
                    </a:cubicBezTo>
                    <a:cubicBezTo>
                      <a:pt x="4010" y="1250"/>
                      <a:pt x="4952" y="667"/>
                      <a:pt x="5862" y="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3" name="Google Shape;303;p26"/>
              <p:cNvGrpSpPr/>
              <p:nvPr/>
            </p:nvGrpSpPr>
            <p:grpSpPr>
              <a:xfrm>
                <a:off x="7425000" y="2607701"/>
                <a:ext cx="159652" cy="52784"/>
                <a:chOff x="4654325" y="2536275"/>
                <a:chExt cx="190175" cy="62875"/>
              </a:xfrm>
            </p:grpSpPr>
            <p:sp>
              <p:nvSpPr>
                <p:cNvPr id="304" name="Google Shape;304;p26"/>
                <p:cNvSpPr/>
                <p:nvPr/>
              </p:nvSpPr>
              <p:spPr>
                <a:xfrm>
                  <a:off x="4654325" y="2570625"/>
                  <a:ext cx="190175" cy="2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" h="1141" extrusionOk="0">
                      <a:moveTo>
                        <a:pt x="1101" y="0"/>
                      </a:moveTo>
                      <a:cubicBezTo>
                        <a:pt x="835" y="0"/>
                        <a:pt x="534" y="67"/>
                        <a:pt x="267" y="200"/>
                      </a:cubicBezTo>
                      <a:cubicBezTo>
                        <a:pt x="101" y="267"/>
                        <a:pt x="1" y="367"/>
                        <a:pt x="1" y="367"/>
                      </a:cubicBezTo>
                      <a:cubicBezTo>
                        <a:pt x="368" y="234"/>
                        <a:pt x="734" y="167"/>
                        <a:pt x="1101" y="167"/>
                      </a:cubicBezTo>
                      <a:cubicBezTo>
                        <a:pt x="1535" y="167"/>
                        <a:pt x="1935" y="234"/>
                        <a:pt x="2302" y="334"/>
                      </a:cubicBezTo>
                      <a:cubicBezTo>
                        <a:pt x="2803" y="467"/>
                        <a:pt x="3270" y="634"/>
                        <a:pt x="3737" y="834"/>
                      </a:cubicBezTo>
                      <a:cubicBezTo>
                        <a:pt x="4145" y="1038"/>
                        <a:pt x="4605" y="1141"/>
                        <a:pt x="5071" y="1141"/>
                      </a:cubicBezTo>
                      <a:cubicBezTo>
                        <a:pt x="5138" y="1141"/>
                        <a:pt x="5204" y="1138"/>
                        <a:pt x="5271" y="1134"/>
                      </a:cubicBezTo>
                      <a:cubicBezTo>
                        <a:pt x="5671" y="1068"/>
                        <a:pt x="6072" y="967"/>
                        <a:pt x="6472" y="834"/>
                      </a:cubicBezTo>
                      <a:cubicBezTo>
                        <a:pt x="6739" y="734"/>
                        <a:pt x="7006" y="667"/>
                        <a:pt x="7272" y="601"/>
                      </a:cubicBezTo>
                      <a:cubicBezTo>
                        <a:pt x="7373" y="601"/>
                        <a:pt x="7473" y="601"/>
                        <a:pt x="7573" y="567"/>
                      </a:cubicBezTo>
                      <a:cubicBezTo>
                        <a:pt x="7606" y="567"/>
                        <a:pt x="7473" y="534"/>
                        <a:pt x="7272" y="534"/>
                      </a:cubicBezTo>
                      <a:cubicBezTo>
                        <a:pt x="7006" y="534"/>
                        <a:pt x="6705" y="601"/>
                        <a:pt x="6439" y="667"/>
                      </a:cubicBezTo>
                      <a:cubicBezTo>
                        <a:pt x="6072" y="734"/>
                        <a:pt x="5671" y="901"/>
                        <a:pt x="5238" y="934"/>
                      </a:cubicBezTo>
                      <a:cubicBezTo>
                        <a:pt x="4737" y="934"/>
                        <a:pt x="4270" y="834"/>
                        <a:pt x="3803" y="634"/>
                      </a:cubicBezTo>
                      <a:cubicBezTo>
                        <a:pt x="2969" y="234"/>
                        <a:pt x="2035" y="33"/>
                        <a:pt x="1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26"/>
                <p:cNvSpPr/>
                <p:nvPr/>
              </p:nvSpPr>
              <p:spPr>
                <a:xfrm>
                  <a:off x="4656825" y="2547600"/>
                  <a:ext cx="110100" cy="4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4" h="1727" extrusionOk="0">
                      <a:moveTo>
                        <a:pt x="1028" y="0"/>
                      </a:moveTo>
                      <a:cubicBezTo>
                        <a:pt x="908" y="0"/>
                        <a:pt x="788" y="7"/>
                        <a:pt x="668" y="20"/>
                      </a:cubicBezTo>
                      <a:cubicBezTo>
                        <a:pt x="434" y="54"/>
                        <a:pt x="201" y="154"/>
                        <a:pt x="1" y="321"/>
                      </a:cubicBezTo>
                      <a:cubicBezTo>
                        <a:pt x="4" y="324"/>
                        <a:pt x="10" y="326"/>
                        <a:pt x="19" y="326"/>
                      </a:cubicBezTo>
                      <a:cubicBezTo>
                        <a:pt x="88" y="326"/>
                        <a:pt x="315" y="217"/>
                        <a:pt x="701" y="187"/>
                      </a:cubicBezTo>
                      <a:cubicBezTo>
                        <a:pt x="767" y="183"/>
                        <a:pt x="833" y="181"/>
                        <a:pt x="900" y="181"/>
                      </a:cubicBezTo>
                      <a:cubicBezTo>
                        <a:pt x="1374" y="181"/>
                        <a:pt x="1864" y="287"/>
                        <a:pt x="2302" y="521"/>
                      </a:cubicBezTo>
                      <a:cubicBezTo>
                        <a:pt x="3413" y="1124"/>
                        <a:pt x="4252" y="1727"/>
                        <a:pt x="4360" y="1727"/>
                      </a:cubicBezTo>
                      <a:cubicBezTo>
                        <a:pt x="4365" y="1727"/>
                        <a:pt x="4369" y="1725"/>
                        <a:pt x="4370" y="1722"/>
                      </a:cubicBezTo>
                      <a:cubicBezTo>
                        <a:pt x="4404" y="1722"/>
                        <a:pt x="4204" y="1522"/>
                        <a:pt x="3870" y="1255"/>
                      </a:cubicBezTo>
                      <a:cubicBezTo>
                        <a:pt x="3403" y="921"/>
                        <a:pt x="2903" y="588"/>
                        <a:pt x="2402" y="321"/>
                      </a:cubicBezTo>
                      <a:cubicBezTo>
                        <a:pt x="1975" y="107"/>
                        <a:pt x="1506" y="0"/>
                        <a:pt x="10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26"/>
                <p:cNvSpPr/>
                <p:nvPr/>
              </p:nvSpPr>
              <p:spPr>
                <a:xfrm>
                  <a:off x="4680175" y="2536275"/>
                  <a:ext cx="127625" cy="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2008" extrusionOk="0">
                      <a:moveTo>
                        <a:pt x="687" y="0"/>
                      </a:moveTo>
                      <a:cubicBezTo>
                        <a:pt x="433" y="0"/>
                        <a:pt x="204" y="95"/>
                        <a:pt x="1" y="240"/>
                      </a:cubicBezTo>
                      <a:cubicBezTo>
                        <a:pt x="268" y="173"/>
                        <a:pt x="534" y="173"/>
                        <a:pt x="801" y="173"/>
                      </a:cubicBezTo>
                      <a:cubicBezTo>
                        <a:pt x="1068" y="207"/>
                        <a:pt x="1368" y="273"/>
                        <a:pt x="1635" y="407"/>
                      </a:cubicBezTo>
                      <a:cubicBezTo>
                        <a:pt x="1902" y="540"/>
                        <a:pt x="2236" y="707"/>
                        <a:pt x="2569" y="907"/>
                      </a:cubicBezTo>
                      <a:cubicBezTo>
                        <a:pt x="3136" y="1241"/>
                        <a:pt x="3737" y="1541"/>
                        <a:pt x="4337" y="1774"/>
                      </a:cubicBezTo>
                      <a:cubicBezTo>
                        <a:pt x="4571" y="1908"/>
                        <a:pt x="4837" y="1975"/>
                        <a:pt x="5104" y="2008"/>
                      </a:cubicBezTo>
                      <a:cubicBezTo>
                        <a:pt x="4871" y="1874"/>
                        <a:pt x="4637" y="1741"/>
                        <a:pt x="4370" y="1641"/>
                      </a:cubicBezTo>
                      <a:cubicBezTo>
                        <a:pt x="3937" y="1441"/>
                        <a:pt x="3336" y="1074"/>
                        <a:pt x="2669" y="707"/>
                      </a:cubicBezTo>
                      <a:cubicBezTo>
                        <a:pt x="2336" y="540"/>
                        <a:pt x="2002" y="373"/>
                        <a:pt x="1669" y="207"/>
                      </a:cubicBezTo>
                      <a:cubicBezTo>
                        <a:pt x="1402" y="107"/>
                        <a:pt x="1101" y="40"/>
                        <a:pt x="801" y="6"/>
                      </a:cubicBezTo>
                      <a:cubicBezTo>
                        <a:pt x="762" y="2"/>
                        <a:pt x="724" y="0"/>
                        <a:pt x="6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>
            <a:spLocks noGrp="1"/>
          </p:cNvSpPr>
          <p:nvPr>
            <p:ph type="title"/>
          </p:nvPr>
        </p:nvSpPr>
        <p:spPr>
          <a:xfrm>
            <a:off x="2938800" y="393700"/>
            <a:ext cx="3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Table of contents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2" name="Google Shape;312;p27"/>
          <p:cNvSpPr txBox="1">
            <a:spLocks noGrp="1"/>
          </p:cNvSpPr>
          <p:nvPr>
            <p:ph type="title" idx="5"/>
          </p:nvPr>
        </p:nvSpPr>
        <p:spPr>
          <a:xfrm>
            <a:off x="699088" y="114692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01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3" name="Google Shape;313;p27"/>
          <p:cNvSpPr txBox="1">
            <a:spLocks noGrp="1"/>
          </p:cNvSpPr>
          <p:nvPr>
            <p:ph type="title" idx="6"/>
          </p:nvPr>
        </p:nvSpPr>
        <p:spPr>
          <a:xfrm>
            <a:off x="7349138" y="11469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04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4" name="Google Shape;314;p27"/>
          <p:cNvSpPr txBox="1">
            <a:spLocks noGrp="1"/>
          </p:cNvSpPr>
          <p:nvPr>
            <p:ph type="title" idx="7"/>
          </p:nvPr>
        </p:nvSpPr>
        <p:spPr>
          <a:xfrm>
            <a:off x="2914982" y="11469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02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5" name="Google Shape;315;p27"/>
          <p:cNvSpPr txBox="1">
            <a:spLocks noGrp="1"/>
          </p:cNvSpPr>
          <p:nvPr>
            <p:ph type="title" idx="8"/>
          </p:nvPr>
        </p:nvSpPr>
        <p:spPr>
          <a:xfrm>
            <a:off x="775307" y="29897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2289775" y="1594825"/>
            <a:ext cx="16956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MOTIVATION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4008825" y="1560175"/>
            <a:ext cx="30000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PROBLEM STATEMENT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6623600" y="1700688"/>
            <a:ext cx="21858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SYSTEM OVERVIEW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170500" y="3713375"/>
            <a:ext cx="18156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1955875" y="3789575"/>
            <a:ext cx="218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DELIVERABLES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4064700" y="3789575"/>
            <a:ext cx="13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nquin"/>
                <a:ea typeface="Palanquin"/>
                <a:cs typeface="Palanquin"/>
                <a:sym typeface="Palanquin"/>
              </a:rPr>
              <a:t>TIMELINE</a:t>
            </a:r>
            <a:endParaRPr sz="18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5436954" y="3768725"/>
            <a:ext cx="18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18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7387300" y="3713375"/>
            <a:ext cx="98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nquin"/>
                <a:ea typeface="Palanquin"/>
                <a:cs typeface="Palanquin"/>
                <a:sym typeface="Palanquin"/>
              </a:rPr>
              <a:t>DEMO</a:t>
            </a:r>
            <a:endParaRPr sz="18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4" name="Google Shape;324;p27"/>
          <p:cNvSpPr txBox="1">
            <a:spLocks noGrp="1"/>
          </p:cNvSpPr>
          <p:nvPr>
            <p:ph type="title" idx="6"/>
          </p:nvPr>
        </p:nvSpPr>
        <p:spPr>
          <a:xfrm>
            <a:off x="7425338" y="2976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09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5" name="Google Shape;325;p27"/>
          <p:cNvSpPr txBox="1">
            <a:spLocks noGrp="1"/>
          </p:cNvSpPr>
          <p:nvPr>
            <p:ph type="title" idx="6"/>
          </p:nvPr>
        </p:nvSpPr>
        <p:spPr>
          <a:xfrm>
            <a:off x="5941738" y="29897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6" name="Google Shape;326;p27"/>
          <p:cNvSpPr txBox="1">
            <a:spLocks noGrp="1"/>
          </p:cNvSpPr>
          <p:nvPr>
            <p:ph type="title" idx="6"/>
          </p:nvPr>
        </p:nvSpPr>
        <p:spPr>
          <a:xfrm>
            <a:off x="4433238" y="29897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07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7" name="Google Shape;327;p27"/>
          <p:cNvSpPr txBox="1">
            <a:spLocks noGrp="1"/>
          </p:cNvSpPr>
          <p:nvPr>
            <p:ph type="title" idx="6"/>
          </p:nvPr>
        </p:nvSpPr>
        <p:spPr>
          <a:xfrm>
            <a:off x="2770213" y="29897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06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8" name="Google Shape;328;p27"/>
          <p:cNvSpPr txBox="1">
            <a:spLocks noGrp="1"/>
          </p:cNvSpPr>
          <p:nvPr>
            <p:ph type="title" idx="6"/>
          </p:nvPr>
        </p:nvSpPr>
        <p:spPr>
          <a:xfrm>
            <a:off x="5130838" y="11469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03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384775" y="1594825"/>
            <a:ext cx="19545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INTRODUCTION</a:t>
            </a:r>
            <a:endParaRPr sz="18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>
            <a:spLocks noGrp="1"/>
          </p:cNvSpPr>
          <p:nvPr>
            <p:ph type="title"/>
          </p:nvPr>
        </p:nvSpPr>
        <p:spPr>
          <a:xfrm>
            <a:off x="2788775" y="855125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INTRODUCTION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35" name="Google Shape;335;p28"/>
          <p:cNvSpPr txBox="1">
            <a:spLocks noGrp="1"/>
          </p:cNvSpPr>
          <p:nvPr>
            <p:ph type="title" idx="2"/>
          </p:nvPr>
        </p:nvSpPr>
        <p:spPr>
          <a:xfrm>
            <a:off x="1745000" y="703925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01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4341543" y="4151887"/>
            <a:ext cx="161397" cy="634438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337" name="Google Shape;337;p28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338" name="Google Shape;338;p28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339" name="Google Shape;339;p28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340" name="Google Shape;340;p28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1" name="Google Shape;341;p28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2" name="Google Shape;342;p28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3" name="Google Shape;343;p28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4" name="Google Shape;344;p28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5" name="Google Shape;345;p28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6" name="Google Shape;346;p28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7" name="Google Shape;347;p28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8" name="Google Shape;348;p28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49" name="Google Shape;349;p28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0" name="Google Shape;350;p28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1" name="Google Shape;351;p28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2" name="Google Shape;352;p28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3" name="Google Shape;353;p28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4" name="Google Shape;354;p28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5" name="Google Shape;355;p28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6" name="Google Shape;356;p28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7" name="Google Shape;357;p28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8" name="Google Shape;358;p28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59" name="Google Shape;359;p28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0" name="Google Shape;360;p28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1" name="Google Shape;361;p28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2" name="Google Shape;362;p28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3" name="Google Shape;363;p28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4" name="Google Shape;364;p28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5" name="Google Shape;365;p28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6" name="Google Shape;366;p28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7" name="Google Shape;367;p28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8" name="Google Shape;368;p28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69" name="Google Shape;369;p28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0" name="Google Shape;370;p28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1" name="Google Shape;371;p28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2" name="Google Shape;372;p28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3" name="Google Shape;373;p28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4" name="Google Shape;374;p28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5" name="Google Shape;375;p28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6" name="Google Shape;376;p28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7" name="Google Shape;377;p28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8" name="Google Shape;378;p28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79" name="Google Shape;379;p28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0" name="Google Shape;380;p28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1" name="Google Shape;381;p28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2" name="Google Shape;382;p28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3" name="Google Shape;383;p28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4" name="Google Shape;384;p28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5" name="Google Shape;385;p28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386" name="Google Shape;386;p28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387" name="Google Shape;387;p28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8" name="Google Shape;388;p28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89" name="Google Shape;389;p28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90" name="Google Shape;390;p28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91" name="Google Shape;391;p28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92" name="Google Shape;392;p28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93" name="Google Shape;393;p28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394" name="Google Shape;394;p28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395" name="Google Shape;395;p28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396" name="Google Shape;396;p28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97" name="Google Shape;397;p28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98" name="Google Shape;398;p28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99" name="Google Shape;399;p28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0" name="Google Shape;400;p28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1" name="Google Shape;401;p28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2" name="Google Shape;402;p28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3" name="Google Shape;403;p28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4" name="Google Shape;404;p28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5" name="Google Shape;405;p28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6" name="Google Shape;406;p28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7" name="Google Shape;407;p28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8" name="Google Shape;408;p28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09" name="Google Shape;409;p28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0" name="Google Shape;410;p28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1" name="Google Shape;411;p28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2" name="Google Shape;412;p28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3" name="Google Shape;413;p28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4" name="Google Shape;414;p28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5" name="Google Shape;415;p28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6" name="Google Shape;416;p28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7" name="Google Shape;417;p28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8" name="Google Shape;418;p28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19" name="Google Shape;419;p28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0" name="Google Shape;420;p28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1" name="Google Shape;421;p28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2" name="Google Shape;422;p28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3" name="Google Shape;423;p28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4" name="Google Shape;424;p28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5" name="Google Shape;425;p28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6" name="Google Shape;426;p28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7" name="Google Shape;427;p28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8" name="Google Shape;428;p28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29" name="Google Shape;429;p28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30" name="Google Shape;430;p28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31" name="Google Shape;431;p28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32" name="Google Shape;432;p28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433" name="Google Shape;433;p28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4" name="Google Shape;434;p28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5" name="Google Shape;435;p28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6" name="Google Shape;436;p28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7" name="Google Shape;437;p28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8" name="Google Shape;438;p28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39" name="Google Shape;439;p28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0" name="Google Shape;440;p28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1" name="Google Shape;441;p28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2" name="Google Shape;442;p28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3" name="Google Shape;443;p28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4" name="Google Shape;444;p28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5" name="Google Shape;445;p28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46" name="Google Shape;446;p28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447" name="Google Shape;447;p28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448" name="Google Shape;448;p28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449" name="Google Shape;449;p28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0" name="Google Shape;450;p28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1" name="Google Shape;451;p28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2" name="Google Shape;452;p28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3" name="Google Shape;453;p28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4" name="Google Shape;454;p28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5" name="Google Shape;455;p28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6" name="Google Shape;456;p28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7" name="Google Shape;457;p28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8" name="Google Shape;458;p28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59" name="Google Shape;459;p28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0" name="Google Shape;460;p28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1" name="Google Shape;461;p28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2" name="Google Shape;462;p28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3" name="Google Shape;463;p28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4" name="Google Shape;464;p28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5" name="Google Shape;465;p28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6" name="Google Shape;466;p28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7" name="Google Shape;467;p28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8" name="Google Shape;468;p28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69" name="Google Shape;469;p28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70" name="Google Shape;470;p28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71" name="Google Shape;471;p28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472" name="Google Shape;472;p28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3" name="Google Shape;473;p28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4" name="Google Shape;474;p28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5" name="Google Shape;475;p28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6" name="Google Shape;476;p28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7" name="Google Shape;477;p28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8" name="Google Shape;478;p28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79" name="Google Shape;479;p28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80" name="Google Shape;480;p28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81" name="Google Shape;481;p28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82" name="Google Shape;482;p28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483" name="Google Shape;483;p28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484" name="Google Shape;484;p28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485" name="Google Shape;485;p28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486" name="Google Shape;486;p28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87" name="Google Shape;487;p28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88" name="Google Shape;488;p28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89" name="Google Shape;489;p28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0" name="Google Shape;490;p28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1" name="Google Shape;491;p28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2" name="Google Shape;492;p28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3" name="Google Shape;493;p28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4" name="Google Shape;494;p28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5" name="Google Shape;495;p28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6" name="Google Shape;496;p28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7" name="Google Shape;497;p28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8" name="Google Shape;498;p28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499" name="Google Shape;499;p28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0" name="Google Shape;500;p28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1" name="Google Shape;501;p28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2" name="Google Shape;502;p28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3" name="Google Shape;503;p28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4" name="Google Shape;504;p28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5" name="Google Shape;505;p28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6" name="Google Shape;506;p28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7" name="Google Shape;507;p28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8" name="Google Shape;508;p28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09" name="Google Shape;509;p28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0" name="Google Shape;510;p28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1" name="Google Shape;511;p28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2" name="Google Shape;512;p28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3" name="Google Shape;513;p28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4" name="Google Shape;514;p28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15" name="Google Shape;515;p28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516" name="Google Shape;516;p28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17" name="Google Shape;517;p28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18" name="Google Shape;518;p28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19" name="Google Shape;519;p28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0" name="Google Shape;520;p28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1" name="Google Shape;521;p28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2" name="Google Shape;522;p28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3" name="Google Shape;523;p28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4" name="Google Shape;524;p28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5" name="Google Shape;525;p28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26" name="Google Shape;526;p28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527" name="Google Shape;527;p28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528" name="Google Shape;528;p28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529" name="Google Shape;529;p28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0" name="Google Shape;530;p28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1" name="Google Shape;531;p28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2" name="Google Shape;532;p28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3" name="Google Shape;533;p28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4" name="Google Shape;534;p28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5" name="Google Shape;535;p28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6" name="Google Shape;536;p28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7" name="Google Shape;537;p28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8" name="Google Shape;538;p28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39" name="Google Shape;539;p28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0" name="Google Shape;540;p28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1" name="Google Shape;541;p28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2" name="Google Shape;542;p28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3" name="Google Shape;543;p28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4" name="Google Shape;544;p28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5" name="Google Shape;545;p28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6" name="Google Shape;546;p28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7" name="Google Shape;547;p28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8" name="Google Shape;548;p28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49" name="Google Shape;549;p28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0" name="Google Shape;550;p28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1" name="Google Shape;551;p28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2" name="Google Shape;552;p28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3" name="Google Shape;553;p28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4" name="Google Shape;554;p28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5" name="Google Shape;555;p28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6" name="Google Shape;556;p28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57" name="Google Shape;557;p28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558" name="Google Shape;558;p28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59" name="Google Shape;559;p28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0" name="Google Shape;560;p28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1" name="Google Shape;561;p28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2" name="Google Shape;562;p28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3" name="Google Shape;563;p28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4" name="Google Shape;564;p28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5" name="Google Shape;565;p28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6" name="Google Shape;566;p28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67" name="Google Shape;567;p28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568" name="Google Shape;568;p28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569" name="Google Shape;569;p28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570" name="Google Shape;570;p28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1" name="Google Shape;571;p28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2" name="Google Shape;572;p28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3" name="Google Shape;573;p28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4" name="Google Shape;574;p28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5" name="Google Shape;575;p28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6" name="Google Shape;576;p28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7" name="Google Shape;577;p28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8" name="Google Shape;578;p28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79" name="Google Shape;579;p28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0" name="Google Shape;580;p28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1" name="Google Shape;581;p28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2" name="Google Shape;582;p28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3" name="Google Shape;583;p28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4" name="Google Shape;584;p28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5" name="Google Shape;585;p28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6" name="Google Shape;586;p28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7" name="Google Shape;587;p28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8" name="Google Shape;588;p28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89" name="Google Shape;589;p28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90" name="Google Shape;590;p28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91" name="Google Shape;591;p28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92" name="Google Shape;592;p28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93" name="Google Shape;593;p28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594" name="Google Shape;594;p28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595" name="Google Shape;595;p28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96" name="Google Shape;596;p28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97" name="Google Shape;597;p28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98" name="Google Shape;598;p28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599" name="Google Shape;599;p28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00" name="Google Shape;600;p28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01" name="Google Shape;601;p28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02" name="Google Shape;602;p28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03" name="Google Shape;603;p28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604" name="Google Shape;604;p28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605" name="Google Shape;605;p28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06" name="Google Shape;606;p28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07" name="Google Shape;607;p28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08" name="Google Shape;608;p28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09" name="Google Shape;609;p28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9"/>
          <p:cNvSpPr txBox="1">
            <a:spLocks noGrp="1"/>
          </p:cNvSpPr>
          <p:nvPr>
            <p:ph type="title"/>
          </p:nvPr>
        </p:nvSpPr>
        <p:spPr>
          <a:xfrm>
            <a:off x="2675675" y="511025"/>
            <a:ext cx="36027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INTRODUCTION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615" name="Google Shape;615;p29"/>
          <p:cNvGrpSpPr/>
          <p:nvPr/>
        </p:nvGrpSpPr>
        <p:grpSpPr>
          <a:xfrm>
            <a:off x="67056" y="853944"/>
            <a:ext cx="1696669" cy="3857308"/>
            <a:chOff x="824731" y="929719"/>
            <a:chExt cx="1696669" cy="3857308"/>
          </a:xfrm>
        </p:grpSpPr>
        <p:grpSp>
          <p:nvGrpSpPr>
            <p:cNvPr id="616" name="Google Shape;616;p29"/>
            <p:cNvGrpSpPr/>
            <p:nvPr/>
          </p:nvGrpSpPr>
          <p:grpSpPr>
            <a:xfrm>
              <a:off x="1767558" y="929719"/>
              <a:ext cx="753842" cy="660136"/>
              <a:chOff x="3441057" y="1429094"/>
              <a:chExt cx="185815" cy="162721"/>
            </a:xfrm>
          </p:grpSpPr>
          <p:sp>
            <p:nvSpPr>
              <p:cNvPr id="617" name="Google Shape;617;p29"/>
              <p:cNvSpPr/>
              <p:nvPr/>
            </p:nvSpPr>
            <p:spPr>
              <a:xfrm>
                <a:off x="3441057" y="1429094"/>
                <a:ext cx="185815" cy="162721"/>
              </a:xfrm>
              <a:custGeom>
                <a:avLst/>
                <a:gdLst/>
                <a:ahLst/>
                <a:cxnLst/>
                <a:rect l="l" t="t" r="r" b="b"/>
                <a:pathLst>
                  <a:path w="6960" h="6095" extrusionOk="0">
                    <a:moveTo>
                      <a:pt x="3482" y="1"/>
                    </a:moveTo>
                    <a:cubicBezTo>
                      <a:pt x="2936" y="1"/>
                      <a:pt x="2383" y="147"/>
                      <a:pt x="1883" y="455"/>
                    </a:cubicBezTo>
                    <a:cubicBezTo>
                      <a:pt x="456" y="1329"/>
                      <a:pt x="1" y="3211"/>
                      <a:pt x="884" y="4647"/>
                    </a:cubicBezTo>
                    <a:lnTo>
                      <a:pt x="242" y="5780"/>
                    </a:lnTo>
                    <a:lnTo>
                      <a:pt x="1615" y="5459"/>
                    </a:lnTo>
                    <a:cubicBezTo>
                      <a:pt x="2163" y="5881"/>
                      <a:pt x="2818" y="6094"/>
                      <a:pt x="3476" y="6094"/>
                    </a:cubicBezTo>
                    <a:cubicBezTo>
                      <a:pt x="4029" y="6094"/>
                      <a:pt x="4584" y="5943"/>
                      <a:pt x="5077" y="5638"/>
                    </a:cubicBezTo>
                    <a:cubicBezTo>
                      <a:pt x="6513" y="4754"/>
                      <a:pt x="6959" y="2881"/>
                      <a:pt x="6076" y="1445"/>
                    </a:cubicBezTo>
                    <a:cubicBezTo>
                      <a:pt x="5500" y="514"/>
                      <a:pt x="4504" y="1"/>
                      <a:pt x="34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18" name="Google Shape;618;p29"/>
              <p:cNvSpPr/>
              <p:nvPr/>
            </p:nvSpPr>
            <p:spPr>
              <a:xfrm>
                <a:off x="3498214" y="1502669"/>
                <a:ext cx="13375" cy="13349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0" extrusionOk="0">
                    <a:moveTo>
                      <a:pt x="251" y="0"/>
                    </a:moveTo>
                    <a:cubicBezTo>
                      <a:pt x="117" y="0"/>
                      <a:pt x="1" y="107"/>
                      <a:pt x="1" y="250"/>
                    </a:cubicBezTo>
                    <a:cubicBezTo>
                      <a:pt x="1" y="384"/>
                      <a:pt x="117" y="500"/>
                      <a:pt x="251" y="500"/>
                    </a:cubicBezTo>
                    <a:cubicBezTo>
                      <a:pt x="384" y="500"/>
                      <a:pt x="500" y="384"/>
                      <a:pt x="500" y="250"/>
                    </a:cubicBezTo>
                    <a:cubicBezTo>
                      <a:pt x="500" y="107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19" name="Google Shape;619;p29"/>
              <p:cNvSpPr/>
              <p:nvPr/>
            </p:nvSpPr>
            <p:spPr>
              <a:xfrm>
                <a:off x="3525123" y="1502669"/>
                <a:ext cx="13375" cy="13349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0" extrusionOk="0">
                    <a:moveTo>
                      <a:pt x="251" y="0"/>
                    </a:moveTo>
                    <a:cubicBezTo>
                      <a:pt x="108" y="0"/>
                      <a:pt x="1" y="107"/>
                      <a:pt x="1" y="250"/>
                    </a:cubicBezTo>
                    <a:cubicBezTo>
                      <a:pt x="1" y="384"/>
                      <a:pt x="108" y="500"/>
                      <a:pt x="251" y="500"/>
                    </a:cubicBezTo>
                    <a:cubicBezTo>
                      <a:pt x="384" y="500"/>
                      <a:pt x="500" y="384"/>
                      <a:pt x="500" y="250"/>
                    </a:cubicBezTo>
                    <a:cubicBezTo>
                      <a:pt x="500" y="107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20" name="Google Shape;620;p29"/>
              <p:cNvSpPr/>
              <p:nvPr/>
            </p:nvSpPr>
            <p:spPr>
              <a:xfrm>
                <a:off x="3551820" y="1502563"/>
                <a:ext cx="15244" cy="13429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03" extrusionOk="0">
                    <a:moveTo>
                      <a:pt x="282" y="0"/>
                    </a:moveTo>
                    <a:cubicBezTo>
                      <a:pt x="241" y="0"/>
                      <a:pt x="199" y="10"/>
                      <a:pt x="161" y="31"/>
                    </a:cubicBezTo>
                    <a:cubicBezTo>
                      <a:pt x="45" y="102"/>
                      <a:pt x="0" y="254"/>
                      <a:pt x="71" y="370"/>
                    </a:cubicBezTo>
                    <a:cubicBezTo>
                      <a:pt x="114" y="454"/>
                      <a:pt x="197" y="502"/>
                      <a:pt x="285" y="502"/>
                    </a:cubicBezTo>
                    <a:cubicBezTo>
                      <a:pt x="327" y="502"/>
                      <a:pt x="370" y="491"/>
                      <a:pt x="410" y="468"/>
                    </a:cubicBezTo>
                    <a:cubicBezTo>
                      <a:pt x="526" y="397"/>
                      <a:pt x="571" y="245"/>
                      <a:pt x="500" y="129"/>
                    </a:cubicBezTo>
                    <a:cubicBezTo>
                      <a:pt x="500" y="129"/>
                      <a:pt x="500" y="120"/>
                      <a:pt x="500" y="120"/>
                    </a:cubicBezTo>
                    <a:cubicBezTo>
                      <a:pt x="452" y="42"/>
                      <a:pt x="367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grpSp>
          <p:nvGrpSpPr>
            <p:cNvPr id="621" name="Google Shape;621;p29"/>
            <p:cNvGrpSpPr/>
            <p:nvPr/>
          </p:nvGrpSpPr>
          <p:grpSpPr>
            <a:xfrm>
              <a:off x="824731" y="1309864"/>
              <a:ext cx="1447458" cy="3477162"/>
              <a:chOff x="824731" y="1309864"/>
              <a:chExt cx="1447458" cy="3477162"/>
            </a:xfrm>
          </p:grpSpPr>
          <p:grpSp>
            <p:nvGrpSpPr>
              <p:cNvPr id="622" name="Google Shape;622;p29"/>
              <p:cNvGrpSpPr/>
              <p:nvPr/>
            </p:nvGrpSpPr>
            <p:grpSpPr>
              <a:xfrm>
                <a:off x="824731" y="1309864"/>
                <a:ext cx="1447458" cy="3477162"/>
                <a:chOff x="528751" y="1599651"/>
                <a:chExt cx="1322242" cy="3176361"/>
              </a:xfrm>
            </p:grpSpPr>
            <p:sp>
              <p:nvSpPr>
                <p:cNvPr id="623" name="Google Shape;623;p29"/>
                <p:cNvSpPr/>
                <p:nvPr/>
              </p:nvSpPr>
              <p:spPr>
                <a:xfrm>
                  <a:off x="1091451" y="3839847"/>
                  <a:ext cx="237424" cy="850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5596" extrusionOk="0">
                      <a:moveTo>
                        <a:pt x="1562" y="1"/>
                      </a:moveTo>
                      <a:lnTo>
                        <a:pt x="1" y="126"/>
                      </a:lnTo>
                      <a:cubicBezTo>
                        <a:pt x="97" y="354"/>
                        <a:pt x="497" y="5511"/>
                        <a:pt x="466" y="5594"/>
                      </a:cubicBezTo>
                      <a:lnTo>
                        <a:pt x="466" y="5594"/>
                      </a:lnTo>
                      <a:lnTo>
                        <a:pt x="1491" y="5523"/>
                      </a:lnTo>
                      <a:lnTo>
                        <a:pt x="1562" y="1"/>
                      </a:lnTo>
                      <a:close/>
                      <a:moveTo>
                        <a:pt x="466" y="5594"/>
                      </a:moveTo>
                      <a:lnTo>
                        <a:pt x="465" y="5594"/>
                      </a:lnTo>
                      <a:cubicBezTo>
                        <a:pt x="465" y="5595"/>
                        <a:pt x="465" y="5595"/>
                        <a:pt x="466" y="5595"/>
                      </a:cubicBezTo>
                      <a:cubicBezTo>
                        <a:pt x="466" y="5595"/>
                        <a:pt x="466" y="5595"/>
                        <a:pt x="466" y="5594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4" name="Google Shape;624;p29"/>
                <p:cNvSpPr/>
                <p:nvPr/>
              </p:nvSpPr>
              <p:spPr>
                <a:xfrm>
                  <a:off x="1156504" y="4680179"/>
                  <a:ext cx="307947" cy="92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341" extrusionOk="0">
                      <a:moveTo>
                        <a:pt x="1098" y="0"/>
                      </a:moveTo>
                      <a:lnTo>
                        <a:pt x="1" y="18"/>
                      </a:lnTo>
                      <a:lnTo>
                        <a:pt x="10" y="330"/>
                      </a:lnTo>
                      <a:lnTo>
                        <a:pt x="72" y="330"/>
                      </a:lnTo>
                      <a:cubicBezTo>
                        <a:pt x="213" y="335"/>
                        <a:pt x="551" y="341"/>
                        <a:pt x="894" y="341"/>
                      </a:cubicBezTo>
                      <a:cubicBezTo>
                        <a:pt x="1293" y="341"/>
                        <a:pt x="1697" y="332"/>
                        <a:pt x="1803" y="304"/>
                      </a:cubicBezTo>
                      <a:cubicBezTo>
                        <a:pt x="2026" y="250"/>
                        <a:pt x="1098" y="90"/>
                        <a:pt x="1098" y="90"/>
                      </a:cubicBezTo>
                      <a:lnTo>
                        <a:pt x="109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5" name="Google Shape;625;p29"/>
                <p:cNvSpPr/>
                <p:nvPr/>
              </p:nvSpPr>
              <p:spPr>
                <a:xfrm>
                  <a:off x="790493" y="3862951"/>
                  <a:ext cx="252320" cy="832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5479" extrusionOk="0">
                      <a:moveTo>
                        <a:pt x="0" y="1"/>
                      </a:moveTo>
                      <a:cubicBezTo>
                        <a:pt x="27" y="99"/>
                        <a:pt x="562" y="5478"/>
                        <a:pt x="562" y="5478"/>
                      </a:cubicBezTo>
                      <a:lnTo>
                        <a:pt x="1597" y="5416"/>
                      </a:lnTo>
                      <a:lnTo>
                        <a:pt x="1660" y="1"/>
                      </a:ln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6" name="Google Shape;626;p29"/>
                <p:cNvSpPr/>
                <p:nvPr/>
              </p:nvSpPr>
              <p:spPr>
                <a:xfrm>
                  <a:off x="870450" y="4683628"/>
                  <a:ext cx="307947" cy="92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341" extrusionOk="0">
                      <a:moveTo>
                        <a:pt x="1098" y="0"/>
                      </a:moveTo>
                      <a:lnTo>
                        <a:pt x="1" y="18"/>
                      </a:lnTo>
                      <a:lnTo>
                        <a:pt x="9" y="330"/>
                      </a:lnTo>
                      <a:lnTo>
                        <a:pt x="72" y="330"/>
                      </a:lnTo>
                      <a:cubicBezTo>
                        <a:pt x="212" y="334"/>
                        <a:pt x="551" y="340"/>
                        <a:pt x="895" y="340"/>
                      </a:cubicBezTo>
                      <a:cubicBezTo>
                        <a:pt x="1295" y="340"/>
                        <a:pt x="1701" y="332"/>
                        <a:pt x="1812" y="303"/>
                      </a:cubicBezTo>
                      <a:cubicBezTo>
                        <a:pt x="2026" y="250"/>
                        <a:pt x="1098" y="98"/>
                        <a:pt x="1098" y="98"/>
                      </a:cubicBezTo>
                      <a:lnTo>
                        <a:pt x="109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7" name="Google Shape;627;p29"/>
                <p:cNvSpPr/>
                <p:nvPr/>
              </p:nvSpPr>
              <p:spPr>
                <a:xfrm>
                  <a:off x="1481937" y="2231520"/>
                  <a:ext cx="369056" cy="481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3169" extrusionOk="0">
                      <a:moveTo>
                        <a:pt x="1048" y="0"/>
                      </a:moveTo>
                      <a:cubicBezTo>
                        <a:pt x="1005" y="0"/>
                        <a:pt x="970" y="50"/>
                        <a:pt x="991" y="100"/>
                      </a:cubicBezTo>
                      <a:cubicBezTo>
                        <a:pt x="1018" y="162"/>
                        <a:pt x="1027" y="234"/>
                        <a:pt x="1027" y="305"/>
                      </a:cubicBezTo>
                      <a:cubicBezTo>
                        <a:pt x="1027" y="367"/>
                        <a:pt x="1027" y="421"/>
                        <a:pt x="1009" y="483"/>
                      </a:cubicBezTo>
                      <a:cubicBezTo>
                        <a:pt x="991" y="546"/>
                        <a:pt x="973" y="599"/>
                        <a:pt x="956" y="644"/>
                      </a:cubicBezTo>
                      <a:lnTo>
                        <a:pt x="1" y="2143"/>
                      </a:lnTo>
                      <a:lnTo>
                        <a:pt x="411" y="3169"/>
                      </a:lnTo>
                      <a:lnTo>
                        <a:pt x="1598" y="1224"/>
                      </a:lnTo>
                      <a:cubicBezTo>
                        <a:pt x="1812" y="1090"/>
                        <a:pt x="1937" y="974"/>
                        <a:pt x="2080" y="894"/>
                      </a:cubicBezTo>
                      <a:cubicBezTo>
                        <a:pt x="2249" y="796"/>
                        <a:pt x="2320" y="742"/>
                        <a:pt x="2294" y="715"/>
                      </a:cubicBezTo>
                      <a:cubicBezTo>
                        <a:pt x="2285" y="701"/>
                        <a:pt x="2281" y="693"/>
                        <a:pt x="2269" y="693"/>
                      </a:cubicBezTo>
                      <a:cubicBezTo>
                        <a:pt x="2242" y="693"/>
                        <a:pt x="2175" y="731"/>
                        <a:pt x="1937" y="822"/>
                      </a:cubicBezTo>
                      <a:cubicBezTo>
                        <a:pt x="1937" y="822"/>
                        <a:pt x="2427" y="626"/>
                        <a:pt x="2285" y="582"/>
                      </a:cubicBezTo>
                      <a:cubicBezTo>
                        <a:pt x="2281" y="581"/>
                        <a:pt x="2277" y="580"/>
                        <a:pt x="2272" y="580"/>
                      </a:cubicBezTo>
                      <a:cubicBezTo>
                        <a:pt x="2241" y="580"/>
                        <a:pt x="2179" y="597"/>
                        <a:pt x="2110" y="619"/>
                      </a:cubicBezTo>
                      <a:lnTo>
                        <a:pt x="2110" y="619"/>
                      </a:lnTo>
                      <a:cubicBezTo>
                        <a:pt x="2223" y="564"/>
                        <a:pt x="2260" y="517"/>
                        <a:pt x="2249" y="483"/>
                      </a:cubicBezTo>
                      <a:cubicBezTo>
                        <a:pt x="2245" y="472"/>
                        <a:pt x="2230" y="468"/>
                        <a:pt x="2208" y="468"/>
                      </a:cubicBezTo>
                      <a:cubicBezTo>
                        <a:pt x="2124" y="468"/>
                        <a:pt x="1936" y="534"/>
                        <a:pt x="1826" y="575"/>
                      </a:cubicBezTo>
                      <a:lnTo>
                        <a:pt x="1826" y="575"/>
                      </a:lnTo>
                      <a:cubicBezTo>
                        <a:pt x="1939" y="530"/>
                        <a:pt x="2132" y="452"/>
                        <a:pt x="2169" y="421"/>
                      </a:cubicBezTo>
                      <a:cubicBezTo>
                        <a:pt x="2231" y="385"/>
                        <a:pt x="2142" y="359"/>
                        <a:pt x="2062" y="359"/>
                      </a:cubicBezTo>
                      <a:cubicBezTo>
                        <a:pt x="1981" y="367"/>
                        <a:pt x="1482" y="474"/>
                        <a:pt x="1339" y="492"/>
                      </a:cubicBezTo>
                      <a:cubicBezTo>
                        <a:pt x="1330" y="496"/>
                        <a:pt x="1320" y="498"/>
                        <a:pt x="1311" y="498"/>
                      </a:cubicBezTo>
                      <a:cubicBezTo>
                        <a:pt x="1277" y="498"/>
                        <a:pt x="1246" y="472"/>
                        <a:pt x="1232" y="430"/>
                      </a:cubicBezTo>
                      <a:cubicBezTo>
                        <a:pt x="1232" y="430"/>
                        <a:pt x="1232" y="421"/>
                        <a:pt x="1232" y="421"/>
                      </a:cubicBezTo>
                      <a:cubicBezTo>
                        <a:pt x="1241" y="207"/>
                        <a:pt x="1134" y="37"/>
                        <a:pt x="1080" y="11"/>
                      </a:cubicBezTo>
                      <a:cubicBezTo>
                        <a:pt x="1070" y="3"/>
                        <a:pt x="1058" y="0"/>
                        <a:pt x="1048" y="0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8" name="Google Shape;628;p29"/>
                <p:cNvSpPr/>
                <p:nvPr/>
              </p:nvSpPr>
              <p:spPr>
                <a:xfrm>
                  <a:off x="845973" y="2150352"/>
                  <a:ext cx="470744" cy="754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" h="4961" extrusionOk="0">
                      <a:moveTo>
                        <a:pt x="2124" y="0"/>
                      </a:moveTo>
                      <a:lnTo>
                        <a:pt x="938" y="9"/>
                      </a:lnTo>
                      <a:lnTo>
                        <a:pt x="1" y="241"/>
                      </a:lnTo>
                      <a:cubicBezTo>
                        <a:pt x="1" y="241"/>
                        <a:pt x="46" y="2008"/>
                        <a:pt x="46" y="2034"/>
                      </a:cubicBezTo>
                      <a:cubicBezTo>
                        <a:pt x="46" y="2061"/>
                        <a:pt x="572" y="3712"/>
                        <a:pt x="572" y="3712"/>
                      </a:cubicBezTo>
                      <a:lnTo>
                        <a:pt x="545" y="4960"/>
                      </a:lnTo>
                      <a:lnTo>
                        <a:pt x="3097" y="4122"/>
                      </a:lnTo>
                      <a:lnTo>
                        <a:pt x="3088" y="2480"/>
                      </a:lnTo>
                      <a:lnTo>
                        <a:pt x="3088" y="197"/>
                      </a:lnTo>
                      <a:lnTo>
                        <a:pt x="21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29" name="Google Shape;629;p29"/>
                <p:cNvSpPr/>
                <p:nvPr/>
              </p:nvSpPr>
              <p:spPr>
                <a:xfrm>
                  <a:off x="528751" y="2186984"/>
                  <a:ext cx="383952" cy="69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6" h="4586" extrusionOk="0">
                      <a:moveTo>
                        <a:pt x="2088" y="0"/>
                      </a:moveTo>
                      <a:cubicBezTo>
                        <a:pt x="2088" y="0"/>
                        <a:pt x="1749" y="143"/>
                        <a:pt x="1615" y="250"/>
                      </a:cubicBezTo>
                      <a:cubicBezTo>
                        <a:pt x="1526" y="330"/>
                        <a:pt x="741" y="1731"/>
                        <a:pt x="232" y="2659"/>
                      </a:cubicBezTo>
                      <a:cubicBezTo>
                        <a:pt x="0" y="3087"/>
                        <a:pt x="152" y="3613"/>
                        <a:pt x="580" y="3845"/>
                      </a:cubicBezTo>
                      <a:cubicBezTo>
                        <a:pt x="589" y="3854"/>
                        <a:pt x="598" y="3863"/>
                        <a:pt x="616" y="3872"/>
                      </a:cubicBezTo>
                      <a:lnTo>
                        <a:pt x="2079" y="4586"/>
                      </a:lnTo>
                      <a:lnTo>
                        <a:pt x="2525" y="3355"/>
                      </a:lnTo>
                      <a:lnTo>
                        <a:pt x="1687" y="2900"/>
                      </a:lnTo>
                      <a:lnTo>
                        <a:pt x="2320" y="1802"/>
                      </a:lnTo>
                      <a:lnTo>
                        <a:pt x="208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0" name="Google Shape;630;p29"/>
                <p:cNvSpPr/>
                <p:nvPr/>
              </p:nvSpPr>
              <p:spPr>
                <a:xfrm>
                  <a:off x="761917" y="2776749"/>
                  <a:ext cx="120840" cy="10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" h="706" extrusionOk="0">
                      <a:moveTo>
                        <a:pt x="795" y="1"/>
                      </a:moveTo>
                      <a:lnTo>
                        <a:pt x="1" y="206"/>
                      </a:lnTo>
                      <a:lnTo>
                        <a:pt x="1" y="661"/>
                      </a:lnTo>
                      <a:lnTo>
                        <a:pt x="545" y="706"/>
                      </a:lnTo>
                      <a:lnTo>
                        <a:pt x="7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1" name="Google Shape;631;p29"/>
                <p:cNvSpPr/>
                <p:nvPr/>
              </p:nvSpPr>
              <p:spPr>
                <a:xfrm>
                  <a:off x="761917" y="2459522"/>
                  <a:ext cx="111416" cy="167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" h="1102" extrusionOk="0">
                      <a:moveTo>
                        <a:pt x="732" y="0"/>
                      </a:moveTo>
                      <a:lnTo>
                        <a:pt x="732" y="0"/>
                      </a:lnTo>
                      <a:cubicBezTo>
                        <a:pt x="509" y="18"/>
                        <a:pt x="331" y="179"/>
                        <a:pt x="242" y="375"/>
                      </a:cubicBezTo>
                      <a:cubicBezTo>
                        <a:pt x="144" y="571"/>
                        <a:pt x="126" y="794"/>
                        <a:pt x="108" y="1008"/>
                      </a:cubicBezTo>
                      <a:lnTo>
                        <a:pt x="1" y="1089"/>
                      </a:lnTo>
                      <a:cubicBezTo>
                        <a:pt x="64" y="1095"/>
                        <a:pt x="132" y="1101"/>
                        <a:pt x="197" y="1101"/>
                      </a:cubicBezTo>
                      <a:cubicBezTo>
                        <a:pt x="224" y="1101"/>
                        <a:pt x="251" y="1100"/>
                        <a:pt x="277" y="1098"/>
                      </a:cubicBezTo>
                      <a:cubicBezTo>
                        <a:pt x="367" y="1089"/>
                        <a:pt x="447" y="1044"/>
                        <a:pt x="518" y="982"/>
                      </a:cubicBezTo>
                      <a:cubicBezTo>
                        <a:pt x="599" y="893"/>
                        <a:pt x="625" y="759"/>
                        <a:pt x="643" y="643"/>
                      </a:cubicBezTo>
                      <a:lnTo>
                        <a:pt x="73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2" name="Google Shape;632;p29"/>
                <p:cNvSpPr/>
                <p:nvPr/>
              </p:nvSpPr>
              <p:spPr>
                <a:xfrm>
                  <a:off x="1263666" y="2180144"/>
                  <a:ext cx="411008" cy="602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3967" extrusionOk="0">
                      <a:moveTo>
                        <a:pt x="340" y="1"/>
                      </a:moveTo>
                      <a:lnTo>
                        <a:pt x="1" y="2338"/>
                      </a:lnTo>
                      <a:lnTo>
                        <a:pt x="714" y="3596"/>
                      </a:lnTo>
                      <a:cubicBezTo>
                        <a:pt x="741" y="3632"/>
                        <a:pt x="759" y="3658"/>
                        <a:pt x="777" y="3685"/>
                      </a:cubicBezTo>
                      <a:cubicBezTo>
                        <a:pt x="926" y="3871"/>
                        <a:pt x="1144" y="3967"/>
                        <a:pt x="1364" y="3967"/>
                      </a:cubicBezTo>
                      <a:cubicBezTo>
                        <a:pt x="1524" y="3967"/>
                        <a:pt x="1685" y="3915"/>
                        <a:pt x="1821" y="3810"/>
                      </a:cubicBezTo>
                      <a:lnTo>
                        <a:pt x="2623" y="2722"/>
                      </a:lnTo>
                      <a:cubicBezTo>
                        <a:pt x="2704" y="1758"/>
                        <a:pt x="2035" y="1428"/>
                        <a:pt x="2035" y="1428"/>
                      </a:cubicBezTo>
                      <a:lnTo>
                        <a:pt x="1375" y="2338"/>
                      </a:ln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3" name="Google Shape;633;p29"/>
                <p:cNvSpPr/>
                <p:nvPr/>
              </p:nvSpPr>
              <p:spPr>
                <a:xfrm>
                  <a:off x="919236" y="2143208"/>
                  <a:ext cx="274056" cy="278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3" h="1832" extrusionOk="0">
                      <a:moveTo>
                        <a:pt x="1048" y="1"/>
                      </a:moveTo>
                      <a:cubicBezTo>
                        <a:pt x="738" y="1"/>
                        <a:pt x="368" y="38"/>
                        <a:pt x="10" y="163"/>
                      </a:cubicBezTo>
                      <a:cubicBezTo>
                        <a:pt x="1" y="163"/>
                        <a:pt x="1491" y="1832"/>
                        <a:pt x="1491" y="1832"/>
                      </a:cubicBezTo>
                      <a:lnTo>
                        <a:pt x="1803" y="74"/>
                      </a:lnTo>
                      <a:cubicBezTo>
                        <a:pt x="1803" y="74"/>
                        <a:pt x="1485" y="1"/>
                        <a:pt x="1048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4" name="Google Shape;634;p29"/>
                <p:cNvSpPr/>
                <p:nvPr/>
              </p:nvSpPr>
              <p:spPr>
                <a:xfrm>
                  <a:off x="919236" y="2167984"/>
                  <a:ext cx="397480" cy="436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" h="2873" extrusionOk="0">
                      <a:moveTo>
                        <a:pt x="1" y="0"/>
                      </a:moveTo>
                      <a:cubicBezTo>
                        <a:pt x="10" y="18"/>
                        <a:pt x="19" y="27"/>
                        <a:pt x="27" y="36"/>
                      </a:cubicBezTo>
                      <a:lnTo>
                        <a:pt x="99" y="125"/>
                      </a:lnTo>
                      <a:lnTo>
                        <a:pt x="375" y="438"/>
                      </a:lnTo>
                      <a:lnTo>
                        <a:pt x="1285" y="1463"/>
                      </a:lnTo>
                      <a:cubicBezTo>
                        <a:pt x="1642" y="1865"/>
                        <a:pt x="1972" y="2222"/>
                        <a:pt x="2213" y="2472"/>
                      </a:cubicBezTo>
                      <a:cubicBezTo>
                        <a:pt x="2338" y="2596"/>
                        <a:pt x="2436" y="2703"/>
                        <a:pt x="2508" y="2766"/>
                      </a:cubicBezTo>
                      <a:cubicBezTo>
                        <a:pt x="2543" y="2802"/>
                        <a:pt x="2570" y="2828"/>
                        <a:pt x="2588" y="2846"/>
                      </a:cubicBezTo>
                      <a:cubicBezTo>
                        <a:pt x="2597" y="2855"/>
                        <a:pt x="2606" y="2864"/>
                        <a:pt x="2615" y="2873"/>
                      </a:cubicBezTo>
                      <a:cubicBezTo>
                        <a:pt x="2615" y="2864"/>
                        <a:pt x="2606" y="2855"/>
                        <a:pt x="2597" y="2837"/>
                      </a:cubicBezTo>
                      <a:lnTo>
                        <a:pt x="2516" y="2757"/>
                      </a:lnTo>
                      <a:lnTo>
                        <a:pt x="2231" y="2454"/>
                      </a:lnTo>
                      <a:cubicBezTo>
                        <a:pt x="1990" y="2195"/>
                        <a:pt x="1669" y="1838"/>
                        <a:pt x="1312" y="1437"/>
                      </a:cubicBezTo>
                      <a:cubicBezTo>
                        <a:pt x="955" y="1035"/>
                        <a:pt x="634" y="678"/>
                        <a:pt x="393" y="420"/>
                      </a:cubicBezTo>
                      <a:cubicBezTo>
                        <a:pt x="277" y="286"/>
                        <a:pt x="179" y="188"/>
                        <a:pt x="108" y="116"/>
                      </a:cubicBezTo>
                      <a:lnTo>
                        <a:pt x="27" y="27"/>
                      </a:lnTo>
                      <a:cubicBezTo>
                        <a:pt x="19" y="18"/>
                        <a:pt x="10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5" name="Google Shape;635;p29"/>
                <p:cNvSpPr/>
                <p:nvPr/>
              </p:nvSpPr>
              <p:spPr>
                <a:xfrm>
                  <a:off x="835181" y="2371362"/>
                  <a:ext cx="86944" cy="309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" h="2035" extrusionOk="0">
                      <a:moveTo>
                        <a:pt x="1" y="1"/>
                      </a:moveTo>
                      <a:cubicBezTo>
                        <a:pt x="1" y="27"/>
                        <a:pt x="1" y="54"/>
                        <a:pt x="10" y="81"/>
                      </a:cubicBezTo>
                      <a:cubicBezTo>
                        <a:pt x="18" y="134"/>
                        <a:pt x="36" y="206"/>
                        <a:pt x="63" y="304"/>
                      </a:cubicBezTo>
                      <a:cubicBezTo>
                        <a:pt x="108" y="491"/>
                        <a:pt x="179" y="741"/>
                        <a:pt x="268" y="1018"/>
                      </a:cubicBezTo>
                      <a:cubicBezTo>
                        <a:pt x="349" y="1294"/>
                        <a:pt x="429" y="1553"/>
                        <a:pt x="482" y="1731"/>
                      </a:cubicBezTo>
                      <a:lnTo>
                        <a:pt x="545" y="1954"/>
                      </a:lnTo>
                      <a:cubicBezTo>
                        <a:pt x="554" y="1981"/>
                        <a:pt x="563" y="2008"/>
                        <a:pt x="572" y="2035"/>
                      </a:cubicBezTo>
                      <a:cubicBezTo>
                        <a:pt x="572" y="2008"/>
                        <a:pt x="572" y="1972"/>
                        <a:pt x="563" y="1945"/>
                      </a:cubicBezTo>
                      <a:cubicBezTo>
                        <a:pt x="554" y="1901"/>
                        <a:pt x="536" y="1820"/>
                        <a:pt x="509" y="1731"/>
                      </a:cubicBezTo>
                      <a:cubicBezTo>
                        <a:pt x="456" y="1544"/>
                        <a:pt x="384" y="1285"/>
                        <a:pt x="295" y="1009"/>
                      </a:cubicBezTo>
                      <a:cubicBezTo>
                        <a:pt x="206" y="732"/>
                        <a:pt x="134" y="482"/>
                        <a:pt x="81" y="295"/>
                      </a:cubicBezTo>
                      <a:cubicBezTo>
                        <a:pt x="54" y="206"/>
                        <a:pt x="36" y="134"/>
                        <a:pt x="18" y="81"/>
                      </a:cubicBezTo>
                      <a:cubicBezTo>
                        <a:pt x="18" y="54"/>
                        <a:pt x="10" y="27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6" name="Google Shape;636;p29"/>
                <p:cNvSpPr/>
                <p:nvPr/>
              </p:nvSpPr>
              <p:spPr>
                <a:xfrm>
                  <a:off x="679230" y="2583859"/>
                  <a:ext cx="111416" cy="39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" h="262" extrusionOk="0">
                      <a:moveTo>
                        <a:pt x="169" y="1"/>
                      </a:moveTo>
                      <a:cubicBezTo>
                        <a:pt x="128" y="1"/>
                        <a:pt x="91" y="17"/>
                        <a:pt x="54" y="39"/>
                      </a:cubicBezTo>
                      <a:cubicBezTo>
                        <a:pt x="27" y="57"/>
                        <a:pt x="10" y="83"/>
                        <a:pt x="10" y="119"/>
                      </a:cubicBezTo>
                      <a:cubicBezTo>
                        <a:pt x="1" y="146"/>
                        <a:pt x="10" y="155"/>
                        <a:pt x="10" y="155"/>
                      </a:cubicBezTo>
                      <a:cubicBezTo>
                        <a:pt x="10" y="155"/>
                        <a:pt x="10" y="146"/>
                        <a:pt x="19" y="119"/>
                      </a:cubicBezTo>
                      <a:cubicBezTo>
                        <a:pt x="27" y="92"/>
                        <a:pt x="45" y="75"/>
                        <a:pt x="72" y="57"/>
                      </a:cubicBezTo>
                      <a:cubicBezTo>
                        <a:pt x="108" y="39"/>
                        <a:pt x="152" y="30"/>
                        <a:pt x="188" y="30"/>
                      </a:cubicBezTo>
                      <a:cubicBezTo>
                        <a:pt x="242" y="39"/>
                        <a:pt x="295" y="66"/>
                        <a:pt x="340" y="92"/>
                      </a:cubicBezTo>
                      <a:cubicBezTo>
                        <a:pt x="456" y="173"/>
                        <a:pt x="589" y="226"/>
                        <a:pt x="732" y="262"/>
                      </a:cubicBezTo>
                      <a:cubicBezTo>
                        <a:pt x="732" y="253"/>
                        <a:pt x="554" y="190"/>
                        <a:pt x="358" y="66"/>
                      </a:cubicBezTo>
                      <a:cubicBezTo>
                        <a:pt x="304" y="30"/>
                        <a:pt x="250" y="12"/>
                        <a:pt x="197" y="3"/>
                      </a:cubicBezTo>
                      <a:cubicBezTo>
                        <a:pt x="187" y="2"/>
                        <a:pt x="17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7" name="Google Shape;637;p29"/>
                <p:cNvSpPr/>
                <p:nvPr/>
              </p:nvSpPr>
              <p:spPr>
                <a:xfrm>
                  <a:off x="1303034" y="2268305"/>
                  <a:ext cx="29944" cy="35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2365" extrusionOk="0">
                      <a:moveTo>
                        <a:pt x="0" y="1"/>
                      </a:moveTo>
                      <a:cubicBezTo>
                        <a:pt x="0" y="36"/>
                        <a:pt x="0" y="63"/>
                        <a:pt x="9" y="90"/>
                      </a:cubicBezTo>
                      <a:cubicBezTo>
                        <a:pt x="27" y="152"/>
                        <a:pt x="45" y="241"/>
                        <a:pt x="63" y="340"/>
                      </a:cubicBezTo>
                      <a:cubicBezTo>
                        <a:pt x="125" y="616"/>
                        <a:pt x="161" y="902"/>
                        <a:pt x="170" y="1178"/>
                      </a:cubicBezTo>
                      <a:cubicBezTo>
                        <a:pt x="161" y="1464"/>
                        <a:pt x="134" y="1740"/>
                        <a:pt x="81" y="2017"/>
                      </a:cubicBezTo>
                      <a:lnTo>
                        <a:pt x="36" y="2266"/>
                      </a:lnTo>
                      <a:cubicBezTo>
                        <a:pt x="36" y="2302"/>
                        <a:pt x="27" y="2329"/>
                        <a:pt x="27" y="2365"/>
                      </a:cubicBezTo>
                      <a:cubicBezTo>
                        <a:pt x="36" y="2338"/>
                        <a:pt x="45" y="2302"/>
                        <a:pt x="54" y="2275"/>
                      </a:cubicBezTo>
                      <a:cubicBezTo>
                        <a:pt x="63" y="2213"/>
                        <a:pt x="90" y="2133"/>
                        <a:pt x="107" y="2026"/>
                      </a:cubicBezTo>
                      <a:cubicBezTo>
                        <a:pt x="161" y="1749"/>
                        <a:pt x="197" y="1464"/>
                        <a:pt x="197" y="1178"/>
                      </a:cubicBezTo>
                      <a:cubicBezTo>
                        <a:pt x="197" y="902"/>
                        <a:pt x="152" y="616"/>
                        <a:pt x="90" y="340"/>
                      </a:cubicBezTo>
                      <a:cubicBezTo>
                        <a:pt x="63" y="232"/>
                        <a:pt x="36" y="152"/>
                        <a:pt x="27" y="90"/>
                      </a:cubicBezTo>
                      <a:cubicBezTo>
                        <a:pt x="18" y="63"/>
                        <a:pt x="9" y="27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8" name="Google Shape;638;p29"/>
                <p:cNvSpPr/>
                <p:nvPr/>
              </p:nvSpPr>
              <p:spPr>
                <a:xfrm>
                  <a:off x="1467041" y="2544947"/>
                  <a:ext cx="9728" cy="104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688" extrusionOk="0">
                      <a:moveTo>
                        <a:pt x="54" y="0"/>
                      </a:moveTo>
                      <a:lnTo>
                        <a:pt x="54" y="0"/>
                      </a:lnTo>
                      <a:cubicBezTo>
                        <a:pt x="28" y="116"/>
                        <a:pt x="19" y="232"/>
                        <a:pt x="19" y="339"/>
                      </a:cubicBezTo>
                      <a:cubicBezTo>
                        <a:pt x="1" y="455"/>
                        <a:pt x="1" y="571"/>
                        <a:pt x="10" y="687"/>
                      </a:cubicBezTo>
                      <a:cubicBezTo>
                        <a:pt x="37" y="571"/>
                        <a:pt x="45" y="455"/>
                        <a:pt x="45" y="348"/>
                      </a:cubicBezTo>
                      <a:cubicBezTo>
                        <a:pt x="63" y="232"/>
                        <a:pt x="63" y="116"/>
                        <a:pt x="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39" name="Google Shape;639;p29"/>
                <p:cNvSpPr/>
                <p:nvPr/>
              </p:nvSpPr>
              <p:spPr>
                <a:xfrm>
                  <a:off x="1467041" y="2527315"/>
                  <a:ext cx="46360" cy="1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68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37" y="134"/>
                        <a:pt x="81" y="268"/>
                        <a:pt x="144" y="393"/>
                      </a:cubicBezTo>
                      <a:cubicBezTo>
                        <a:pt x="188" y="527"/>
                        <a:pt x="242" y="652"/>
                        <a:pt x="304" y="768"/>
                      </a:cubicBezTo>
                      <a:cubicBezTo>
                        <a:pt x="268" y="634"/>
                        <a:pt x="224" y="509"/>
                        <a:pt x="170" y="384"/>
                      </a:cubicBezTo>
                      <a:cubicBezTo>
                        <a:pt x="126" y="250"/>
                        <a:pt x="72" y="125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0" name="Google Shape;640;p29"/>
                <p:cNvSpPr/>
                <p:nvPr/>
              </p:nvSpPr>
              <p:spPr>
                <a:xfrm>
                  <a:off x="1509144" y="2481259"/>
                  <a:ext cx="89680" cy="20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1339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9"/>
                        <a:pt x="63" y="63"/>
                        <a:pt x="161" y="161"/>
                      </a:cubicBezTo>
                      <a:cubicBezTo>
                        <a:pt x="277" y="295"/>
                        <a:pt x="384" y="437"/>
                        <a:pt x="455" y="607"/>
                      </a:cubicBezTo>
                      <a:cubicBezTo>
                        <a:pt x="527" y="767"/>
                        <a:pt x="562" y="937"/>
                        <a:pt x="571" y="1115"/>
                      </a:cubicBezTo>
                      <a:cubicBezTo>
                        <a:pt x="571" y="1258"/>
                        <a:pt x="562" y="1338"/>
                        <a:pt x="571" y="1338"/>
                      </a:cubicBezTo>
                      <a:cubicBezTo>
                        <a:pt x="571" y="1320"/>
                        <a:pt x="580" y="1303"/>
                        <a:pt x="580" y="1285"/>
                      </a:cubicBezTo>
                      <a:cubicBezTo>
                        <a:pt x="589" y="1231"/>
                        <a:pt x="589" y="1169"/>
                        <a:pt x="589" y="1115"/>
                      </a:cubicBezTo>
                      <a:cubicBezTo>
                        <a:pt x="589" y="937"/>
                        <a:pt x="553" y="758"/>
                        <a:pt x="482" y="589"/>
                      </a:cubicBezTo>
                      <a:cubicBezTo>
                        <a:pt x="384" y="375"/>
                        <a:pt x="241" y="187"/>
                        <a:pt x="54" y="36"/>
                      </a:cubicBezTo>
                      <a:cubicBezTo>
                        <a:pt x="36" y="18"/>
                        <a:pt x="27" y="9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1" name="Google Shape;641;p29"/>
                <p:cNvSpPr/>
                <p:nvPr/>
              </p:nvSpPr>
              <p:spPr>
                <a:xfrm>
                  <a:off x="744285" y="2703637"/>
                  <a:ext cx="604960" cy="1398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0" h="9198" extrusionOk="0">
                      <a:moveTo>
                        <a:pt x="1330" y="0"/>
                      </a:moveTo>
                      <a:lnTo>
                        <a:pt x="1321" y="89"/>
                      </a:lnTo>
                      <a:cubicBezTo>
                        <a:pt x="1321" y="89"/>
                        <a:pt x="170" y="1481"/>
                        <a:pt x="81" y="2436"/>
                      </a:cubicBezTo>
                      <a:cubicBezTo>
                        <a:pt x="1" y="3221"/>
                        <a:pt x="215" y="9198"/>
                        <a:pt x="215" y="9198"/>
                      </a:cubicBezTo>
                      <a:lnTo>
                        <a:pt x="3980" y="8778"/>
                      </a:lnTo>
                      <a:lnTo>
                        <a:pt x="3810" y="89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2" name="Google Shape;642;p29"/>
                <p:cNvSpPr/>
                <p:nvPr/>
              </p:nvSpPr>
              <p:spPr>
                <a:xfrm>
                  <a:off x="1210770" y="1835557"/>
                  <a:ext cx="89680" cy="15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1030" extrusionOk="0">
                      <a:moveTo>
                        <a:pt x="362" y="1"/>
                      </a:moveTo>
                      <a:cubicBezTo>
                        <a:pt x="341" y="1"/>
                        <a:pt x="289" y="54"/>
                        <a:pt x="215" y="153"/>
                      </a:cubicBezTo>
                      <a:cubicBezTo>
                        <a:pt x="170" y="216"/>
                        <a:pt x="135" y="287"/>
                        <a:pt x="99" y="350"/>
                      </a:cubicBezTo>
                      <a:cubicBezTo>
                        <a:pt x="45" y="439"/>
                        <a:pt x="10" y="537"/>
                        <a:pt x="1" y="644"/>
                      </a:cubicBezTo>
                      <a:cubicBezTo>
                        <a:pt x="1" y="760"/>
                        <a:pt x="45" y="876"/>
                        <a:pt x="135" y="947"/>
                      </a:cubicBezTo>
                      <a:cubicBezTo>
                        <a:pt x="197" y="1002"/>
                        <a:pt x="280" y="1029"/>
                        <a:pt x="359" y="1029"/>
                      </a:cubicBezTo>
                      <a:cubicBezTo>
                        <a:pt x="371" y="1029"/>
                        <a:pt x="382" y="1029"/>
                        <a:pt x="393" y="1028"/>
                      </a:cubicBezTo>
                      <a:cubicBezTo>
                        <a:pt x="456" y="1019"/>
                        <a:pt x="509" y="1001"/>
                        <a:pt x="554" y="956"/>
                      </a:cubicBezTo>
                      <a:cubicBezTo>
                        <a:pt x="581" y="930"/>
                        <a:pt x="590" y="912"/>
                        <a:pt x="581" y="903"/>
                      </a:cubicBezTo>
                      <a:cubicBezTo>
                        <a:pt x="579" y="899"/>
                        <a:pt x="574" y="898"/>
                        <a:pt x="567" y="898"/>
                      </a:cubicBezTo>
                      <a:cubicBezTo>
                        <a:pt x="545" y="898"/>
                        <a:pt x="496" y="913"/>
                        <a:pt x="429" y="913"/>
                      </a:cubicBezTo>
                      <a:cubicBezTo>
                        <a:pt x="417" y="913"/>
                        <a:pt x="406" y="913"/>
                        <a:pt x="393" y="912"/>
                      </a:cubicBezTo>
                      <a:cubicBezTo>
                        <a:pt x="331" y="903"/>
                        <a:pt x="277" y="876"/>
                        <a:pt x="242" y="840"/>
                      </a:cubicBezTo>
                      <a:cubicBezTo>
                        <a:pt x="188" y="787"/>
                        <a:pt x="161" y="715"/>
                        <a:pt x="161" y="653"/>
                      </a:cubicBezTo>
                      <a:cubicBezTo>
                        <a:pt x="170" y="564"/>
                        <a:pt x="197" y="492"/>
                        <a:pt x="233" y="412"/>
                      </a:cubicBezTo>
                      <a:cubicBezTo>
                        <a:pt x="268" y="341"/>
                        <a:pt x="295" y="269"/>
                        <a:pt x="322" y="207"/>
                      </a:cubicBezTo>
                      <a:cubicBezTo>
                        <a:pt x="367" y="91"/>
                        <a:pt x="393" y="20"/>
                        <a:pt x="367" y="2"/>
                      </a:cubicBezTo>
                      <a:cubicBezTo>
                        <a:pt x="365" y="1"/>
                        <a:pt x="364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3" name="Google Shape;643;p29"/>
                <p:cNvSpPr/>
                <p:nvPr/>
              </p:nvSpPr>
              <p:spPr>
                <a:xfrm>
                  <a:off x="821653" y="1599651"/>
                  <a:ext cx="191368" cy="171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130" extrusionOk="0">
                      <a:moveTo>
                        <a:pt x="702" y="0"/>
                      </a:moveTo>
                      <a:cubicBezTo>
                        <a:pt x="596" y="0"/>
                        <a:pt x="490" y="28"/>
                        <a:pt x="393" y="82"/>
                      </a:cubicBezTo>
                      <a:cubicBezTo>
                        <a:pt x="241" y="153"/>
                        <a:pt x="125" y="278"/>
                        <a:pt x="63" y="439"/>
                      </a:cubicBezTo>
                      <a:cubicBezTo>
                        <a:pt x="0" y="590"/>
                        <a:pt x="18" y="769"/>
                        <a:pt x="107" y="911"/>
                      </a:cubicBezTo>
                      <a:cubicBezTo>
                        <a:pt x="215" y="1055"/>
                        <a:pt x="381" y="1130"/>
                        <a:pt x="554" y="1130"/>
                      </a:cubicBezTo>
                      <a:cubicBezTo>
                        <a:pt x="595" y="1130"/>
                        <a:pt x="637" y="1125"/>
                        <a:pt x="678" y="1117"/>
                      </a:cubicBezTo>
                      <a:cubicBezTo>
                        <a:pt x="884" y="1063"/>
                        <a:pt x="1062" y="920"/>
                        <a:pt x="1160" y="733"/>
                      </a:cubicBezTo>
                      <a:lnTo>
                        <a:pt x="1160" y="733"/>
                      </a:lnTo>
                      <a:lnTo>
                        <a:pt x="1133" y="751"/>
                      </a:lnTo>
                      <a:lnTo>
                        <a:pt x="1133" y="751"/>
                      </a:lnTo>
                      <a:cubicBezTo>
                        <a:pt x="1216" y="666"/>
                        <a:pt x="1259" y="547"/>
                        <a:pt x="1240" y="421"/>
                      </a:cubicBezTo>
                      <a:cubicBezTo>
                        <a:pt x="1205" y="242"/>
                        <a:pt x="1080" y="91"/>
                        <a:pt x="910" y="37"/>
                      </a:cubicBezTo>
                      <a:cubicBezTo>
                        <a:pt x="843" y="12"/>
                        <a:pt x="773" y="0"/>
                        <a:pt x="702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4" name="Google Shape;644;p29"/>
                <p:cNvSpPr/>
                <p:nvPr/>
              </p:nvSpPr>
              <p:spPr>
                <a:xfrm>
                  <a:off x="902972" y="1647227"/>
                  <a:ext cx="348688" cy="369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2428" extrusionOk="0">
                      <a:moveTo>
                        <a:pt x="1277" y="1"/>
                      </a:moveTo>
                      <a:cubicBezTo>
                        <a:pt x="1166" y="1"/>
                        <a:pt x="1055" y="16"/>
                        <a:pt x="946" y="45"/>
                      </a:cubicBezTo>
                      <a:cubicBezTo>
                        <a:pt x="607" y="135"/>
                        <a:pt x="286" y="366"/>
                        <a:pt x="134" y="688"/>
                      </a:cubicBezTo>
                      <a:cubicBezTo>
                        <a:pt x="19" y="973"/>
                        <a:pt x="1" y="1294"/>
                        <a:pt x="99" y="1589"/>
                      </a:cubicBezTo>
                      <a:cubicBezTo>
                        <a:pt x="188" y="1874"/>
                        <a:pt x="384" y="2186"/>
                        <a:pt x="572" y="2427"/>
                      </a:cubicBezTo>
                      <a:lnTo>
                        <a:pt x="2293" y="857"/>
                      </a:lnTo>
                      <a:cubicBezTo>
                        <a:pt x="2276" y="554"/>
                        <a:pt x="2097" y="277"/>
                        <a:pt x="1829" y="135"/>
                      </a:cubicBezTo>
                      <a:cubicBezTo>
                        <a:pt x="1655" y="45"/>
                        <a:pt x="1466" y="1"/>
                        <a:pt x="1277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5" name="Google Shape;645;p29"/>
                <p:cNvSpPr/>
                <p:nvPr/>
              </p:nvSpPr>
              <p:spPr>
                <a:xfrm>
                  <a:off x="1147083" y="1677019"/>
                  <a:ext cx="145312" cy="286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1884" extrusionOk="0">
                      <a:moveTo>
                        <a:pt x="0" y="1"/>
                      </a:moveTo>
                      <a:lnTo>
                        <a:pt x="375" y="1883"/>
                      </a:lnTo>
                      <a:cubicBezTo>
                        <a:pt x="491" y="1723"/>
                        <a:pt x="607" y="1544"/>
                        <a:pt x="696" y="1366"/>
                      </a:cubicBezTo>
                      <a:cubicBezTo>
                        <a:pt x="759" y="1250"/>
                        <a:pt x="910" y="1054"/>
                        <a:pt x="928" y="902"/>
                      </a:cubicBezTo>
                      <a:cubicBezTo>
                        <a:pt x="955" y="634"/>
                        <a:pt x="830" y="367"/>
                        <a:pt x="607" y="215"/>
                      </a:cubicBezTo>
                      <a:cubicBezTo>
                        <a:pt x="420" y="81"/>
                        <a:pt x="8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6" name="Google Shape;646;p29"/>
                <p:cNvSpPr/>
                <p:nvPr/>
              </p:nvSpPr>
              <p:spPr>
                <a:xfrm>
                  <a:off x="987028" y="1712284"/>
                  <a:ext cx="257792" cy="53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" h="3507" extrusionOk="0">
                      <a:moveTo>
                        <a:pt x="850" y="1"/>
                      </a:moveTo>
                      <a:cubicBezTo>
                        <a:pt x="393" y="1"/>
                        <a:pt x="10" y="363"/>
                        <a:pt x="1" y="822"/>
                      </a:cubicBezTo>
                      <a:lnTo>
                        <a:pt x="10" y="2891"/>
                      </a:lnTo>
                      <a:cubicBezTo>
                        <a:pt x="10" y="3221"/>
                        <a:pt x="233" y="3507"/>
                        <a:pt x="563" y="3507"/>
                      </a:cubicBezTo>
                      <a:cubicBezTo>
                        <a:pt x="884" y="3507"/>
                        <a:pt x="1107" y="3248"/>
                        <a:pt x="1116" y="2918"/>
                      </a:cubicBezTo>
                      <a:lnTo>
                        <a:pt x="1089" y="2410"/>
                      </a:lnTo>
                      <a:lnTo>
                        <a:pt x="1098" y="2410"/>
                      </a:lnTo>
                      <a:cubicBezTo>
                        <a:pt x="1134" y="2410"/>
                        <a:pt x="1169" y="2401"/>
                        <a:pt x="1214" y="2392"/>
                      </a:cubicBezTo>
                      <a:cubicBezTo>
                        <a:pt x="1321" y="2356"/>
                        <a:pt x="1598" y="2231"/>
                        <a:pt x="1660" y="1803"/>
                      </a:cubicBezTo>
                      <a:cubicBezTo>
                        <a:pt x="1687" y="1491"/>
                        <a:pt x="1696" y="1179"/>
                        <a:pt x="1687" y="866"/>
                      </a:cubicBezTo>
                      <a:cubicBezTo>
                        <a:pt x="1696" y="411"/>
                        <a:pt x="1348" y="28"/>
                        <a:pt x="893" y="1"/>
                      </a:cubicBezTo>
                      <a:lnTo>
                        <a:pt x="866" y="1"/>
                      </a:lnTo>
                      <a:cubicBezTo>
                        <a:pt x="861" y="1"/>
                        <a:pt x="855" y="1"/>
                        <a:pt x="850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7" name="Google Shape;647;p29"/>
                <p:cNvSpPr/>
                <p:nvPr/>
              </p:nvSpPr>
              <p:spPr>
                <a:xfrm>
                  <a:off x="1054819" y="2048663"/>
                  <a:ext cx="99256" cy="51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" h="336" extrusionOk="0">
                      <a:moveTo>
                        <a:pt x="1" y="0"/>
                      </a:moveTo>
                      <a:cubicBezTo>
                        <a:pt x="1" y="0"/>
                        <a:pt x="102" y="336"/>
                        <a:pt x="553" y="336"/>
                      </a:cubicBezTo>
                      <a:cubicBezTo>
                        <a:pt x="584" y="336"/>
                        <a:pt x="617" y="334"/>
                        <a:pt x="652" y="330"/>
                      </a:cubicBezTo>
                      <a:lnTo>
                        <a:pt x="643" y="197"/>
                      </a:lnTo>
                      <a:cubicBezTo>
                        <a:pt x="643" y="197"/>
                        <a:pt x="632" y="198"/>
                        <a:pt x="613" y="198"/>
                      </a:cubicBezTo>
                      <a:cubicBezTo>
                        <a:pt x="530" y="198"/>
                        <a:pt x="289" y="18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8" name="Google Shape;648;p29"/>
                <p:cNvSpPr/>
                <p:nvPr/>
              </p:nvSpPr>
              <p:spPr>
                <a:xfrm>
                  <a:off x="958604" y="1674587"/>
                  <a:ext cx="206264" cy="207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" h="1365" extrusionOk="0">
                      <a:moveTo>
                        <a:pt x="1167" y="0"/>
                      </a:moveTo>
                      <a:cubicBezTo>
                        <a:pt x="1131" y="0"/>
                        <a:pt x="1106" y="7"/>
                        <a:pt x="1062" y="17"/>
                      </a:cubicBezTo>
                      <a:cubicBezTo>
                        <a:pt x="812" y="88"/>
                        <a:pt x="348" y="133"/>
                        <a:pt x="188" y="356"/>
                      </a:cubicBezTo>
                      <a:cubicBezTo>
                        <a:pt x="27" y="579"/>
                        <a:pt x="0" y="936"/>
                        <a:pt x="0" y="1221"/>
                      </a:cubicBezTo>
                      <a:lnTo>
                        <a:pt x="99" y="1346"/>
                      </a:lnTo>
                      <a:cubicBezTo>
                        <a:pt x="153" y="1359"/>
                        <a:pt x="207" y="1365"/>
                        <a:pt x="260" y="1365"/>
                      </a:cubicBezTo>
                      <a:cubicBezTo>
                        <a:pt x="505" y="1365"/>
                        <a:pt x="739" y="1240"/>
                        <a:pt x="937" y="1079"/>
                      </a:cubicBezTo>
                      <a:cubicBezTo>
                        <a:pt x="1187" y="873"/>
                        <a:pt x="1330" y="570"/>
                        <a:pt x="1348" y="249"/>
                      </a:cubicBezTo>
                      <a:cubicBezTo>
                        <a:pt x="1348" y="178"/>
                        <a:pt x="1356" y="35"/>
                        <a:pt x="1294" y="17"/>
                      </a:cubicBezTo>
                      <a:cubicBezTo>
                        <a:pt x="1234" y="5"/>
                        <a:pt x="1197" y="0"/>
                        <a:pt x="1167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49" name="Google Shape;649;p29"/>
                <p:cNvSpPr/>
                <p:nvPr/>
              </p:nvSpPr>
              <p:spPr>
                <a:xfrm>
                  <a:off x="958604" y="1881613"/>
                  <a:ext cx="46208" cy="64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422" extrusionOk="0">
                      <a:moveTo>
                        <a:pt x="216" y="1"/>
                      </a:moveTo>
                      <a:cubicBezTo>
                        <a:pt x="167" y="1"/>
                        <a:pt x="120" y="18"/>
                        <a:pt x="81" y="47"/>
                      </a:cubicBezTo>
                      <a:cubicBezTo>
                        <a:pt x="0" y="127"/>
                        <a:pt x="0" y="261"/>
                        <a:pt x="81" y="341"/>
                      </a:cubicBezTo>
                      <a:cubicBezTo>
                        <a:pt x="90" y="359"/>
                        <a:pt x="107" y="368"/>
                        <a:pt x="116" y="377"/>
                      </a:cubicBezTo>
                      <a:cubicBezTo>
                        <a:pt x="152" y="412"/>
                        <a:pt x="206" y="421"/>
                        <a:pt x="250" y="421"/>
                      </a:cubicBezTo>
                      <a:lnTo>
                        <a:pt x="304" y="20"/>
                      </a:lnTo>
                      <a:cubicBezTo>
                        <a:pt x="274" y="7"/>
                        <a:pt x="245" y="1"/>
                        <a:pt x="216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50" name="Google Shape;650;p29"/>
                <p:cNvSpPr/>
                <p:nvPr/>
              </p:nvSpPr>
              <p:spPr>
                <a:xfrm>
                  <a:off x="897500" y="1677019"/>
                  <a:ext cx="259160" cy="355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" h="2341" extrusionOk="0">
                      <a:moveTo>
                        <a:pt x="1660" y="1"/>
                      </a:moveTo>
                      <a:cubicBezTo>
                        <a:pt x="1642" y="1"/>
                        <a:pt x="1642" y="55"/>
                        <a:pt x="1634" y="135"/>
                      </a:cubicBezTo>
                      <a:cubicBezTo>
                        <a:pt x="1625" y="260"/>
                        <a:pt x="1589" y="376"/>
                        <a:pt x="1544" y="483"/>
                      </a:cubicBezTo>
                      <a:cubicBezTo>
                        <a:pt x="1428" y="741"/>
                        <a:pt x="1223" y="947"/>
                        <a:pt x="956" y="1054"/>
                      </a:cubicBezTo>
                      <a:cubicBezTo>
                        <a:pt x="848" y="1089"/>
                        <a:pt x="741" y="1116"/>
                        <a:pt x="625" y="1125"/>
                      </a:cubicBezTo>
                      <a:cubicBezTo>
                        <a:pt x="492" y="1143"/>
                        <a:pt x="376" y="1196"/>
                        <a:pt x="260" y="1268"/>
                      </a:cubicBezTo>
                      <a:cubicBezTo>
                        <a:pt x="162" y="1348"/>
                        <a:pt x="90" y="1455"/>
                        <a:pt x="46" y="1571"/>
                      </a:cubicBezTo>
                      <a:cubicBezTo>
                        <a:pt x="10" y="1678"/>
                        <a:pt x="1" y="1794"/>
                        <a:pt x="28" y="1910"/>
                      </a:cubicBezTo>
                      <a:cubicBezTo>
                        <a:pt x="55" y="1999"/>
                        <a:pt x="99" y="2089"/>
                        <a:pt x="170" y="2160"/>
                      </a:cubicBezTo>
                      <a:cubicBezTo>
                        <a:pt x="260" y="2258"/>
                        <a:pt x="394" y="2329"/>
                        <a:pt x="527" y="2338"/>
                      </a:cubicBezTo>
                      <a:cubicBezTo>
                        <a:pt x="546" y="2340"/>
                        <a:pt x="563" y="2341"/>
                        <a:pt x="578" y="2341"/>
                      </a:cubicBezTo>
                      <a:cubicBezTo>
                        <a:pt x="641" y="2341"/>
                        <a:pt x="670" y="2328"/>
                        <a:pt x="670" y="2320"/>
                      </a:cubicBezTo>
                      <a:cubicBezTo>
                        <a:pt x="670" y="2312"/>
                        <a:pt x="617" y="2303"/>
                        <a:pt x="536" y="2285"/>
                      </a:cubicBezTo>
                      <a:cubicBezTo>
                        <a:pt x="429" y="2249"/>
                        <a:pt x="331" y="2178"/>
                        <a:pt x="260" y="2089"/>
                      </a:cubicBezTo>
                      <a:cubicBezTo>
                        <a:pt x="206" y="2026"/>
                        <a:pt x="179" y="1955"/>
                        <a:pt x="162" y="1883"/>
                      </a:cubicBezTo>
                      <a:cubicBezTo>
                        <a:pt x="144" y="1794"/>
                        <a:pt x="153" y="1705"/>
                        <a:pt x="188" y="1625"/>
                      </a:cubicBezTo>
                      <a:cubicBezTo>
                        <a:pt x="224" y="1535"/>
                        <a:pt x="278" y="1455"/>
                        <a:pt x="358" y="1402"/>
                      </a:cubicBezTo>
                      <a:cubicBezTo>
                        <a:pt x="447" y="1339"/>
                        <a:pt x="554" y="1303"/>
                        <a:pt x="652" y="1286"/>
                      </a:cubicBezTo>
                      <a:cubicBezTo>
                        <a:pt x="777" y="1277"/>
                        <a:pt x="902" y="1241"/>
                        <a:pt x="1018" y="1196"/>
                      </a:cubicBezTo>
                      <a:cubicBezTo>
                        <a:pt x="1125" y="1152"/>
                        <a:pt x="1232" y="1089"/>
                        <a:pt x="1321" y="1018"/>
                      </a:cubicBezTo>
                      <a:cubicBezTo>
                        <a:pt x="1473" y="884"/>
                        <a:pt x="1589" y="715"/>
                        <a:pt x="1651" y="527"/>
                      </a:cubicBezTo>
                      <a:cubicBezTo>
                        <a:pt x="1696" y="402"/>
                        <a:pt x="1705" y="269"/>
                        <a:pt x="1696" y="135"/>
                      </a:cubicBezTo>
                      <a:cubicBezTo>
                        <a:pt x="1687" y="46"/>
                        <a:pt x="1669" y="1"/>
                        <a:pt x="1660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51" name="Google Shape;651;p29"/>
                <p:cNvSpPr/>
                <p:nvPr/>
              </p:nvSpPr>
              <p:spPr>
                <a:xfrm>
                  <a:off x="972132" y="2527315"/>
                  <a:ext cx="329688" cy="377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9" h="2481" extrusionOk="0">
                      <a:moveTo>
                        <a:pt x="340" y="0"/>
                      </a:moveTo>
                      <a:cubicBezTo>
                        <a:pt x="259" y="0"/>
                        <a:pt x="188" y="63"/>
                        <a:pt x="179" y="152"/>
                      </a:cubicBezTo>
                      <a:lnTo>
                        <a:pt x="1" y="2302"/>
                      </a:lnTo>
                      <a:cubicBezTo>
                        <a:pt x="1" y="2391"/>
                        <a:pt x="63" y="2472"/>
                        <a:pt x="152" y="2480"/>
                      </a:cubicBezTo>
                      <a:lnTo>
                        <a:pt x="170" y="2480"/>
                      </a:lnTo>
                      <a:lnTo>
                        <a:pt x="1785" y="2436"/>
                      </a:lnTo>
                      <a:cubicBezTo>
                        <a:pt x="1865" y="2436"/>
                        <a:pt x="1937" y="2373"/>
                        <a:pt x="1945" y="2293"/>
                      </a:cubicBezTo>
                      <a:lnTo>
                        <a:pt x="2160" y="179"/>
                      </a:lnTo>
                      <a:cubicBezTo>
                        <a:pt x="2168" y="90"/>
                        <a:pt x="2106" y="9"/>
                        <a:pt x="201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52" name="Google Shape;652;p29"/>
                <p:cNvSpPr/>
                <p:nvPr/>
              </p:nvSpPr>
              <p:spPr>
                <a:xfrm>
                  <a:off x="1136291" y="2563947"/>
                  <a:ext cx="29944" cy="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197" extrusionOk="0">
                      <a:moveTo>
                        <a:pt x="98" y="0"/>
                      </a:moveTo>
                      <a:cubicBezTo>
                        <a:pt x="45" y="0"/>
                        <a:pt x="0" y="45"/>
                        <a:pt x="0" y="98"/>
                      </a:cubicBezTo>
                      <a:cubicBezTo>
                        <a:pt x="0" y="152"/>
                        <a:pt x="45" y="197"/>
                        <a:pt x="98" y="197"/>
                      </a:cubicBezTo>
                      <a:cubicBezTo>
                        <a:pt x="152" y="197"/>
                        <a:pt x="196" y="152"/>
                        <a:pt x="196" y="98"/>
                      </a:cubicBezTo>
                      <a:cubicBezTo>
                        <a:pt x="196" y="45"/>
                        <a:pt x="152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53" name="Google Shape;653;p29"/>
                <p:cNvSpPr/>
                <p:nvPr/>
              </p:nvSpPr>
              <p:spPr>
                <a:xfrm>
                  <a:off x="867709" y="2675060"/>
                  <a:ext cx="317528" cy="1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" h="1000" extrusionOk="0">
                      <a:moveTo>
                        <a:pt x="839" y="1"/>
                      </a:moveTo>
                      <a:lnTo>
                        <a:pt x="839" y="1"/>
                      </a:lnTo>
                      <a:cubicBezTo>
                        <a:pt x="839" y="1"/>
                        <a:pt x="616" y="63"/>
                        <a:pt x="581" y="108"/>
                      </a:cubicBezTo>
                      <a:cubicBezTo>
                        <a:pt x="527" y="144"/>
                        <a:pt x="465" y="188"/>
                        <a:pt x="393" y="215"/>
                      </a:cubicBezTo>
                      <a:lnTo>
                        <a:pt x="233" y="260"/>
                      </a:lnTo>
                      <a:lnTo>
                        <a:pt x="1" y="955"/>
                      </a:lnTo>
                      <a:lnTo>
                        <a:pt x="1401" y="1000"/>
                      </a:lnTo>
                      <a:cubicBezTo>
                        <a:pt x="1401" y="1000"/>
                        <a:pt x="1794" y="732"/>
                        <a:pt x="1740" y="697"/>
                      </a:cubicBezTo>
                      <a:cubicBezTo>
                        <a:pt x="1729" y="690"/>
                        <a:pt x="1710" y="686"/>
                        <a:pt x="1687" y="686"/>
                      </a:cubicBezTo>
                      <a:cubicBezTo>
                        <a:pt x="1623" y="686"/>
                        <a:pt x="1528" y="713"/>
                        <a:pt x="1482" y="759"/>
                      </a:cubicBezTo>
                      <a:cubicBezTo>
                        <a:pt x="1452" y="788"/>
                        <a:pt x="1419" y="799"/>
                        <a:pt x="1386" y="799"/>
                      </a:cubicBezTo>
                      <a:cubicBezTo>
                        <a:pt x="1299" y="799"/>
                        <a:pt x="1214" y="723"/>
                        <a:pt x="1214" y="723"/>
                      </a:cubicBezTo>
                      <a:cubicBezTo>
                        <a:pt x="1214" y="723"/>
                        <a:pt x="1910" y="581"/>
                        <a:pt x="1963" y="509"/>
                      </a:cubicBezTo>
                      <a:cubicBezTo>
                        <a:pt x="2026" y="438"/>
                        <a:pt x="2088" y="420"/>
                        <a:pt x="2053" y="349"/>
                      </a:cubicBezTo>
                      <a:cubicBezTo>
                        <a:pt x="2037" y="317"/>
                        <a:pt x="1970" y="308"/>
                        <a:pt x="1892" y="308"/>
                      </a:cubicBezTo>
                      <a:cubicBezTo>
                        <a:pt x="1794" y="308"/>
                        <a:pt x="1679" y="322"/>
                        <a:pt x="1624" y="322"/>
                      </a:cubicBezTo>
                      <a:cubicBezTo>
                        <a:pt x="1517" y="331"/>
                        <a:pt x="1410" y="349"/>
                        <a:pt x="1312" y="367"/>
                      </a:cubicBezTo>
                      <a:cubicBezTo>
                        <a:pt x="1312" y="367"/>
                        <a:pt x="1749" y="215"/>
                        <a:pt x="1776" y="197"/>
                      </a:cubicBezTo>
                      <a:cubicBezTo>
                        <a:pt x="1852" y="151"/>
                        <a:pt x="1798" y="74"/>
                        <a:pt x="1704" y="74"/>
                      </a:cubicBezTo>
                      <a:cubicBezTo>
                        <a:pt x="1687" y="74"/>
                        <a:pt x="1670" y="76"/>
                        <a:pt x="1651" y="81"/>
                      </a:cubicBezTo>
                      <a:cubicBezTo>
                        <a:pt x="1556" y="98"/>
                        <a:pt x="1176" y="233"/>
                        <a:pt x="1096" y="233"/>
                      </a:cubicBezTo>
                      <a:cubicBezTo>
                        <a:pt x="1093" y="233"/>
                        <a:pt x="1091" y="233"/>
                        <a:pt x="1089" y="233"/>
                      </a:cubicBezTo>
                      <a:cubicBezTo>
                        <a:pt x="1018" y="224"/>
                        <a:pt x="830" y="206"/>
                        <a:pt x="830" y="206"/>
                      </a:cubicBezTo>
                      <a:lnTo>
                        <a:pt x="839" y="1"/>
                      </a:ln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sp>
            <p:nvSpPr>
              <p:cNvPr id="654" name="Google Shape;654;p29"/>
              <p:cNvSpPr/>
              <p:nvPr/>
            </p:nvSpPr>
            <p:spPr>
              <a:xfrm>
                <a:off x="1210272" y="1330414"/>
                <a:ext cx="84861" cy="10633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639" extrusionOk="0">
                    <a:moveTo>
                      <a:pt x="68" y="0"/>
                    </a:moveTo>
                    <a:cubicBezTo>
                      <a:pt x="46" y="0"/>
                      <a:pt x="23" y="5"/>
                      <a:pt x="1" y="14"/>
                    </a:cubicBezTo>
                    <a:cubicBezTo>
                      <a:pt x="46" y="14"/>
                      <a:pt x="90" y="23"/>
                      <a:pt x="126" y="40"/>
                    </a:cubicBezTo>
                    <a:cubicBezTo>
                      <a:pt x="224" y="76"/>
                      <a:pt x="295" y="139"/>
                      <a:pt x="358" y="228"/>
                    </a:cubicBezTo>
                    <a:cubicBezTo>
                      <a:pt x="402" y="317"/>
                      <a:pt x="447" y="415"/>
                      <a:pt x="474" y="513"/>
                    </a:cubicBezTo>
                    <a:cubicBezTo>
                      <a:pt x="483" y="549"/>
                      <a:pt x="492" y="594"/>
                      <a:pt x="509" y="638"/>
                    </a:cubicBezTo>
                    <a:cubicBezTo>
                      <a:pt x="509" y="594"/>
                      <a:pt x="509" y="549"/>
                      <a:pt x="501" y="504"/>
                    </a:cubicBezTo>
                    <a:cubicBezTo>
                      <a:pt x="474" y="406"/>
                      <a:pt x="438" y="299"/>
                      <a:pt x="385" y="210"/>
                    </a:cubicBezTo>
                    <a:cubicBezTo>
                      <a:pt x="331" y="121"/>
                      <a:pt x="242" y="49"/>
                      <a:pt x="135" y="14"/>
                    </a:cubicBezTo>
                    <a:cubicBezTo>
                      <a:pt x="112" y="5"/>
                      <a:pt x="90" y="0"/>
                      <a:pt x="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55" name="Google Shape;655;p29"/>
              <p:cNvSpPr/>
              <p:nvPr/>
            </p:nvSpPr>
            <p:spPr>
              <a:xfrm>
                <a:off x="1299460" y="1319264"/>
                <a:ext cx="17971" cy="10999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661" extrusionOk="0">
                    <a:moveTo>
                      <a:pt x="0" y="0"/>
                    </a:moveTo>
                    <a:cubicBezTo>
                      <a:pt x="45" y="107"/>
                      <a:pt x="63" y="215"/>
                      <a:pt x="72" y="330"/>
                    </a:cubicBezTo>
                    <a:cubicBezTo>
                      <a:pt x="72" y="446"/>
                      <a:pt x="54" y="554"/>
                      <a:pt x="18" y="661"/>
                    </a:cubicBezTo>
                    <a:cubicBezTo>
                      <a:pt x="45" y="634"/>
                      <a:pt x="63" y="607"/>
                      <a:pt x="72" y="571"/>
                    </a:cubicBezTo>
                    <a:cubicBezTo>
                      <a:pt x="98" y="491"/>
                      <a:pt x="107" y="411"/>
                      <a:pt x="107" y="330"/>
                    </a:cubicBezTo>
                    <a:cubicBezTo>
                      <a:pt x="107" y="241"/>
                      <a:pt x="89" y="161"/>
                      <a:pt x="54" y="90"/>
                    </a:cubicBezTo>
                    <a:cubicBezTo>
                      <a:pt x="45" y="54"/>
                      <a:pt x="27" y="27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56" name="Google Shape;656;p29"/>
              <p:cNvSpPr/>
              <p:nvPr/>
            </p:nvSpPr>
            <p:spPr>
              <a:xfrm>
                <a:off x="1151035" y="1402303"/>
                <a:ext cx="118806" cy="66398"/>
              </a:xfrm>
              <a:custGeom>
                <a:avLst/>
                <a:gdLst/>
                <a:ahLst/>
                <a:cxnLst/>
                <a:rect l="l" t="t" r="r" b="b"/>
                <a:pathLst>
                  <a:path w="714" h="399" extrusionOk="0">
                    <a:moveTo>
                      <a:pt x="0" y="1"/>
                    </a:moveTo>
                    <a:cubicBezTo>
                      <a:pt x="0" y="46"/>
                      <a:pt x="9" y="90"/>
                      <a:pt x="36" y="126"/>
                    </a:cubicBezTo>
                    <a:cubicBezTo>
                      <a:pt x="117" y="296"/>
                      <a:pt x="290" y="398"/>
                      <a:pt x="473" y="398"/>
                    </a:cubicBezTo>
                    <a:cubicBezTo>
                      <a:pt x="512" y="398"/>
                      <a:pt x="550" y="394"/>
                      <a:pt x="589" y="385"/>
                    </a:cubicBezTo>
                    <a:cubicBezTo>
                      <a:pt x="633" y="376"/>
                      <a:pt x="678" y="358"/>
                      <a:pt x="714" y="331"/>
                    </a:cubicBezTo>
                    <a:cubicBezTo>
                      <a:pt x="714" y="330"/>
                      <a:pt x="713" y="329"/>
                      <a:pt x="711" y="329"/>
                    </a:cubicBezTo>
                    <a:cubicBezTo>
                      <a:pt x="701" y="329"/>
                      <a:pt x="658" y="350"/>
                      <a:pt x="589" y="358"/>
                    </a:cubicBezTo>
                    <a:cubicBezTo>
                      <a:pt x="556" y="365"/>
                      <a:pt x="523" y="368"/>
                      <a:pt x="489" y="368"/>
                    </a:cubicBezTo>
                    <a:cubicBezTo>
                      <a:pt x="317" y="368"/>
                      <a:pt x="152" y="274"/>
                      <a:pt x="63" y="117"/>
                    </a:cubicBezTo>
                    <a:cubicBezTo>
                      <a:pt x="18" y="46"/>
                      <a:pt x="9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57" name="Google Shape;657;p29"/>
              <p:cNvSpPr/>
              <p:nvPr/>
            </p:nvSpPr>
            <p:spPr>
              <a:xfrm>
                <a:off x="1314269" y="1328084"/>
                <a:ext cx="47589" cy="7155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430" extrusionOk="0">
                    <a:moveTo>
                      <a:pt x="90" y="1"/>
                    </a:moveTo>
                    <a:cubicBezTo>
                      <a:pt x="63" y="1"/>
                      <a:pt x="45" y="10"/>
                      <a:pt x="18" y="19"/>
                    </a:cubicBezTo>
                    <a:cubicBezTo>
                      <a:pt x="9" y="19"/>
                      <a:pt x="0" y="28"/>
                      <a:pt x="0" y="28"/>
                    </a:cubicBezTo>
                    <a:cubicBezTo>
                      <a:pt x="27" y="19"/>
                      <a:pt x="54" y="10"/>
                      <a:pt x="81" y="10"/>
                    </a:cubicBezTo>
                    <a:cubicBezTo>
                      <a:pt x="116" y="10"/>
                      <a:pt x="152" y="28"/>
                      <a:pt x="179" y="46"/>
                    </a:cubicBezTo>
                    <a:cubicBezTo>
                      <a:pt x="206" y="72"/>
                      <a:pt x="232" y="99"/>
                      <a:pt x="241" y="144"/>
                    </a:cubicBezTo>
                    <a:cubicBezTo>
                      <a:pt x="268" y="215"/>
                      <a:pt x="268" y="286"/>
                      <a:pt x="241" y="358"/>
                    </a:cubicBezTo>
                    <a:cubicBezTo>
                      <a:pt x="232" y="385"/>
                      <a:pt x="215" y="411"/>
                      <a:pt x="188" y="429"/>
                    </a:cubicBezTo>
                    <a:cubicBezTo>
                      <a:pt x="197" y="429"/>
                      <a:pt x="206" y="420"/>
                      <a:pt x="215" y="420"/>
                    </a:cubicBezTo>
                    <a:cubicBezTo>
                      <a:pt x="232" y="402"/>
                      <a:pt x="241" y="385"/>
                      <a:pt x="250" y="358"/>
                    </a:cubicBezTo>
                    <a:cubicBezTo>
                      <a:pt x="286" y="286"/>
                      <a:pt x="286" y="206"/>
                      <a:pt x="259" y="135"/>
                    </a:cubicBezTo>
                    <a:cubicBezTo>
                      <a:pt x="250" y="99"/>
                      <a:pt x="223" y="63"/>
                      <a:pt x="188" y="37"/>
                    </a:cubicBezTo>
                    <a:cubicBezTo>
                      <a:pt x="152" y="19"/>
                      <a:pt x="125" y="1"/>
                      <a:pt x="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58" name="Google Shape;658;p29"/>
              <p:cNvSpPr/>
              <p:nvPr/>
            </p:nvSpPr>
            <p:spPr>
              <a:xfrm>
                <a:off x="1553693" y="1600878"/>
                <a:ext cx="22463" cy="2229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4" extrusionOk="0">
                    <a:moveTo>
                      <a:pt x="63" y="0"/>
                    </a:moveTo>
                    <a:cubicBezTo>
                      <a:pt x="28" y="0"/>
                      <a:pt x="1" y="36"/>
                      <a:pt x="1" y="72"/>
                    </a:cubicBezTo>
                    <a:cubicBezTo>
                      <a:pt x="1" y="107"/>
                      <a:pt x="36" y="134"/>
                      <a:pt x="72" y="134"/>
                    </a:cubicBezTo>
                    <a:cubicBezTo>
                      <a:pt x="108" y="134"/>
                      <a:pt x="135" y="98"/>
                      <a:pt x="135" y="63"/>
                    </a:cubicBezTo>
                    <a:cubicBezTo>
                      <a:pt x="135" y="27"/>
                      <a:pt x="99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59" name="Google Shape;659;p29"/>
              <p:cNvSpPr/>
              <p:nvPr/>
            </p:nvSpPr>
            <p:spPr>
              <a:xfrm>
                <a:off x="1543377" y="1584570"/>
                <a:ext cx="47589" cy="12148"/>
              </a:xfrm>
              <a:custGeom>
                <a:avLst/>
                <a:gdLst/>
                <a:ahLst/>
                <a:cxnLst/>
                <a:rect l="l" t="t" r="r" b="b"/>
                <a:pathLst>
                  <a:path w="286" h="73" extrusionOk="0">
                    <a:moveTo>
                      <a:pt x="152" y="0"/>
                    </a:moveTo>
                    <a:cubicBezTo>
                      <a:pt x="107" y="0"/>
                      <a:pt x="72" y="9"/>
                      <a:pt x="36" y="36"/>
                    </a:cubicBezTo>
                    <a:cubicBezTo>
                      <a:pt x="18" y="54"/>
                      <a:pt x="0" y="62"/>
                      <a:pt x="9" y="71"/>
                    </a:cubicBezTo>
                    <a:cubicBezTo>
                      <a:pt x="10" y="72"/>
                      <a:pt x="12" y="73"/>
                      <a:pt x="14" y="73"/>
                    </a:cubicBezTo>
                    <a:cubicBezTo>
                      <a:pt x="30" y="73"/>
                      <a:pt x="81" y="45"/>
                      <a:pt x="152" y="45"/>
                    </a:cubicBezTo>
                    <a:cubicBezTo>
                      <a:pt x="215" y="45"/>
                      <a:pt x="265" y="73"/>
                      <a:pt x="281" y="73"/>
                    </a:cubicBezTo>
                    <a:cubicBezTo>
                      <a:pt x="283" y="73"/>
                      <a:pt x="285" y="72"/>
                      <a:pt x="286" y="71"/>
                    </a:cubicBezTo>
                    <a:cubicBezTo>
                      <a:pt x="286" y="71"/>
                      <a:pt x="277" y="54"/>
                      <a:pt x="259" y="36"/>
                    </a:cubicBezTo>
                    <a:cubicBezTo>
                      <a:pt x="223" y="9"/>
                      <a:pt x="188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0" name="Google Shape;660;p29"/>
              <p:cNvSpPr/>
              <p:nvPr/>
            </p:nvSpPr>
            <p:spPr>
              <a:xfrm>
                <a:off x="1435053" y="1600878"/>
                <a:ext cx="22297" cy="22299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4" extrusionOk="0">
                    <a:moveTo>
                      <a:pt x="63" y="0"/>
                    </a:moveTo>
                    <a:cubicBezTo>
                      <a:pt x="27" y="0"/>
                      <a:pt x="0" y="36"/>
                      <a:pt x="0" y="72"/>
                    </a:cubicBezTo>
                    <a:cubicBezTo>
                      <a:pt x="0" y="107"/>
                      <a:pt x="36" y="134"/>
                      <a:pt x="71" y="134"/>
                    </a:cubicBezTo>
                    <a:cubicBezTo>
                      <a:pt x="107" y="134"/>
                      <a:pt x="134" y="98"/>
                      <a:pt x="134" y="63"/>
                    </a:cubicBezTo>
                    <a:cubicBezTo>
                      <a:pt x="134" y="27"/>
                      <a:pt x="107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1" name="Google Shape;661;p29"/>
              <p:cNvSpPr/>
              <p:nvPr/>
            </p:nvSpPr>
            <p:spPr>
              <a:xfrm>
                <a:off x="1423072" y="1587399"/>
                <a:ext cx="46258" cy="123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4" extrusionOk="0">
                    <a:moveTo>
                      <a:pt x="143" y="1"/>
                    </a:moveTo>
                    <a:cubicBezTo>
                      <a:pt x="108" y="1"/>
                      <a:pt x="63" y="10"/>
                      <a:pt x="36" y="28"/>
                    </a:cubicBezTo>
                    <a:cubicBezTo>
                      <a:pt x="10" y="45"/>
                      <a:pt x="1" y="63"/>
                      <a:pt x="1" y="72"/>
                    </a:cubicBezTo>
                    <a:cubicBezTo>
                      <a:pt x="2" y="73"/>
                      <a:pt x="3" y="73"/>
                      <a:pt x="4" y="73"/>
                    </a:cubicBezTo>
                    <a:cubicBezTo>
                      <a:pt x="21" y="73"/>
                      <a:pt x="79" y="37"/>
                      <a:pt x="143" y="37"/>
                    </a:cubicBezTo>
                    <a:cubicBezTo>
                      <a:pt x="208" y="37"/>
                      <a:pt x="258" y="73"/>
                      <a:pt x="274" y="73"/>
                    </a:cubicBezTo>
                    <a:cubicBezTo>
                      <a:pt x="275" y="73"/>
                      <a:pt x="276" y="73"/>
                      <a:pt x="277" y="72"/>
                    </a:cubicBezTo>
                    <a:cubicBezTo>
                      <a:pt x="277" y="63"/>
                      <a:pt x="277" y="45"/>
                      <a:pt x="251" y="28"/>
                    </a:cubicBezTo>
                    <a:cubicBezTo>
                      <a:pt x="215" y="10"/>
                      <a:pt x="179" y="1"/>
                      <a:pt x="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2" name="Google Shape;662;p29"/>
              <p:cNvSpPr/>
              <p:nvPr/>
            </p:nvSpPr>
            <p:spPr>
              <a:xfrm>
                <a:off x="1507768" y="1587399"/>
                <a:ext cx="38770" cy="10417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626" extrusionOk="0">
                    <a:moveTo>
                      <a:pt x="0" y="1"/>
                    </a:moveTo>
                    <a:cubicBezTo>
                      <a:pt x="36" y="135"/>
                      <a:pt x="81" y="260"/>
                      <a:pt x="125" y="376"/>
                    </a:cubicBezTo>
                    <a:lnTo>
                      <a:pt x="188" y="527"/>
                    </a:lnTo>
                    <a:cubicBezTo>
                      <a:pt x="196" y="536"/>
                      <a:pt x="196" y="563"/>
                      <a:pt x="196" y="581"/>
                    </a:cubicBezTo>
                    <a:cubicBezTo>
                      <a:pt x="196" y="590"/>
                      <a:pt x="179" y="599"/>
                      <a:pt x="161" y="599"/>
                    </a:cubicBezTo>
                    <a:cubicBezTo>
                      <a:pt x="116" y="599"/>
                      <a:pt x="72" y="608"/>
                      <a:pt x="36" y="616"/>
                    </a:cubicBezTo>
                    <a:cubicBezTo>
                      <a:pt x="81" y="625"/>
                      <a:pt x="116" y="625"/>
                      <a:pt x="161" y="625"/>
                    </a:cubicBezTo>
                    <a:cubicBezTo>
                      <a:pt x="170" y="625"/>
                      <a:pt x="179" y="616"/>
                      <a:pt x="188" y="616"/>
                    </a:cubicBezTo>
                    <a:cubicBezTo>
                      <a:pt x="205" y="616"/>
                      <a:pt x="214" y="599"/>
                      <a:pt x="223" y="590"/>
                    </a:cubicBezTo>
                    <a:cubicBezTo>
                      <a:pt x="232" y="563"/>
                      <a:pt x="223" y="536"/>
                      <a:pt x="214" y="518"/>
                    </a:cubicBezTo>
                    <a:cubicBezTo>
                      <a:pt x="196" y="465"/>
                      <a:pt x="179" y="420"/>
                      <a:pt x="161" y="367"/>
                    </a:cubicBezTo>
                    <a:cubicBezTo>
                      <a:pt x="116" y="242"/>
                      <a:pt x="63" y="12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3" name="Google Shape;663;p29"/>
              <p:cNvSpPr/>
              <p:nvPr/>
            </p:nvSpPr>
            <p:spPr>
              <a:xfrm>
                <a:off x="1470662" y="1711707"/>
                <a:ext cx="40268" cy="2795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68" extrusionOk="0">
                    <a:moveTo>
                      <a:pt x="130" y="1"/>
                    </a:moveTo>
                    <a:cubicBezTo>
                      <a:pt x="123" y="1"/>
                      <a:pt x="115" y="2"/>
                      <a:pt x="107" y="3"/>
                    </a:cubicBezTo>
                    <a:cubicBezTo>
                      <a:pt x="72" y="3"/>
                      <a:pt x="45" y="21"/>
                      <a:pt x="27" y="48"/>
                    </a:cubicBezTo>
                    <a:cubicBezTo>
                      <a:pt x="0" y="75"/>
                      <a:pt x="0" y="110"/>
                      <a:pt x="18" y="137"/>
                    </a:cubicBezTo>
                    <a:cubicBezTo>
                      <a:pt x="38" y="157"/>
                      <a:pt x="63" y="167"/>
                      <a:pt x="90" y="167"/>
                    </a:cubicBezTo>
                    <a:cubicBezTo>
                      <a:pt x="98" y="167"/>
                      <a:pt x="107" y="166"/>
                      <a:pt x="116" y="164"/>
                    </a:cubicBezTo>
                    <a:cubicBezTo>
                      <a:pt x="152" y="146"/>
                      <a:pt x="179" y="128"/>
                      <a:pt x="214" y="101"/>
                    </a:cubicBezTo>
                    <a:cubicBezTo>
                      <a:pt x="223" y="101"/>
                      <a:pt x="223" y="92"/>
                      <a:pt x="232" y="84"/>
                    </a:cubicBezTo>
                    <a:cubicBezTo>
                      <a:pt x="241" y="75"/>
                      <a:pt x="241" y="66"/>
                      <a:pt x="232" y="57"/>
                    </a:cubicBezTo>
                    <a:lnTo>
                      <a:pt x="232" y="48"/>
                    </a:lnTo>
                    <a:cubicBezTo>
                      <a:pt x="203" y="18"/>
                      <a:pt x="167" y="1"/>
                      <a:pt x="1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4" name="Google Shape;664;p29"/>
              <p:cNvSpPr/>
              <p:nvPr/>
            </p:nvSpPr>
            <p:spPr>
              <a:xfrm>
                <a:off x="1474988" y="1698727"/>
                <a:ext cx="41765" cy="359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16" extrusionOk="0">
                    <a:moveTo>
                      <a:pt x="19" y="1"/>
                    </a:moveTo>
                    <a:cubicBezTo>
                      <a:pt x="10" y="1"/>
                      <a:pt x="1" y="19"/>
                      <a:pt x="1" y="54"/>
                    </a:cubicBezTo>
                    <a:cubicBezTo>
                      <a:pt x="10" y="99"/>
                      <a:pt x="28" y="144"/>
                      <a:pt x="63" y="170"/>
                    </a:cubicBezTo>
                    <a:cubicBezTo>
                      <a:pt x="108" y="206"/>
                      <a:pt x="153" y="215"/>
                      <a:pt x="197" y="215"/>
                    </a:cubicBezTo>
                    <a:cubicBezTo>
                      <a:pt x="233" y="215"/>
                      <a:pt x="251" y="215"/>
                      <a:pt x="251" y="197"/>
                    </a:cubicBezTo>
                    <a:cubicBezTo>
                      <a:pt x="251" y="188"/>
                      <a:pt x="170" y="197"/>
                      <a:pt x="99" y="135"/>
                    </a:cubicBezTo>
                    <a:cubicBezTo>
                      <a:pt x="28" y="81"/>
                      <a:pt x="28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5" name="Google Shape;665;p29"/>
              <p:cNvSpPr/>
              <p:nvPr/>
            </p:nvSpPr>
            <p:spPr>
              <a:xfrm>
                <a:off x="1417249" y="1567929"/>
                <a:ext cx="57905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348" h="99" extrusionOk="0">
                    <a:moveTo>
                      <a:pt x="203" y="1"/>
                    </a:moveTo>
                    <a:cubicBezTo>
                      <a:pt x="146" y="1"/>
                      <a:pt x="90" y="18"/>
                      <a:pt x="45" y="47"/>
                    </a:cubicBezTo>
                    <a:cubicBezTo>
                      <a:pt x="18" y="64"/>
                      <a:pt x="0" y="82"/>
                      <a:pt x="9" y="91"/>
                    </a:cubicBezTo>
                    <a:cubicBezTo>
                      <a:pt x="12" y="97"/>
                      <a:pt x="20" y="99"/>
                      <a:pt x="34" y="99"/>
                    </a:cubicBezTo>
                    <a:cubicBezTo>
                      <a:pt x="64" y="99"/>
                      <a:pt x="117" y="88"/>
                      <a:pt x="178" y="82"/>
                    </a:cubicBezTo>
                    <a:cubicBezTo>
                      <a:pt x="268" y="64"/>
                      <a:pt x="339" y="73"/>
                      <a:pt x="348" y="55"/>
                    </a:cubicBezTo>
                    <a:cubicBezTo>
                      <a:pt x="348" y="47"/>
                      <a:pt x="330" y="29"/>
                      <a:pt x="303" y="20"/>
                    </a:cubicBezTo>
                    <a:cubicBezTo>
                      <a:pt x="271" y="7"/>
                      <a:pt x="23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6" name="Google Shape;666;p29"/>
              <p:cNvSpPr/>
              <p:nvPr/>
            </p:nvSpPr>
            <p:spPr>
              <a:xfrm>
                <a:off x="1541879" y="1558943"/>
                <a:ext cx="44760" cy="1364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2" extrusionOk="0">
                    <a:moveTo>
                      <a:pt x="123" y="0"/>
                    </a:moveTo>
                    <a:cubicBezTo>
                      <a:pt x="94" y="0"/>
                      <a:pt x="65" y="15"/>
                      <a:pt x="36" y="29"/>
                    </a:cubicBezTo>
                    <a:cubicBezTo>
                      <a:pt x="18" y="47"/>
                      <a:pt x="0" y="47"/>
                      <a:pt x="18" y="65"/>
                    </a:cubicBezTo>
                    <a:cubicBezTo>
                      <a:pt x="23" y="74"/>
                      <a:pt x="38" y="76"/>
                      <a:pt x="61" y="76"/>
                    </a:cubicBezTo>
                    <a:cubicBezTo>
                      <a:pt x="83" y="76"/>
                      <a:pt x="112" y="74"/>
                      <a:pt x="143" y="74"/>
                    </a:cubicBezTo>
                    <a:cubicBezTo>
                      <a:pt x="185" y="74"/>
                      <a:pt x="218" y="82"/>
                      <a:pt x="242" y="82"/>
                    </a:cubicBezTo>
                    <a:cubicBezTo>
                      <a:pt x="253" y="82"/>
                      <a:pt x="262" y="80"/>
                      <a:pt x="268" y="74"/>
                    </a:cubicBezTo>
                    <a:cubicBezTo>
                      <a:pt x="268" y="65"/>
                      <a:pt x="259" y="47"/>
                      <a:pt x="241" y="38"/>
                    </a:cubicBezTo>
                    <a:cubicBezTo>
                      <a:pt x="215" y="11"/>
                      <a:pt x="179" y="2"/>
                      <a:pt x="143" y="2"/>
                    </a:cubicBezTo>
                    <a:cubicBezTo>
                      <a:pt x="137" y="1"/>
                      <a:pt x="130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7" name="Google Shape;667;p29"/>
              <p:cNvSpPr/>
              <p:nvPr/>
            </p:nvSpPr>
            <p:spPr>
              <a:xfrm>
                <a:off x="1247378" y="1374179"/>
                <a:ext cx="243769" cy="16524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93" extrusionOk="0">
                    <a:moveTo>
                      <a:pt x="1464" y="0"/>
                    </a:moveTo>
                    <a:lnTo>
                      <a:pt x="1464" y="0"/>
                    </a:lnTo>
                    <a:cubicBezTo>
                      <a:pt x="1428" y="197"/>
                      <a:pt x="1321" y="366"/>
                      <a:pt x="1179" y="500"/>
                    </a:cubicBezTo>
                    <a:cubicBezTo>
                      <a:pt x="1089" y="589"/>
                      <a:pt x="982" y="661"/>
                      <a:pt x="875" y="732"/>
                    </a:cubicBezTo>
                    <a:cubicBezTo>
                      <a:pt x="777" y="803"/>
                      <a:pt x="661" y="866"/>
                      <a:pt x="554" y="910"/>
                    </a:cubicBezTo>
                    <a:cubicBezTo>
                      <a:pt x="472" y="948"/>
                      <a:pt x="391" y="966"/>
                      <a:pt x="304" y="966"/>
                    </a:cubicBezTo>
                    <a:cubicBezTo>
                      <a:pt x="286" y="966"/>
                      <a:pt x="269" y="965"/>
                      <a:pt x="251" y="964"/>
                    </a:cubicBezTo>
                    <a:cubicBezTo>
                      <a:pt x="188" y="955"/>
                      <a:pt x="117" y="937"/>
                      <a:pt x="63" y="902"/>
                    </a:cubicBezTo>
                    <a:cubicBezTo>
                      <a:pt x="19" y="875"/>
                      <a:pt x="1" y="857"/>
                      <a:pt x="1" y="857"/>
                    </a:cubicBezTo>
                    <a:lnTo>
                      <a:pt x="1" y="857"/>
                    </a:lnTo>
                    <a:cubicBezTo>
                      <a:pt x="1" y="857"/>
                      <a:pt x="1" y="866"/>
                      <a:pt x="10" y="875"/>
                    </a:cubicBezTo>
                    <a:cubicBezTo>
                      <a:pt x="19" y="893"/>
                      <a:pt x="37" y="902"/>
                      <a:pt x="54" y="910"/>
                    </a:cubicBezTo>
                    <a:cubicBezTo>
                      <a:pt x="108" y="955"/>
                      <a:pt x="179" y="982"/>
                      <a:pt x="251" y="991"/>
                    </a:cubicBezTo>
                    <a:cubicBezTo>
                      <a:pt x="269" y="992"/>
                      <a:pt x="287" y="993"/>
                      <a:pt x="306" y="993"/>
                    </a:cubicBezTo>
                    <a:cubicBezTo>
                      <a:pt x="394" y="993"/>
                      <a:pt x="482" y="976"/>
                      <a:pt x="563" y="946"/>
                    </a:cubicBezTo>
                    <a:cubicBezTo>
                      <a:pt x="679" y="893"/>
                      <a:pt x="795" y="830"/>
                      <a:pt x="902" y="759"/>
                    </a:cubicBezTo>
                    <a:cubicBezTo>
                      <a:pt x="1009" y="696"/>
                      <a:pt x="1107" y="616"/>
                      <a:pt x="1196" y="527"/>
                    </a:cubicBezTo>
                    <a:cubicBezTo>
                      <a:pt x="1277" y="455"/>
                      <a:pt x="1339" y="366"/>
                      <a:pt x="1384" y="277"/>
                    </a:cubicBezTo>
                    <a:cubicBezTo>
                      <a:pt x="1419" y="215"/>
                      <a:pt x="1446" y="152"/>
                      <a:pt x="1455" y="81"/>
                    </a:cubicBezTo>
                    <a:cubicBezTo>
                      <a:pt x="1464" y="54"/>
                      <a:pt x="1464" y="27"/>
                      <a:pt x="14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8" name="Google Shape;668;p29"/>
              <p:cNvSpPr/>
              <p:nvPr/>
            </p:nvSpPr>
            <p:spPr>
              <a:xfrm>
                <a:off x="1256363" y="1397976"/>
                <a:ext cx="101168" cy="90693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607" y="0"/>
                    </a:moveTo>
                    <a:lnTo>
                      <a:pt x="607" y="0"/>
                    </a:lnTo>
                    <a:cubicBezTo>
                      <a:pt x="571" y="9"/>
                      <a:pt x="527" y="27"/>
                      <a:pt x="491" y="45"/>
                    </a:cubicBezTo>
                    <a:cubicBezTo>
                      <a:pt x="313" y="134"/>
                      <a:pt x="170" y="268"/>
                      <a:pt x="54" y="437"/>
                    </a:cubicBezTo>
                    <a:cubicBezTo>
                      <a:pt x="27" y="464"/>
                      <a:pt x="9" y="500"/>
                      <a:pt x="0" y="544"/>
                    </a:cubicBezTo>
                    <a:cubicBezTo>
                      <a:pt x="81" y="437"/>
                      <a:pt x="170" y="330"/>
                      <a:pt x="268" y="232"/>
                    </a:cubicBezTo>
                    <a:cubicBezTo>
                      <a:pt x="375" y="152"/>
                      <a:pt x="491" y="72"/>
                      <a:pt x="6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69" name="Google Shape;669;p29"/>
              <p:cNvSpPr/>
              <p:nvPr/>
            </p:nvSpPr>
            <p:spPr>
              <a:xfrm>
                <a:off x="1313251" y="1638820"/>
                <a:ext cx="22463" cy="3228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4" extrusionOk="0">
                    <a:moveTo>
                      <a:pt x="93" y="0"/>
                    </a:moveTo>
                    <a:cubicBezTo>
                      <a:pt x="87" y="0"/>
                      <a:pt x="80" y="1"/>
                      <a:pt x="72" y="4"/>
                    </a:cubicBezTo>
                    <a:cubicBezTo>
                      <a:pt x="45" y="13"/>
                      <a:pt x="36" y="22"/>
                      <a:pt x="18" y="40"/>
                    </a:cubicBezTo>
                    <a:cubicBezTo>
                      <a:pt x="9" y="58"/>
                      <a:pt x="1" y="84"/>
                      <a:pt x="1" y="111"/>
                    </a:cubicBezTo>
                    <a:cubicBezTo>
                      <a:pt x="1" y="129"/>
                      <a:pt x="18" y="156"/>
                      <a:pt x="36" y="174"/>
                    </a:cubicBezTo>
                    <a:cubicBezTo>
                      <a:pt x="45" y="183"/>
                      <a:pt x="63" y="191"/>
                      <a:pt x="81" y="191"/>
                    </a:cubicBezTo>
                    <a:cubicBezTo>
                      <a:pt x="88" y="193"/>
                      <a:pt x="94" y="194"/>
                      <a:pt x="100" y="194"/>
                    </a:cubicBezTo>
                    <a:cubicBezTo>
                      <a:pt x="123" y="194"/>
                      <a:pt x="134" y="183"/>
                      <a:pt x="134" y="183"/>
                    </a:cubicBezTo>
                    <a:cubicBezTo>
                      <a:pt x="134" y="183"/>
                      <a:pt x="117" y="183"/>
                      <a:pt x="90" y="174"/>
                    </a:cubicBezTo>
                    <a:cubicBezTo>
                      <a:pt x="54" y="165"/>
                      <a:pt x="36" y="138"/>
                      <a:pt x="36" y="102"/>
                    </a:cubicBezTo>
                    <a:cubicBezTo>
                      <a:pt x="27" y="75"/>
                      <a:pt x="45" y="40"/>
                      <a:pt x="81" y="31"/>
                    </a:cubicBezTo>
                    <a:cubicBezTo>
                      <a:pt x="99" y="13"/>
                      <a:pt x="117" y="13"/>
                      <a:pt x="117" y="13"/>
                    </a:cubicBezTo>
                    <a:cubicBezTo>
                      <a:pt x="117" y="7"/>
                      <a:pt x="108" y="0"/>
                      <a:pt x="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70" name="Google Shape;670;p29"/>
              <p:cNvSpPr/>
              <p:nvPr/>
            </p:nvSpPr>
            <p:spPr>
              <a:xfrm>
                <a:off x="1228076" y="1402303"/>
                <a:ext cx="283703" cy="38956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2341" extrusionOk="0">
                    <a:moveTo>
                      <a:pt x="1660" y="1"/>
                    </a:moveTo>
                    <a:cubicBezTo>
                      <a:pt x="1642" y="1"/>
                      <a:pt x="1642" y="55"/>
                      <a:pt x="1634" y="135"/>
                    </a:cubicBezTo>
                    <a:cubicBezTo>
                      <a:pt x="1625" y="260"/>
                      <a:pt x="1589" y="376"/>
                      <a:pt x="1544" y="483"/>
                    </a:cubicBezTo>
                    <a:cubicBezTo>
                      <a:pt x="1428" y="741"/>
                      <a:pt x="1223" y="947"/>
                      <a:pt x="956" y="1054"/>
                    </a:cubicBezTo>
                    <a:cubicBezTo>
                      <a:pt x="848" y="1089"/>
                      <a:pt x="741" y="1116"/>
                      <a:pt x="625" y="1125"/>
                    </a:cubicBezTo>
                    <a:cubicBezTo>
                      <a:pt x="492" y="1143"/>
                      <a:pt x="376" y="1196"/>
                      <a:pt x="260" y="1268"/>
                    </a:cubicBezTo>
                    <a:cubicBezTo>
                      <a:pt x="162" y="1348"/>
                      <a:pt x="90" y="1455"/>
                      <a:pt x="46" y="1571"/>
                    </a:cubicBezTo>
                    <a:cubicBezTo>
                      <a:pt x="10" y="1678"/>
                      <a:pt x="1" y="1794"/>
                      <a:pt x="28" y="1910"/>
                    </a:cubicBezTo>
                    <a:cubicBezTo>
                      <a:pt x="55" y="1999"/>
                      <a:pt x="99" y="2089"/>
                      <a:pt x="170" y="2160"/>
                    </a:cubicBezTo>
                    <a:cubicBezTo>
                      <a:pt x="260" y="2258"/>
                      <a:pt x="394" y="2329"/>
                      <a:pt x="527" y="2338"/>
                    </a:cubicBezTo>
                    <a:cubicBezTo>
                      <a:pt x="546" y="2340"/>
                      <a:pt x="563" y="2341"/>
                      <a:pt x="578" y="2341"/>
                    </a:cubicBezTo>
                    <a:cubicBezTo>
                      <a:pt x="641" y="2341"/>
                      <a:pt x="670" y="2328"/>
                      <a:pt x="670" y="2320"/>
                    </a:cubicBezTo>
                    <a:cubicBezTo>
                      <a:pt x="670" y="2312"/>
                      <a:pt x="617" y="2303"/>
                      <a:pt x="536" y="2285"/>
                    </a:cubicBezTo>
                    <a:cubicBezTo>
                      <a:pt x="429" y="2249"/>
                      <a:pt x="331" y="2178"/>
                      <a:pt x="260" y="2089"/>
                    </a:cubicBezTo>
                    <a:cubicBezTo>
                      <a:pt x="206" y="2026"/>
                      <a:pt x="179" y="1955"/>
                      <a:pt x="162" y="1883"/>
                    </a:cubicBezTo>
                    <a:cubicBezTo>
                      <a:pt x="144" y="1794"/>
                      <a:pt x="153" y="1705"/>
                      <a:pt x="188" y="1625"/>
                    </a:cubicBezTo>
                    <a:cubicBezTo>
                      <a:pt x="224" y="1535"/>
                      <a:pt x="278" y="1455"/>
                      <a:pt x="358" y="1402"/>
                    </a:cubicBezTo>
                    <a:cubicBezTo>
                      <a:pt x="447" y="1339"/>
                      <a:pt x="554" y="1303"/>
                      <a:pt x="652" y="1286"/>
                    </a:cubicBezTo>
                    <a:cubicBezTo>
                      <a:pt x="777" y="1277"/>
                      <a:pt x="902" y="1241"/>
                      <a:pt x="1018" y="1196"/>
                    </a:cubicBezTo>
                    <a:cubicBezTo>
                      <a:pt x="1125" y="1152"/>
                      <a:pt x="1232" y="1089"/>
                      <a:pt x="1321" y="1018"/>
                    </a:cubicBezTo>
                    <a:cubicBezTo>
                      <a:pt x="1473" y="884"/>
                      <a:pt x="1589" y="715"/>
                      <a:pt x="1651" y="527"/>
                    </a:cubicBezTo>
                    <a:cubicBezTo>
                      <a:pt x="1696" y="402"/>
                      <a:pt x="1705" y="269"/>
                      <a:pt x="1696" y="135"/>
                    </a:cubicBezTo>
                    <a:cubicBezTo>
                      <a:pt x="1687" y="46"/>
                      <a:pt x="1669" y="1"/>
                      <a:pt x="16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671" name="Google Shape;671;p29"/>
              <p:cNvSpPr/>
              <p:nvPr/>
            </p:nvSpPr>
            <p:spPr>
              <a:xfrm>
                <a:off x="1235564" y="1391985"/>
                <a:ext cx="270392" cy="187211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125" extrusionOk="0">
                    <a:moveTo>
                      <a:pt x="1562" y="1"/>
                    </a:moveTo>
                    <a:cubicBezTo>
                      <a:pt x="1535" y="9"/>
                      <a:pt x="1562" y="134"/>
                      <a:pt x="1499" y="304"/>
                    </a:cubicBezTo>
                    <a:cubicBezTo>
                      <a:pt x="1464" y="402"/>
                      <a:pt x="1401" y="500"/>
                      <a:pt x="1339" y="580"/>
                    </a:cubicBezTo>
                    <a:cubicBezTo>
                      <a:pt x="1250" y="679"/>
                      <a:pt x="1142" y="759"/>
                      <a:pt x="1027" y="821"/>
                    </a:cubicBezTo>
                    <a:cubicBezTo>
                      <a:pt x="777" y="946"/>
                      <a:pt x="509" y="982"/>
                      <a:pt x="313" y="1009"/>
                    </a:cubicBezTo>
                    <a:cubicBezTo>
                      <a:pt x="125" y="1026"/>
                      <a:pt x="1" y="1044"/>
                      <a:pt x="1" y="1071"/>
                    </a:cubicBezTo>
                    <a:cubicBezTo>
                      <a:pt x="1" y="1089"/>
                      <a:pt x="117" y="1116"/>
                      <a:pt x="322" y="1125"/>
                    </a:cubicBezTo>
                    <a:cubicBezTo>
                      <a:pt x="438" y="1125"/>
                      <a:pt x="563" y="1116"/>
                      <a:pt x="679" y="1098"/>
                    </a:cubicBezTo>
                    <a:cubicBezTo>
                      <a:pt x="821" y="1080"/>
                      <a:pt x="964" y="1035"/>
                      <a:pt x="1098" y="964"/>
                    </a:cubicBezTo>
                    <a:cubicBezTo>
                      <a:pt x="1241" y="893"/>
                      <a:pt x="1357" y="795"/>
                      <a:pt x="1455" y="679"/>
                    </a:cubicBezTo>
                    <a:cubicBezTo>
                      <a:pt x="1526" y="571"/>
                      <a:pt x="1580" y="456"/>
                      <a:pt x="1606" y="340"/>
                    </a:cubicBezTo>
                    <a:cubicBezTo>
                      <a:pt x="1624" y="250"/>
                      <a:pt x="1624" y="170"/>
                      <a:pt x="1606" y="90"/>
                    </a:cubicBezTo>
                    <a:cubicBezTo>
                      <a:pt x="1589" y="27"/>
                      <a:pt x="1571" y="1"/>
                      <a:pt x="15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  <p:sp>
        <p:nvSpPr>
          <p:cNvPr id="672" name="Google Shape;672;p29"/>
          <p:cNvSpPr txBox="1"/>
          <p:nvPr/>
        </p:nvSpPr>
        <p:spPr>
          <a:xfrm>
            <a:off x="2546975" y="1533200"/>
            <a:ext cx="5766000" cy="12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Presentation skills are essential for success in academic and professional settings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People often lack access to feedback on body language, voice tone, and clarity.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673" name="Google Shape;673;p29"/>
          <p:cNvSpPr txBox="1"/>
          <p:nvPr/>
        </p:nvSpPr>
        <p:spPr>
          <a:xfrm>
            <a:off x="2546975" y="2973050"/>
            <a:ext cx="55902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The AI-powered app analyzes presentation videos and provides personalized feedback on non-verbal cues, facial expressions, and speaking style 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It helps users improve their confidence and communication skills.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674" name="Google Shape;674;p29"/>
          <p:cNvSpPr txBox="1"/>
          <p:nvPr/>
        </p:nvSpPr>
        <p:spPr>
          <a:xfrm>
            <a:off x="1520975" y="424425"/>
            <a:ext cx="1154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01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0"/>
          <p:cNvSpPr txBox="1">
            <a:spLocks noGrp="1"/>
          </p:cNvSpPr>
          <p:nvPr>
            <p:ph type="title"/>
          </p:nvPr>
        </p:nvSpPr>
        <p:spPr>
          <a:xfrm>
            <a:off x="2274450" y="830350"/>
            <a:ext cx="4595100" cy="6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  <a:latin typeface="Palanquin"/>
                <a:ea typeface="Palanquin"/>
                <a:cs typeface="Palanquin"/>
                <a:sym typeface="Palanquin"/>
              </a:rPr>
              <a:t>02</a:t>
            </a:r>
            <a:r>
              <a:rPr lang="en"/>
              <a:t> </a:t>
            </a: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 MOTIVATION</a:t>
            </a:r>
            <a:endParaRPr/>
          </a:p>
        </p:txBody>
      </p:sp>
      <p:grpSp>
        <p:nvGrpSpPr>
          <p:cNvPr id="680" name="Google Shape;680;p30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681" name="Google Shape;681;p30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682" name="Google Shape;682;p30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683" name="Google Shape;683;p30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4" name="Google Shape;684;p30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5" name="Google Shape;685;p30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8" name="Google Shape;688;p30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89" name="Google Shape;689;p30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2" name="Google Shape;692;p30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3" name="Google Shape;693;p30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6" name="Google Shape;696;p30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7" name="Google Shape;697;p30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699" name="Google Shape;699;p30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0" name="Google Shape;700;p30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2" name="Google Shape;702;p30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3" name="Google Shape;703;p30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4" name="Google Shape;704;p30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5" name="Google Shape;705;p30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6" name="Google Shape;706;p30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7" name="Google Shape;707;p30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8" name="Google Shape;708;p30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09" name="Google Shape;709;p30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0" name="Google Shape;710;p30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1" name="Google Shape;711;p30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2" name="Google Shape;712;p30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3" name="Google Shape;713;p30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4" name="Google Shape;714;p30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5" name="Google Shape;715;p30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6" name="Google Shape;716;p30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7" name="Google Shape;717;p30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8" name="Google Shape;718;p30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19" name="Google Shape;719;p30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0" name="Google Shape;720;p30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1" name="Google Shape;721;p30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2" name="Google Shape;722;p30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3" name="Google Shape;723;p30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4" name="Google Shape;724;p30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5" name="Google Shape;725;p30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6" name="Google Shape;726;p30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7" name="Google Shape;727;p30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28" name="Google Shape;728;p30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729" name="Google Shape;729;p30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730" name="Google Shape;730;p30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1" name="Google Shape;731;p30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2" name="Google Shape;732;p30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3" name="Google Shape;733;p30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4" name="Google Shape;734;p30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5" name="Google Shape;735;p30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36" name="Google Shape;736;p30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737" name="Google Shape;737;p30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738" name="Google Shape;738;p30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739" name="Google Shape;739;p30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0" name="Google Shape;740;p30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1" name="Google Shape;741;p30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2" name="Google Shape;742;p30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3" name="Google Shape;743;p30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4" name="Google Shape;744;p30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5" name="Google Shape;745;p30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6" name="Google Shape;746;p30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7" name="Google Shape;747;p30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8" name="Google Shape;748;p30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49" name="Google Shape;749;p30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0" name="Google Shape;750;p30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1" name="Google Shape;751;p30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2" name="Google Shape;752;p30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3" name="Google Shape;753;p30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4" name="Google Shape;754;p30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5" name="Google Shape;755;p30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6" name="Google Shape;756;p30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7" name="Google Shape;757;p30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8" name="Google Shape;758;p30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59" name="Google Shape;759;p30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0" name="Google Shape;760;p30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1" name="Google Shape;761;p30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2" name="Google Shape;762;p30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3" name="Google Shape;763;p30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4" name="Google Shape;764;p30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5" name="Google Shape;765;p30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6" name="Google Shape;766;p30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7" name="Google Shape;767;p30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8" name="Google Shape;768;p30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69" name="Google Shape;769;p30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0" name="Google Shape;770;p30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1" name="Google Shape;771;p30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2" name="Google Shape;772;p30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3" name="Google Shape;773;p30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4" name="Google Shape;774;p30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75" name="Google Shape;775;p30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776" name="Google Shape;776;p30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77" name="Google Shape;777;p30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78" name="Google Shape;778;p30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79" name="Google Shape;779;p30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0" name="Google Shape;780;p30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1" name="Google Shape;781;p30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2" name="Google Shape;782;p30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3" name="Google Shape;783;p30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4" name="Google Shape;784;p30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5" name="Google Shape;785;p30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6" name="Google Shape;786;p30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7" name="Google Shape;787;p30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8" name="Google Shape;788;p30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789" name="Google Shape;789;p30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790" name="Google Shape;790;p30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791" name="Google Shape;791;p30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792" name="Google Shape;792;p30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3" name="Google Shape;793;p30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4" name="Google Shape;794;p30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5" name="Google Shape;795;p30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6" name="Google Shape;796;p30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7" name="Google Shape;797;p30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8" name="Google Shape;798;p30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799" name="Google Shape;799;p30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0" name="Google Shape;800;p30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1" name="Google Shape;801;p30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2" name="Google Shape;802;p30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3" name="Google Shape;803;p30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4" name="Google Shape;804;p30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5" name="Google Shape;805;p30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6" name="Google Shape;806;p30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7" name="Google Shape;807;p30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8" name="Google Shape;808;p30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09" name="Google Shape;809;p30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10" name="Google Shape;810;p30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11" name="Google Shape;811;p30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12" name="Google Shape;812;p30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13" name="Google Shape;813;p30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14" name="Google Shape;814;p30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815" name="Google Shape;815;p30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16" name="Google Shape;816;p30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17" name="Google Shape;817;p30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18" name="Google Shape;818;p30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19" name="Google Shape;819;p30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0" name="Google Shape;820;p30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1" name="Google Shape;821;p30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2" name="Google Shape;822;p30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3" name="Google Shape;823;p30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4" name="Google Shape;824;p30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5" name="Google Shape;825;p30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6" name="Google Shape;826;p30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827" name="Google Shape;827;p30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828" name="Google Shape;828;p30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829" name="Google Shape;829;p30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0" name="Google Shape;830;p30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1" name="Google Shape;831;p30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2" name="Google Shape;832;p30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3" name="Google Shape;833;p30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4" name="Google Shape;834;p30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5" name="Google Shape;835;p30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6" name="Google Shape;836;p30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7" name="Google Shape;837;p30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8" name="Google Shape;838;p30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39" name="Google Shape;839;p30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0" name="Google Shape;840;p30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1" name="Google Shape;841;p30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2" name="Google Shape;842;p30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3" name="Google Shape;843;p30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4" name="Google Shape;844;p30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5" name="Google Shape;845;p30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6" name="Google Shape;846;p30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7" name="Google Shape;847;p30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8" name="Google Shape;848;p30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49" name="Google Shape;849;p30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0" name="Google Shape;850;p30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1" name="Google Shape;851;p30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2" name="Google Shape;852;p30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3" name="Google Shape;853;p30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4" name="Google Shape;854;p30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5" name="Google Shape;855;p30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6" name="Google Shape;856;p30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7" name="Google Shape;857;p30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58" name="Google Shape;858;p30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859" name="Google Shape;859;p30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0" name="Google Shape;860;p30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1" name="Google Shape;861;p30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2" name="Google Shape;862;p30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3" name="Google Shape;863;p30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4" name="Google Shape;864;p30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5" name="Google Shape;865;p30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6" name="Google Shape;866;p30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7" name="Google Shape;867;p30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8" name="Google Shape;868;p30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69" name="Google Shape;869;p30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870" name="Google Shape;870;p30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871" name="Google Shape;871;p30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872" name="Google Shape;872;p30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3" name="Google Shape;873;p30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4" name="Google Shape;874;p30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5" name="Google Shape;875;p30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6" name="Google Shape;876;p30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7" name="Google Shape;877;p30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8" name="Google Shape;878;p30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79" name="Google Shape;879;p30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0" name="Google Shape;880;p30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1" name="Google Shape;881;p30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2" name="Google Shape;882;p30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3" name="Google Shape;883;p30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4" name="Google Shape;884;p30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5" name="Google Shape;885;p30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6" name="Google Shape;886;p30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7" name="Google Shape;887;p30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8" name="Google Shape;888;p30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89" name="Google Shape;889;p30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0" name="Google Shape;890;p30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1" name="Google Shape;891;p30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2" name="Google Shape;892;p30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3" name="Google Shape;893;p30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4" name="Google Shape;894;p30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5" name="Google Shape;895;p30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6" name="Google Shape;896;p30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7" name="Google Shape;897;p30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8" name="Google Shape;898;p30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899" name="Google Shape;899;p30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00" name="Google Shape;900;p30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901" name="Google Shape;901;p30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2" name="Google Shape;902;p30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3" name="Google Shape;903;p30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4" name="Google Shape;904;p30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5" name="Google Shape;905;p30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6" name="Google Shape;906;p30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7" name="Google Shape;907;p30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8" name="Google Shape;908;p30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09" name="Google Shape;909;p30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10" name="Google Shape;910;p30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911" name="Google Shape;911;p30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912" name="Google Shape;912;p30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913" name="Google Shape;913;p30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4" name="Google Shape;914;p30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5" name="Google Shape;915;p30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6" name="Google Shape;916;p30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7" name="Google Shape;917;p30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8" name="Google Shape;918;p30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19" name="Google Shape;919;p30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0" name="Google Shape;920;p30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1" name="Google Shape;921;p30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2" name="Google Shape;922;p30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3" name="Google Shape;923;p30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4" name="Google Shape;924;p30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5" name="Google Shape;925;p30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6" name="Google Shape;926;p30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7" name="Google Shape;927;p30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8" name="Google Shape;928;p30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29" name="Google Shape;929;p30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0" name="Google Shape;930;p30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1" name="Google Shape;931;p30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2" name="Google Shape;932;p30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3" name="Google Shape;933;p30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4" name="Google Shape;934;p30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5" name="Google Shape;935;p30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6" name="Google Shape;936;p30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937" name="Google Shape;937;p30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938" name="Google Shape;938;p30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39" name="Google Shape;939;p30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0" name="Google Shape;940;p30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1" name="Google Shape;941;p30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2" name="Google Shape;942;p30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3" name="Google Shape;943;p30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4" name="Google Shape;944;p30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5" name="Google Shape;945;p30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46" name="Google Shape;946;p30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947" name="Google Shape;947;p30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948" name="Google Shape;948;p30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949" name="Google Shape;949;p30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951" name="Google Shape;951;p30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952" name="Google Shape;952;p30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1"/>
          <p:cNvSpPr txBox="1">
            <a:spLocks noGrp="1"/>
          </p:cNvSpPr>
          <p:nvPr>
            <p:ph type="subTitle" idx="1"/>
          </p:nvPr>
        </p:nvSpPr>
        <p:spPr>
          <a:xfrm>
            <a:off x="283250" y="1929075"/>
            <a:ext cx="6634500" cy="25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system helps students and academics enhance their communication skills.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provides accurate and measurable insights into their presentation style.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These insights enable users to refine their ability to engage with audiences effectively.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supports better idea sharing and fosters improved communication overall.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 enhancing presentation skills boosts users' confidence.</a:t>
            </a:r>
            <a:endParaRPr/>
          </a:p>
        </p:txBody>
      </p:sp>
      <p:sp>
        <p:nvSpPr>
          <p:cNvPr id="958" name="Google Shape;958;p31"/>
          <p:cNvSpPr txBox="1"/>
          <p:nvPr/>
        </p:nvSpPr>
        <p:spPr>
          <a:xfrm>
            <a:off x="1640600" y="515450"/>
            <a:ext cx="11628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02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959" name="Google Shape;959;p31"/>
          <p:cNvSpPr txBox="1"/>
          <p:nvPr/>
        </p:nvSpPr>
        <p:spPr>
          <a:xfrm>
            <a:off x="2648250" y="413150"/>
            <a:ext cx="38475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MOTIVATION</a:t>
            </a:r>
            <a:endParaRPr sz="35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960" name="Google Shape;960;p31"/>
          <p:cNvSpPr txBox="1"/>
          <p:nvPr/>
        </p:nvSpPr>
        <p:spPr>
          <a:xfrm>
            <a:off x="161025" y="1739663"/>
            <a:ext cx="30000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ACADEMIC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2"/>
          <p:cNvSpPr txBox="1"/>
          <p:nvPr/>
        </p:nvSpPr>
        <p:spPr>
          <a:xfrm>
            <a:off x="1640600" y="556200"/>
            <a:ext cx="11628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02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966" name="Google Shape;966;p32"/>
          <p:cNvSpPr txBox="1"/>
          <p:nvPr/>
        </p:nvSpPr>
        <p:spPr>
          <a:xfrm>
            <a:off x="2648250" y="453900"/>
            <a:ext cx="38475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MOTIVATION</a:t>
            </a:r>
            <a:endParaRPr sz="35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967" name="Google Shape;967;p32"/>
          <p:cNvSpPr txBox="1"/>
          <p:nvPr/>
        </p:nvSpPr>
        <p:spPr>
          <a:xfrm>
            <a:off x="522300" y="2171050"/>
            <a:ext cx="7009500" cy="24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Effective communication is essential for business success.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It plays a crucial role in sales meetings, client presentations, and leadership discussions.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Delivering a compelling message can significantly impact outcomes.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The system assists professionals in assessing and enhancing their communication skills.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It aims to improve users' confidence in professional interactions.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968" name="Google Shape;968;p32"/>
          <p:cNvSpPr txBox="1"/>
          <p:nvPr/>
        </p:nvSpPr>
        <p:spPr>
          <a:xfrm>
            <a:off x="378800" y="1547400"/>
            <a:ext cx="24246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BUSINESS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3"/>
          <p:cNvSpPr txBox="1">
            <a:spLocks noGrp="1"/>
          </p:cNvSpPr>
          <p:nvPr>
            <p:ph type="subTitle" idx="1"/>
          </p:nvPr>
        </p:nvSpPr>
        <p:spPr>
          <a:xfrm>
            <a:off x="2557950" y="809425"/>
            <a:ext cx="5159100" cy="7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PROBLEM STATEMENT</a:t>
            </a:r>
            <a:endParaRPr sz="3500"/>
          </a:p>
        </p:txBody>
      </p:sp>
      <p:grpSp>
        <p:nvGrpSpPr>
          <p:cNvPr id="974" name="Google Shape;974;p33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975" name="Google Shape;975;p33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976" name="Google Shape;976;p33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977" name="Google Shape;977;p33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78" name="Google Shape;978;p33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79" name="Google Shape;979;p33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0" name="Google Shape;980;p33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1" name="Google Shape;981;p33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2" name="Google Shape;982;p33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3" name="Google Shape;983;p33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4" name="Google Shape;984;p33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5" name="Google Shape;985;p33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6" name="Google Shape;986;p33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7" name="Google Shape;987;p33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8" name="Google Shape;988;p33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89" name="Google Shape;989;p33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0" name="Google Shape;990;p33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1" name="Google Shape;991;p33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2" name="Google Shape;992;p33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3" name="Google Shape;993;p33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4" name="Google Shape;994;p33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5" name="Google Shape;995;p33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6" name="Google Shape;996;p33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7" name="Google Shape;997;p33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8" name="Google Shape;998;p33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999" name="Google Shape;999;p33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0" name="Google Shape;1000;p33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1" name="Google Shape;1001;p33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2" name="Google Shape;1002;p33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3" name="Google Shape;1003;p33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4" name="Google Shape;1004;p33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5" name="Google Shape;1005;p33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6" name="Google Shape;1006;p33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7" name="Google Shape;1007;p33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8" name="Google Shape;1008;p33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09" name="Google Shape;1009;p33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0" name="Google Shape;1010;p33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1" name="Google Shape;1011;p33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2" name="Google Shape;1012;p33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3" name="Google Shape;1013;p33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4" name="Google Shape;1014;p33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5" name="Google Shape;1015;p33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6" name="Google Shape;1016;p33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7" name="Google Shape;1017;p33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8" name="Google Shape;1018;p33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19" name="Google Shape;1019;p33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0" name="Google Shape;1020;p33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1" name="Google Shape;1021;p33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2" name="Google Shape;1022;p33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023" name="Google Shape;1023;p33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1024" name="Google Shape;1024;p33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5" name="Google Shape;1025;p33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6" name="Google Shape;1026;p33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7" name="Google Shape;1027;p33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8" name="Google Shape;1028;p33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29" name="Google Shape;1029;p33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30" name="Google Shape;1030;p33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031" name="Google Shape;1031;p33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1032" name="Google Shape;1032;p33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1033" name="Google Shape;1033;p33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4" name="Google Shape;1034;p33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5" name="Google Shape;1035;p33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6" name="Google Shape;1036;p33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7" name="Google Shape;1037;p33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8" name="Google Shape;1038;p33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39" name="Google Shape;1039;p33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0" name="Google Shape;1040;p33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1" name="Google Shape;1041;p33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2" name="Google Shape;1042;p33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3" name="Google Shape;1043;p33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4" name="Google Shape;1044;p33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5" name="Google Shape;1045;p33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6" name="Google Shape;1046;p33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7" name="Google Shape;1047;p33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8" name="Google Shape;1048;p33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49" name="Google Shape;1049;p33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0" name="Google Shape;1050;p33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1" name="Google Shape;1051;p33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2" name="Google Shape;1052;p33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3" name="Google Shape;1053;p33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4" name="Google Shape;1054;p33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5" name="Google Shape;1055;p33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6" name="Google Shape;1056;p33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7" name="Google Shape;1057;p33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8" name="Google Shape;1058;p33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59" name="Google Shape;1059;p33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0" name="Google Shape;1060;p33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1" name="Google Shape;1061;p33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2" name="Google Shape;1062;p33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3" name="Google Shape;1063;p33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4" name="Google Shape;1064;p33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5" name="Google Shape;1065;p33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6" name="Google Shape;1066;p33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7" name="Google Shape;1067;p33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8" name="Google Shape;1068;p33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69" name="Google Shape;1069;p33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070" name="Google Shape;1070;p33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1" name="Google Shape;1071;p33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2" name="Google Shape;1072;p33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3" name="Google Shape;1073;p33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4" name="Google Shape;1074;p33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5" name="Google Shape;1075;p33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6" name="Google Shape;1076;p33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7" name="Google Shape;1077;p33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8" name="Google Shape;1078;p33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79" name="Google Shape;1079;p33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80" name="Google Shape;1080;p33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81" name="Google Shape;1081;p33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82" name="Google Shape;1082;p33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083" name="Google Shape;1083;p33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084" name="Google Shape;1084;p33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1085" name="Google Shape;1085;p33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1086" name="Google Shape;1086;p33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87" name="Google Shape;1087;p33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88" name="Google Shape;1088;p33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89" name="Google Shape;1089;p33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0" name="Google Shape;1090;p33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1" name="Google Shape;1091;p33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2" name="Google Shape;1092;p33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3" name="Google Shape;1093;p33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4" name="Google Shape;1094;p33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5" name="Google Shape;1095;p33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6" name="Google Shape;1096;p33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7" name="Google Shape;1097;p33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8" name="Google Shape;1098;p33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099" name="Google Shape;1099;p33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0" name="Google Shape;1100;p33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1" name="Google Shape;1101;p33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2" name="Google Shape;1102;p33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3" name="Google Shape;1103;p33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4" name="Google Shape;1104;p33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5" name="Google Shape;1105;p33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6" name="Google Shape;1106;p33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7" name="Google Shape;1107;p33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08" name="Google Shape;1108;p33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109" name="Google Shape;1109;p33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0" name="Google Shape;1110;p33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1" name="Google Shape;1111;p33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2" name="Google Shape;1112;p33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3" name="Google Shape;1113;p33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4" name="Google Shape;1114;p33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5" name="Google Shape;1115;p33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6" name="Google Shape;1116;p33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7" name="Google Shape;1117;p33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8" name="Google Shape;1118;p33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19" name="Google Shape;1119;p33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20" name="Google Shape;1120;p33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121" name="Google Shape;1121;p33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1122" name="Google Shape;1122;p33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1123" name="Google Shape;1123;p33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4" name="Google Shape;1124;p33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5" name="Google Shape;1125;p33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6" name="Google Shape;1126;p33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7" name="Google Shape;1127;p33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8" name="Google Shape;1128;p33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29" name="Google Shape;1129;p33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0" name="Google Shape;1130;p33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1" name="Google Shape;1131;p33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2" name="Google Shape;1132;p33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3" name="Google Shape;1133;p33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4" name="Google Shape;1134;p33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5" name="Google Shape;1135;p33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6" name="Google Shape;1136;p33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7" name="Google Shape;1137;p33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8" name="Google Shape;1138;p33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39" name="Google Shape;1139;p33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0" name="Google Shape;1140;p33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1" name="Google Shape;1141;p33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2" name="Google Shape;1142;p33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3" name="Google Shape;1143;p33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4" name="Google Shape;1144;p33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5" name="Google Shape;1145;p33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6" name="Google Shape;1146;p33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7" name="Google Shape;1147;p33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8" name="Google Shape;1148;p33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49" name="Google Shape;1149;p33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50" name="Google Shape;1150;p33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51" name="Google Shape;1151;p33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52" name="Google Shape;1152;p33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153" name="Google Shape;1153;p33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4" name="Google Shape;1154;p33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5" name="Google Shape;1155;p33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6" name="Google Shape;1156;p33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7" name="Google Shape;1157;p33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8" name="Google Shape;1158;p33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59" name="Google Shape;1159;p33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60" name="Google Shape;1160;p33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61" name="Google Shape;1161;p33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62" name="Google Shape;1162;p33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63" name="Google Shape;1163;p33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164" name="Google Shape;1164;p33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1165" name="Google Shape;1165;p33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1166" name="Google Shape;1166;p33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67" name="Google Shape;1167;p33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68" name="Google Shape;1168;p33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69" name="Google Shape;1169;p33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0" name="Google Shape;1170;p33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1" name="Google Shape;1171;p33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2" name="Google Shape;1172;p33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3" name="Google Shape;1173;p33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4" name="Google Shape;1174;p33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5" name="Google Shape;1175;p33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6" name="Google Shape;1176;p33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7" name="Google Shape;1177;p33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8" name="Google Shape;1178;p33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79" name="Google Shape;1179;p33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0" name="Google Shape;1180;p33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1" name="Google Shape;1181;p33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2" name="Google Shape;1182;p33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3" name="Google Shape;1183;p33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4" name="Google Shape;1184;p33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5" name="Google Shape;1185;p33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6" name="Google Shape;1186;p33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7" name="Google Shape;1187;p33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8" name="Google Shape;1188;p33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89" name="Google Shape;1189;p33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90" name="Google Shape;1190;p33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91" name="Google Shape;1191;p33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92" name="Google Shape;1192;p33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93" name="Google Shape;1193;p33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194" name="Google Shape;1194;p33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195" name="Google Shape;1195;p33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96" name="Google Shape;1196;p33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97" name="Google Shape;1197;p33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98" name="Google Shape;1198;p33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199" name="Google Shape;1199;p33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00" name="Google Shape;1200;p33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01" name="Google Shape;1201;p33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02" name="Google Shape;1202;p33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03" name="Google Shape;1203;p33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04" name="Google Shape;1204;p33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205" name="Google Shape;1205;p33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1206" name="Google Shape;1206;p33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1207" name="Google Shape;1207;p33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08" name="Google Shape;1208;p33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09" name="Google Shape;1209;p33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0" name="Google Shape;1210;p33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1" name="Google Shape;1211;p33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2" name="Google Shape;1212;p33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3" name="Google Shape;1213;p33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4" name="Google Shape;1214;p33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5" name="Google Shape;1215;p33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6" name="Google Shape;1216;p33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7" name="Google Shape;1217;p33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8" name="Google Shape;1218;p33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19" name="Google Shape;1219;p33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0" name="Google Shape;1220;p33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1" name="Google Shape;1221;p33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2" name="Google Shape;1222;p33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3" name="Google Shape;1223;p33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4" name="Google Shape;1224;p33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5" name="Google Shape;1225;p33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6" name="Google Shape;1226;p33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7" name="Google Shape;1227;p33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8" name="Google Shape;1228;p33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29" name="Google Shape;1229;p33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30" name="Google Shape;1230;p33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231" name="Google Shape;1231;p33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232" name="Google Shape;1232;p33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3" name="Google Shape;1233;p33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4" name="Google Shape;1234;p33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5" name="Google Shape;1235;p33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6" name="Google Shape;1236;p33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7" name="Google Shape;1237;p33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8" name="Google Shape;1238;p33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39" name="Google Shape;1239;p33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240" name="Google Shape;1240;p33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1241" name="Google Shape;1241;p33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1242" name="Google Shape;1242;p33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243" name="Google Shape;1243;p33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244" name="Google Shape;1244;p33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245" name="Google Shape;1245;p33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246" name="Google Shape;1246;p33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  <p:sp>
        <p:nvSpPr>
          <p:cNvPr id="1247" name="Google Shape;1247;p33"/>
          <p:cNvSpPr txBox="1"/>
          <p:nvPr/>
        </p:nvSpPr>
        <p:spPr>
          <a:xfrm>
            <a:off x="1426950" y="604875"/>
            <a:ext cx="11310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1">
                <a:solidFill>
                  <a:schemeClr val="accent1"/>
                </a:solidFill>
                <a:latin typeface="Palanquin"/>
                <a:ea typeface="Palanquin"/>
                <a:cs typeface="Palanquin"/>
                <a:sym typeface="Palanquin"/>
              </a:rPr>
              <a:t>03</a:t>
            </a:r>
            <a:r>
              <a:rPr lang="en" sz="21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</a:t>
            </a:r>
            <a:endParaRPr sz="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34"/>
          <p:cNvSpPr txBox="1">
            <a:spLocks noGrp="1"/>
          </p:cNvSpPr>
          <p:nvPr>
            <p:ph type="subTitle" idx="1"/>
          </p:nvPr>
        </p:nvSpPr>
        <p:spPr>
          <a:xfrm>
            <a:off x="715925" y="1636100"/>
            <a:ext cx="6851700" cy="28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Speakers have difficulty recognizing and addressing areas of weakness, such as body language and speech clarity.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Many people cannot afford or obtain professional coaching.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Tracking progress over time can be difficult.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There is a need for personalized, accessible tools to address these gaps.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Evaluation of audience interaction and Q&amp;A responses is absent from current solutions.</a:t>
            </a:r>
            <a:endParaRPr sz="1600"/>
          </a:p>
        </p:txBody>
      </p:sp>
      <p:sp>
        <p:nvSpPr>
          <p:cNvPr id="1253" name="Google Shape;1253;p34"/>
          <p:cNvSpPr txBox="1"/>
          <p:nvPr/>
        </p:nvSpPr>
        <p:spPr>
          <a:xfrm>
            <a:off x="828250" y="480000"/>
            <a:ext cx="11628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03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254" name="Google Shape;1254;p34"/>
          <p:cNvSpPr txBox="1"/>
          <p:nvPr/>
        </p:nvSpPr>
        <p:spPr>
          <a:xfrm>
            <a:off x="2154750" y="377700"/>
            <a:ext cx="48345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PROBLEM STATEMENT</a:t>
            </a:r>
            <a:endParaRPr sz="35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1255" name="Google Shape;1255;p34"/>
          <p:cNvGrpSpPr/>
          <p:nvPr/>
        </p:nvGrpSpPr>
        <p:grpSpPr>
          <a:xfrm flipH="1">
            <a:off x="7215131" y="912299"/>
            <a:ext cx="1696821" cy="3857377"/>
            <a:chOff x="824731" y="929649"/>
            <a:chExt cx="1696821" cy="3857377"/>
          </a:xfrm>
        </p:grpSpPr>
        <p:grpSp>
          <p:nvGrpSpPr>
            <p:cNvPr id="1256" name="Google Shape;1256;p34"/>
            <p:cNvGrpSpPr/>
            <p:nvPr/>
          </p:nvGrpSpPr>
          <p:grpSpPr>
            <a:xfrm>
              <a:off x="1767702" y="929649"/>
              <a:ext cx="753850" cy="660128"/>
              <a:chOff x="3441057" y="1429094"/>
              <a:chExt cx="185815" cy="162721"/>
            </a:xfrm>
          </p:grpSpPr>
          <p:sp>
            <p:nvSpPr>
              <p:cNvPr id="1257" name="Google Shape;1257;p34"/>
              <p:cNvSpPr/>
              <p:nvPr/>
            </p:nvSpPr>
            <p:spPr>
              <a:xfrm>
                <a:off x="3441057" y="1429094"/>
                <a:ext cx="185815" cy="162721"/>
              </a:xfrm>
              <a:custGeom>
                <a:avLst/>
                <a:gdLst/>
                <a:ahLst/>
                <a:cxnLst/>
                <a:rect l="l" t="t" r="r" b="b"/>
                <a:pathLst>
                  <a:path w="6960" h="6095" extrusionOk="0">
                    <a:moveTo>
                      <a:pt x="3482" y="1"/>
                    </a:moveTo>
                    <a:cubicBezTo>
                      <a:pt x="2936" y="1"/>
                      <a:pt x="2383" y="147"/>
                      <a:pt x="1883" y="455"/>
                    </a:cubicBezTo>
                    <a:cubicBezTo>
                      <a:pt x="456" y="1329"/>
                      <a:pt x="1" y="3211"/>
                      <a:pt x="884" y="4647"/>
                    </a:cubicBezTo>
                    <a:lnTo>
                      <a:pt x="242" y="5780"/>
                    </a:lnTo>
                    <a:lnTo>
                      <a:pt x="1615" y="5459"/>
                    </a:lnTo>
                    <a:cubicBezTo>
                      <a:pt x="2163" y="5881"/>
                      <a:pt x="2818" y="6094"/>
                      <a:pt x="3476" y="6094"/>
                    </a:cubicBezTo>
                    <a:cubicBezTo>
                      <a:pt x="4029" y="6094"/>
                      <a:pt x="4584" y="5943"/>
                      <a:pt x="5077" y="5638"/>
                    </a:cubicBezTo>
                    <a:cubicBezTo>
                      <a:pt x="6513" y="4754"/>
                      <a:pt x="6959" y="2881"/>
                      <a:pt x="6076" y="1445"/>
                    </a:cubicBezTo>
                    <a:cubicBezTo>
                      <a:pt x="5500" y="514"/>
                      <a:pt x="4504" y="1"/>
                      <a:pt x="34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4"/>
              <p:cNvSpPr/>
              <p:nvPr/>
            </p:nvSpPr>
            <p:spPr>
              <a:xfrm>
                <a:off x="3498214" y="1502669"/>
                <a:ext cx="13375" cy="13349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0" extrusionOk="0">
                    <a:moveTo>
                      <a:pt x="251" y="0"/>
                    </a:moveTo>
                    <a:cubicBezTo>
                      <a:pt x="117" y="0"/>
                      <a:pt x="1" y="107"/>
                      <a:pt x="1" y="250"/>
                    </a:cubicBezTo>
                    <a:cubicBezTo>
                      <a:pt x="1" y="384"/>
                      <a:pt x="117" y="500"/>
                      <a:pt x="251" y="500"/>
                    </a:cubicBezTo>
                    <a:cubicBezTo>
                      <a:pt x="384" y="500"/>
                      <a:pt x="500" y="384"/>
                      <a:pt x="500" y="250"/>
                    </a:cubicBezTo>
                    <a:cubicBezTo>
                      <a:pt x="500" y="107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4"/>
              <p:cNvSpPr/>
              <p:nvPr/>
            </p:nvSpPr>
            <p:spPr>
              <a:xfrm>
                <a:off x="3525123" y="1502669"/>
                <a:ext cx="13375" cy="13349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00" extrusionOk="0">
                    <a:moveTo>
                      <a:pt x="251" y="0"/>
                    </a:moveTo>
                    <a:cubicBezTo>
                      <a:pt x="108" y="0"/>
                      <a:pt x="1" y="107"/>
                      <a:pt x="1" y="250"/>
                    </a:cubicBezTo>
                    <a:cubicBezTo>
                      <a:pt x="1" y="384"/>
                      <a:pt x="108" y="500"/>
                      <a:pt x="251" y="500"/>
                    </a:cubicBezTo>
                    <a:cubicBezTo>
                      <a:pt x="384" y="500"/>
                      <a:pt x="500" y="384"/>
                      <a:pt x="500" y="250"/>
                    </a:cubicBezTo>
                    <a:cubicBezTo>
                      <a:pt x="500" y="107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4"/>
              <p:cNvSpPr/>
              <p:nvPr/>
            </p:nvSpPr>
            <p:spPr>
              <a:xfrm>
                <a:off x="3551820" y="1502563"/>
                <a:ext cx="15244" cy="13429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03" extrusionOk="0">
                    <a:moveTo>
                      <a:pt x="282" y="0"/>
                    </a:moveTo>
                    <a:cubicBezTo>
                      <a:pt x="241" y="0"/>
                      <a:pt x="199" y="10"/>
                      <a:pt x="161" y="31"/>
                    </a:cubicBezTo>
                    <a:cubicBezTo>
                      <a:pt x="45" y="102"/>
                      <a:pt x="0" y="254"/>
                      <a:pt x="71" y="370"/>
                    </a:cubicBezTo>
                    <a:cubicBezTo>
                      <a:pt x="114" y="454"/>
                      <a:pt x="197" y="502"/>
                      <a:pt x="285" y="502"/>
                    </a:cubicBezTo>
                    <a:cubicBezTo>
                      <a:pt x="327" y="502"/>
                      <a:pt x="370" y="491"/>
                      <a:pt x="410" y="468"/>
                    </a:cubicBezTo>
                    <a:cubicBezTo>
                      <a:pt x="526" y="397"/>
                      <a:pt x="571" y="245"/>
                      <a:pt x="500" y="129"/>
                    </a:cubicBezTo>
                    <a:cubicBezTo>
                      <a:pt x="500" y="129"/>
                      <a:pt x="500" y="120"/>
                      <a:pt x="500" y="120"/>
                    </a:cubicBezTo>
                    <a:cubicBezTo>
                      <a:pt x="452" y="42"/>
                      <a:pt x="367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1" name="Google Shape;1261;p34"/>
            <p:cNvGrpSpPr/>
            <p:nvPr/>
          </p:nvGrpSpPr>
          <p:grpSpPr>
            <a:xfrm>
              <a:off x="824731" y="1309864"/>
              <a:ext cx="1447458" cy="3477162"/>
              <a:chOff x="824731" y="1309864"/>
              <a:chExt cx="1447458" cy="3477162"/>
            </a:xfrm>
          </p:grpSpPr>
          <p:grpSp>
            <p:nvGrpSpPr>
              <p:cNvPr id="1262" name="Google Shape;1262;p34"/>
              <p:cNvGrpSpPr/>
              <p:nvPr/>
            </p:nvGrpSpPr>
            <p:grpSpPr>
              <a:xfrm>
                <a:off x="824731" y="1309864"/>
                <a:ext cx="1447458" cy="3477162"/>
                <a:chOff x="528751" y="1599651"/>
                <a:chExt cx="1322242" cy="3176361"/>
              </a:xfrm>
            </p:grpSpPr>
            <p:sp>
              <p:nvSpPr>
                <p:cNvPr id="1263" name="Google Shape;1263;p34"/>
                <p:cNvSpPr/>
                <p:nvPr/>
              </p:nvSpPr>
              <p:spPr>
                <a:xfrm>
                  <a:off x="1091451" y="3839847"/>
                  <a:ext cx="237424" cy="850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5596" extrusionOk="0">
                      <a:moveTo>
                        <a:pt x="1562" y="1"/>
                      </a:moveTo>
                      <a:lnTo>
                        <a:pt x="1" y="126"/>
                      </a:lnTo>
                      <a:cubicBezTo>
                        <a:pt x="97" y="354"/>
                        <a:pt x="497" y="5511"/>
                        <a:pt x="466" y="5594"/>
                      </a:cubicBezTo>
                      <a:lnTo>
                        <a:pt x="466" y="5594"/>
                      </a:lnTo>
                      <a:lnTo>
                        <a:pt x="1491" y="5523"/>
                      </a:lnTo>
                      <a:lnTo>
                        <a:pt x="1562" y="1"/>
                      </a:lnTo>
                      <a:close/>
                      <a:moveTo>
                        <a:pt x="466" y="5594"/>
                      </a:moveTo>
                      <a:lnTo>
                        <a:pt x="465" y="5594"/>
                      </a:lnTo>
                      <a:cubicBezTo>
                        <a:pt x="465" y="5595"/>
                        <a:pt x="465" y="5595"/>
                        <a:pt x="466" y="5595"/>
                      </a:cubicBezTo>
                      <a:cubicBezTo>
                        <a:pt x="466" y="5595"/>
                        <a:pt x="466" y="5595"/>
                        <a:pt x="466" y="5594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4" name="Google Shape;1264;p34"/>
                <p:cNvSpPr/>
                <p:nvPr/>
              </p:nvSpPr>
              <p:spPr>
                <a:xfrm>
                  <a:off x="1156504" y="4680179"/>
                  <a:ext cx="307947" cy="92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341" extrusionOk="0">
                      <a:moveTo>
                        <a:pt x="1098" y="0"/>
                      </a:moveTo>
                      <a:lnTo>
                        <a:pt x="1" y="18"/>
                      </a:lnTo>
                      <a:lnTo>
                        <a:pt x="10" y="330"/>
                      </a:lnTo>
                      <a:lnTo>
                        <a:pt x="72" y="330"/>
                      </a:lnTo>
                      <a:cubicBezTo>
                        <a:pt x="213" y="335"/>
                        <a:pt x="551" y="341"/>
                        <a:pt x="894" y="341"/>
                      </a:cubicBezTo>
                      <a:cubicBezTo>
                        <a:pt x="1293" y="341"/>
                        <a:pt x="1697" y="332"/>
                        <a:pt x="1803" y="304"/>
                      </a:cubicBezTo>
                      <a:cubicBezTo>
                        <a:pt x="2026" y="250"/>
                        <a:pt x="1098" y="90"/>
                        <a:pt x="1098" y="90"/>
                      </a:cubicBezTo>
                      <a:lnTo>
                        <a:pt x="109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5" name="Google Shape;1265;p34"/>
                <p:cNvSpPr/>
                <p:nvPr/>
              </p:nvSpPr>
              <p:spPr>
                <a:xfrm>
                  <a:off x="790493" y="3862951"/>
                  <a:ext cx="252320" cy="832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5479" extrusionOk="0">
                      <a:moveTo>
                        <a:pt x="0" y="1"/>
                      </a:moveTo>
                      <a:cubicBezTo>
                        <a:pt x="27" y="99"/>
                        <a:pt x="562" y="5478"/>
                        <a:pt x="562" y="5478"/>
                      </a:cubicBezTo>
                      <a:lnTo>
                        <a:pt x="1597" y="5416"/>
                      </a:lnTo>
                      <a:lnTo>
                        <a:pt x="1660" y="1"/>
                      </a:ln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6" name="Google Shape;1266;p34"/>
                <p:cNvSpPr/>
                <p:nvPr/>
              </p:nvSpPr>
              <p:spPr>
                <a:xfrm>
                  <a:off x="870450" y="4683628"/>
                  <a:ext cx="307947" cy="92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341" extrusionOk="0">
                      <a:moveTo>
                        <a:pt x="1098" y="0"/>
                      </a:moveTo>
                      <a:lnTo>
                        <a:pt x="1" y="18"/>
                      </a:lnTo>
                      <a:lnTo>
                        <a:pt x="9" y="330"/>
                      </a:lnTo>
                      <a:lnTo>
                        <a:pt x="72" y="330"/>
                      </a:lnTo>
                      <a:cubicBezTo>
                        <a:pt x="212" y="334"/>
                        <a:pt x="551" y="340"/>
                        <a:pt x="895" y="340"/>
                      </a:cubicBezTo>
                      <a:cubicBezTo>
                        <a:pt x="1295" y="340"/>
                        <a:pt x="1701" y="332"/>
                        <a:pt x="1812" y="303"/>
                      </a:cubicBezTo>
                      <a:cubicBezTo>
                        <a:pt x="2026" y="250"/>
                        <a:pt x="1098" y="98"/>
                        <a:pt x="1098" y="98"/>
                      </a:cubicBezTo>
                      <a:lnTo>
                        <a:pt x="109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34"/>
                <p:cNvSpPr/>
                <p:nvPr/>
              </p:nvSpPr>
              <p:spPr>
                <a:xfrm>
                  <a:off x="1481937" y="2231520"/>
                  <a:ext cx="369056" cy="481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3169" extrusionOk="0">
                      <a:moveTo>
                        <a:pt x="1048" y="0"/>
                      </a:moveTo>
                      <a:cubicBezTo>
                        <a:pt x="1005" y="0"/>
                        <a:pt x="970" y="50"/>
                        <a:pt x="991" y="100"/>
                      </a:cubicBezTo>
                      <a:cubicBezTo>
                        <a:pt x="1018" y="162"/>
                        <a:pt x="1027" y="234"/>
                        <a:pt x="1027" y="305"/>
                      </a:cubicBezTo>
                      <a:cubicBezTo>
                        <a:pt x="1027" y="367"/>
                        <a:pt x="1027" y="421"/>
                        <a:pt x="1009" y="483"/>
                      </a:cubicBezTo>
                      <a:cubicBezTo>
                        <a:pt x="991" y="546"/>
                        <a:pt x="973" y="599"/>
                        <a:pt x="956" y="644"/>
                      </a:cubicBezTo>
                      <a:lnTo>
                        <a:pt x="1" y="2143"/>
                      </a:lnTo>
                      <a:lnTo>
                        <a:pt x="411" y="3169"/>
                      </a:lnTo>
                      <a:lnTo>
                        <a:pt x="1598" y="1224"/>
                      </a:lnTo>
                      <a:cubicBezTo>
                        <a:pt x="1812" y="1090"/>
                        <a:pt x="1937" y="974"/>
                        <a:pt x="2080" y="894"/>
                      </a:cubicBezTo>
                      <a:cubicBezTo>
                        <a:pt x="2249" y="796"/>
                        <a:pt x="2320" y="742"/>
                        <a:pt x="2294" y="715"/>
                      </a:cubicBezTo>
                      <a:cubicBezTo>
                        <a:pt x="2285" y="701"/>
                        <a:pt x="2281" y="693"/>
                        <a:pt x="2269" y="693"/>
                      </a:cubicBezTo>
                      <a:cubicBezTo>
                        <a:pt x="2242" y="693"/>
                        <a:pt x="2175" y="731"/>
                        <a:pt x="1937" y="822"/>
                      </a:cubicBezTo>
                      <a:cubicBezTo>
                        <a:pt x="1937" y="822"/>
                        <a:pt x="2427" y="626"/>
                        <a:pt x="2285" y="582"/>
                      </a:cubicBezTo>
                      <a:cubicBezTo>
                        <a:pt x="2281" y="581"/>
                        <a:pt x="2277" y="580"/>
                        <a:pt x="2272" y="580"/>
                      </a:cubicBezTo>
                      <a:cubicBezTo>
                        <a:pt x="2241" y="580"/>
                        <a:pt x="2179" y="597"/>
                        <a:pt x="2110" y="619"/>
                      </a:cubicBezTo>
                      <a:lnTo>
                        <a:pt x="2110" y="619"/>
                      </a:lnTo>
                      <a:cubicBezTo>
                        <a:pt x="2223" y="564"/>
                        <a:pt x="2260" y="517"/>
                        <a:pt x="2249" y="483"/>
                      </a:cubicBezTo>
                      <a:cubicBezTo>
                        <a:pt x="2245" y="472"/>
                        <a:pt x="2230" y="468"/>
                        <a:pt x="2208" y="468"/>
                      </a:cubicBezTo>
                      <a:cubicBezTo>
                        <a:pt x="2124" y="468"/>
                        <a:pt x="1936" y="534"/>
                        <a:pt x="1826" y="575"/>
                      </a:cubicBezTo>
                      <a:lnTo>
                        <a:pt x="1826" y="575"/>
                      </a:lnTo>
                      <a:cubicBezTo>
                        <a:pt x="1939" y="530"/>
                        <a:pt x="2132" y="452"/>
                        <a:pt x="2169" y="421"/>
                      </a:cubicBezTo>
                      <a:cubicBezTo>
                        <a:pt x="2231" y="385"/>
                        <a:pt x="2142" y="359"/>
                        <a:pt x="2062" y="359"/>
                      </a:cubicBezTo>
                      <a:cubicBezTo>
                        <a:pt x="1981" y="367"/>
                        <a:pt x="1482" y="474"/>
                        <a:pt x="1339" y="492"/>
                      </a:cubicBezTo>
                      <a:cubicBezTo>
                        <a:pt x="1330" y="496"/>
                        <a:pt x="1320" y="498"/>
                        <a:pt x="1311" y="498"/>
                      </a:cubicBezTo>
                      <a:cubicBezTo>
                        <a:pt x="1277" y="498"/>
                        <a:pt x="1246" y="472"/>
                        <a:pt x="1232" y="430"/>
                      </a:cubicBezTo>
                      <a:cubicBezTo>
                        <a:pt x="1232" y="430"/>
                        <a:pt x="1232" y="421"/>
                        <a:pt x="1232" y="421"/>
                      </a:cubicBezTo>
                      <a:cubicBezTo>
                        <a:pt x="1241" y="207"/>
                        <a:pt x="1134" y="37"/>
                        <a:pt x="1080" y="11"/>
                      </a:cubicBezTo>
                      <a:cubicBezTo>
                        <a:pt x="1070" y="3"/>
                        <a:pt x="1058" y="0"/>
                        <a:pt x="1048" y="0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34"/>
                <p:cNvSpPr/>
                <p:nvPr/>
              </p:nvSpPr>
              <p:spPr>
                <a:xfrm>
                  <a:off x="845973" y="2150352"/>
                  <a:ext cx="470744" cy="754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" h="4961" extrusionOk="0">
                      <a:moveTo>
                        <a:pt x="2124" y="0"/>
                      </a:moveTo>
                      <a:lnTo>
                        <a:pt x="938" y="9"/>
                      </a:lnTo>
                      <a:lnTo>
                        <a:pt x="1" y="241"/>
                      </a:lnTo>
                      <a:cubicBezTo>
                        <a:pt x="1" y="241"/>
                        <a:pt x="46" y="2008"/>
                        <a:pt x="46" y="2034"/>
                      </a:cubicBezTo>
                      <a:cubicBezTo>
                        <a:pt x="46" y="2061"/>
                        <a:pt x="572" y="3712"/>
                        <a:pt x="572" y="3712"/>
                      </a:cubicBezTo>
                      <a:lnTo>
                        <a:pt x="545" y="4960"/>
                      </a:lnTo>
                      <a:lnTo>
                        <a:pt x="3097" y="4122"/>
                      </a:lnTo>
                      <a:lnTo>
                        <a:pt x="3088" y="2480"/>
                      </a:lnTo>
                      <a:lnTo>
                        <a:pt x="3088" y="197"/>
                      </a:lnTo>
                      <a:lnTo>
                        <a:pt x="21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34"/>
                <p:cNvSpPr/>
                <p:nvPr/>
              </p:nvSpPr>
              <p:spPr>
                <a:xfrm>
                  <a:off x="528751" y="2186984"/>
                  <a:ext cx="383952" cy="69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6" h="4586" extrusionOk="0">
                      <a:moveTo>
                        <a:pt x="2088" y="0"/>
                      </a:moveTo>
                      <a:cubicBezTo>
                        <a:pt x="2088" y="0"/>
                        <a:pt x="1749" y="143"/>
                        <a:pt x="1615" y="250"/>
                      </a:cubicBezTo>
                      <a:cubicBezTo>
                        <a:pt x="1526" y="330"/>
                        <a:pt x="741" y="1731"/>
                        <a:pt x="232" y="2659"/>
                      </a:cubicBezTo>
                      <a:cubicBezTo>
                        <a:pt x="0" y="3087"/>
                        <a:pt x="152" y="3613"/>
                        <a:pt x="580" y="3845"/>
                      </a:cubicBezTo>
                      <a:cubicBezTo>
                        <a:pt x="589" y="3854"/>
                        <a:pt x="598" y="3863"/>
                        <a:pt x="616" y="3872"/>
                      </a:cubicBezTo>
                      <a:lnTo>
                        <a:pt x="2079" y="4586"/>
                      </a:lnTo>
                      <a:lnTo>
                        <a:pt x="2525" y="3355"/>
                      </a:lnTo>
                      <a:lnTo>
                        <a:pt x="1687" y="2900"/>
                      </a:lnTo>
                      <a:lnTo>
                        <a:pt x="2320" y="1802"/>
                      </a:lnTo>
                      <a:lnTo>
                        <a:pt x="208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34"/>
                <p:cNvSpPr/>
                <p:nvPr/>
              </p:nvSpPr>
              <p:spPr>
                <a:xfrm>
                  <a:off x="761917" y="2776749"/>
                  <a:ext cx="120840" cy="10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" h="706" extrusionOk="0">
                      <a:moveTo>
                        <a:pt x="795" y="1"/>
                      </a:moveTo>
                      <a:lnTo>
                        <a:pt x="1" y="206"/>
                      </a:lnTo>
                      <a:lnTo>
                        <a:pt x="1" y="661"/>
                      </a:lnTo>
                      <a:lnTo>
                        <a:pt x="545" y="706"/>
                      </a:lnTo>
                      <a:lnTo>
                        <a:pt x="7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34"/>
                <p:cNvSpPr/>
                <p:nvPr/>
              </p:nvSpPr>
              <p:spPr>
                <a:xfrm>
                  <a:off x="761917" y="2459522"/>
                  <a:ext cx="111416" cy="167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" h="1102" extrusionOk="0">
                      <a:moveTo>
                        <a:pt x="732" y="0"/>
                      </a:moveTo>
                      <a:lnTo>
                        <a:pt x="732" y="0"/>
                      </a:lnTo>
                      <a:cubicBezTo>
                        <a:pt x="509" y="18"/>
                        <a:pt x="331" y="179"/>
                        <a:pt x="242" y="375"/>
                      </a:cubicBezTo>
                      <a:cubicBezTo>
                        <a:pt x="144" y="571"/>
                        <a:pt x="126" y="794"/>
                        <a:pt x="108" y="1008"/>
                      </a:cubicBezTo>
                      <a:lnTo>
                        <a:pt x="1" y="1089"/>
                      </a:lnTo>
                      <a:cubicBezTo>
                        <a:pt x="64" y="1095"/>
                        <a:pt x="132" y="1101"/>
                        <a:pt x="197" y="1101"/>
                      </a:cubicBezTo>
                      <a:cubicBezTo>
                        <a:pt x="224" y="1101"/>
                        <a:pt x="251" y="1100"/>
                        <a:pt x="277" y="1098"/>
                      </a:cubicBezTo>
                      <a:cubicBezTo>
                        <a:pt x="367" y="1089"/>
                        <a:pt x="447" y="1044"/>
                        <a:pt x="518" y="982"/>
                      </a:cubicBezTo>
                      <a:cubicBezTo>
                        <a:pt x="599" y="893"/>
                        <a:pt x="625" y="759"/>
                        <a:pt x="643" y="643"/>
                      </a:cubicBezTo>
                      <a:lnTo>
                        <a:pt x="73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34"/>
                <p:cNvSpPr/>
                <p:nvPr/>
              </p:nvSpPr>
              <p:spPr>
                <a:xfrm>
                  <a:off x="1263666" y="2180144"/>
                  <a:ext cx="411008" cy="602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3967" extrusionOk="0">
                      <a:moveTo>
                        <a:pt x="340" y="1"/>
                      </a:moveTo>
                      <a:lnTo>
                        <a:pt x="1" y="2338"/>
                      </a:lnTo>
                      <a:lnTo>
                        <a:pt x="714" y="3596"/>
                      </a:lnTo>
                      <a:cubicBezTo>
                        <a:pt x="741" y="3632"/>
                        <a:pt x="759" y="3658"/>
                        <a:pt x="777" y="3685"/>
                      </a:cubicBezTo>
                      <a:cubicBezTo>
                        <a:pt x="926" y="3871"/>
                        <a:pt x="1144" y="3967"/>
                        <a:pt x="1364" y="3967"/>
                      </a:cubicBezTo>
                      <a:cubicBezTo>
                        <a:pt x="1524" y="3967"/>
                        <a:pt x="1685" y="3915"/>
                        <a:pt x="1821" y="3810"/>
                      </a:cubicBezTo>
                      <a:lnTo>
                        <a:pt x="2623" y="2722"/>
                      </a:lnTo>
                      <a:cubicBezTo>
                        <a:pt x="2704" y="1758"/>
                        <a:pt x="2035" y="1428"/>
                        <a:pt x="2035" y="1428"/>
                      </a:cubicBezTo>
                      <a:lnTo>
                        <a:pt x="1375" y="2338"/>
                      </a:ln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34"/>
                <p:cNvSpPr/>
                <p:nvPr/>
              </p:nvSpPr>
              <p:spPr>
                <a:xfrm>
                  <a:off x="919236" y="2143208"/>
                  <a:ext cx="274056" cy="278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3" h="1832" extrusionOk="0">
                      <a:moveTo>
                        <a:pt x="1048" y="1"/>
                      </a:moveTo>
                      <a:cubicBezTo>
                        <a:pt x="738" y="1"/>
                        <a:pt x="368" y="38"/>
                        <a:pt x="10" y="163"/>
                      </a:cubicBezTo>
                      <a:cubicBezTo>
                        <a:pt x="1" y="163"/>
                        <a:pt x="1491" y="1832"/>
                        <a:pt x="1491" y="1832"/>
                      </a:cubicBezTo>
                      <a:lnTo>
                        <a:pt x="1803" y="74"/>
                      </a:lnTo>
                      <a:cubicBezTo>
                        <a:pt x="1803" y="74"/>
                        <a:pt x="1485" y="1"/>
                        <a:pt x="1048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34"/>
                <p:cNvSpPr/>
                <p:nvPr/>
              </p:nvSpPr>
              <p:spPr>
                <a:xfrm>
                  <a:off x="919236" y="2167984"/>
                  <a:ext cx="397480" cy="436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" h="2873" extrusionOk="0">
                      <a:moveTo>
                        <a:pt x="1" y="0"/>
                      </a:moveTo>
                      <a:cubicBezTo>
                        <a:pt x="10" y="18"/>
                        <a:pt x="19" y="27"/>
                        <a:pt x="27" y="36"/>
                      </a:cubicBezTo>
                      <a:lnTo>
                        <a:pt x="99" y="125"/>
                      </a:lnTo>
                      <a:lnTo>
                        <a:pt x="375" y="438"/>
                      </a:lnTo>
                      <a:lnTo>
                        <a:pt x="1285" y="1463"/>
                      </a:lnTo>
                      <a:cubicBezTo>
                        <a:pt x="1642" y="1865"/>
                        <a:pt x="1972" y="2222"/>
                        <a:pt x="2213" y="2472"/>
                      </a:cubicBezTo>
                      <a:cubicBezTo>
                        <a:pt x="2338" y="2596"/>
                        <a:pt x="2436" y="2703"/>
                        <a:pt x="2508" y="2766"/>
                      </a:cubicBezTo>
                      <a:cubicBezTo>
                        <a:pt x="2543" y="2802"/>
                        <a:pt x="2570" y="2828"/>
                        <a:pt x="2588" y="2846"/>
                      </a:cubicBezTo>
                      <a:cubicBezTo>
                        <a:pt x="2597" y="2855"/>
                        <a:pt x="2606" y="2864"/>
                        <a:pt x="2615" y="2873"/>
                      </a:cubicBezTo>
                      <a:cubicBezTo>
                        <a:pt x="2615" y="2864"/>
                        <a:pt x="2606" y="2855"/>
                        <a:pt x="2597" y="2837"/>
                      </a:cubicBezTo>
                      <a:lnTo>
                        <a:pt x="2516" y="2757"/>
                      </a:lnTo>
                      <a:lnTo>
                        <a:pt x="2231" y="2454"/>
                      </a:lnTo>
                      <a:cubicBezTo>
                        <a:pt x="1990" y="2195"/>
                        <a:pt x="1669" y="1838"/>
                        <a:pt x="1312" y="1437"/>
                      </a:cubicBezTo>
                      <a:cubicBezTo>
                        <a:pt x="955" y="1035"/>
                        <a:pt x="634" y="678"/>
                        <a:pt x="393" y="420"/>
                      </a:cubicBezTo>
                      <a:cubicBezTo>
                        <a:pt x="277" y="286"/>
                        <a:pt x="179" y="188"/>
                        <a:pt x="108" y="116"/>
                      </a:cubicBezTo>
                      <a:lnTo>
                        <a:pt x="27" y="27"/>
                      </a:lnTo>
                      <a:cubicBezTo>
                        <a:pt x="19" y="18"/>
                        <a:pt x="10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34"/>
                <p:cNvSpPr/>
                <p:nvPr/>
              </p:nvSpPr>
              <p:spPr>
                <a:xfrm>
                  <a:off x="835181" y="2371362"/>
                  <a:ext cx="86944" cy="309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" h="2035" extrusionOk="0">
                      <a:moveTo>
                        <a:pt x="1" y="1"/>
                      </a:moveTo>
                      <a:cubicBezTo>
                        <a:pt x="1" y="27"/>
                        <a:pt x="1" y="54"/>
                        <a:pt x="10" y="81"/>
                      </a:cubicBezTo>
                      <a:cubicBezTo>
                        <a:pt x="18" y="134"/>
                        <a:pt x="36" y="206"/>
                        <a:pt x="63" y="304"/>
                      </a:cubicBezTo>
                      <a:cubicBezTo>
                        <a:pt x="108" y="491"/>
                        <a:pt x="179" y="741"/>
                        <a:pt x="268" y="1018"/>
                      </a:cubicBezTo>
                      <a:cubicBezTo>
                        <a:pt x="349" y="1294"/>
                        <a:pt x="429" y="1553"/>
                        <a:pt x="482" y="1731"/>
                      </a:cubicBezTo>
                      <a:lnTo>
                        <a:pt x="545" y="1954"/>
                      </a:lnTo>
                      <a:cubicBezTo>
                        <a:pt x="554" y="1981"/>
                        <a:pt x="563" y="2008"/>
                        <a:pt x="572" y="2035"/>
                      </a:cubicBezTo>
                      <a:cubicBezTo>
                        <a:pt x="572" y="2008"/>
                        <a:pt x="572" y="1972"/>
                        <a:pt x="563" y="1945"/>
                      </a:cubicBezTo>
                      <a:cubicBezTo>
                        <a:pt x="554" y="1901"/>
                        <a:pt x="536" y="1820"/>
                        <a:pt x="509" y="1731"/>
                      </a:cubicBezTo>
                      <a:cubicBezTo>
                        <a:pt x="456" y="1544"/>
                        <a:pt x="384" y="1285"/>
                        <a:pt x="295" y="1009"/>
                      </a:cubicBezTo>
                      <a:cubicBezTo>
                        <a:pt x="206" y="732"/>
                        <a:pt x="134" y="482"/>
                        <a:pt x="81" y="295"/>
                      </a:cubicBezTo>
                      <a:cubicBezTo>
                        <a:pt x="54" y="206"/>
                        <a:pt x="36" y="134"/>
                        <a:pt x="18" y="81"/>
                      </a:cubicBezTo>
                      <a:cubicBezTo>
                        <a:pt x="18" y="54"/>
                        <a:pt x="10" y="27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34"/>
                <p:cNvSpPr/>
                <p:nvPr/>
              </p:nvSpPr>
              <p:spPr>
                <a:xfrm>
                  <a:off x="679230" y="2583859"/>
                  <a:ext cx="111416" cy="39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" h="262" extrusionOk="0">
                      <a:moveTo>
                        <a:pt x="169" y="1"/>
                      </a:moveTo>
                      <a:cubicBezTo>
                        <a:pt x="128" y="1"/>
                        <a:pt x="91" y="17"/>
                        <a:pt x="54" y="39"/>
                      </a:cubicBezTo>
                      <a:cubicBezTo>
                        <a:pt x="27" y="57"/>
                        <a:pt x="10" y="83"/>
                        <a:pt x="10" y="119"/>
                      </a:cubicBezTo>
                      <a:cubicBezTo>
                        <a:pt x="1" y="146"/>
                        <a:pt x="10" y="155"/>
                        <a:pt x="10" y="155"/>
                      </a:cubicBezTo>
                      <a:cubicBezTo>
                        <a:pt x="10" y="155"/>
                        <a:pt x="10" y="146"/>
                        <a:pt x="19" y="119"/>
                      </a:cubicBezTo>
                      <a:cubicBezTo>
                        <a:pt x="27" y="92"/>
                        <a:pt x="45" y="75"/>
                        <a:pt x="72" y="57"/>
                      </a:cubicBezTo>
                      <a:cubicBezTo>
                        <a:pt x="108" y="39"/>
                        <a:pt x="152" y="30"/>
                        <a:pt x="188" y="30"/>
                      </a:cubicBezTo>
                      <a:cubicBezTo>
                        <a:pt x="242" y="39"/>
                        <a:pt x="295" y="66"/>
                        <a:pt x="340" y="92"/>
                      </a:cubicBezTo>
                      <a:cubicBezTo>
                        <a:pt x="456" y="173"/>
                        <a:pt x="589" y="226"/>
                        <a:pt x="732" y="262"/>
                      </a:cubicBezTo>
                      <a:cubicBezTo>
                        <a:pt x="732" y="253"/>
                        <a:pt x="554" y="190"/>
                        <a:pt x="358" y="66"/>
                      </a:cubicBezTo>
                      <a:cubicBezTo>
                        <a:pt x="304" y="30"/>
                        <a:pt x="250" y="12"/>
                        <a:pt x="197" y="3"/>
                      </a:cubicBezTo>
                      <a:cubicBezTo>
                        <a:pt x="187" y="2"/>
                        <a:pt x="178" y="1"/>
                        <a:pt x="16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34"/>
                <p:cNvSpPr/>
                <p:nvPr/>
              </p:nvSpPr>
              <p:spPr>
                <a:xfrm>
                  <a:off x="1303034" y="2268305"/>
                  <a:ext cx="29944" cy="35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2365" extrusionOk="0">
                      <a:moveTo>
                        <a:pt x="0" y="1"/>
                      </a:moveTo>
                      <a:cubicBezTo>
                        <a:pt x="0" y="36"/>
                        <a:pt x="0" y="63"/>
                        <a:pt x="9" y="90"/>
                      </a:cubicBezTo>
                      <a:cubicBezTo>
                        <a:pt x="27" y="152"/>
                        <a:pt x="45" y="241"/>
                        <a:pt x="63" y="340"/>
                      </a:cubicBezTo>
                      <a:cubicBezTo>
                        <a:pt x="125" y="616"/>
                        <a:pt x="161" y="902"/>
                        <a:pt x="170" y="1178"/>
                      </a:cubicBezTo>
                      <a:cubicBezTo>
                        <a:pt x="161" y="1464"/>
                        <a:pt x="134" y="1740"/>
                        <a:pt x="81" y="2017"/>
                      </a:cubicBezTo>
                      <a:lnTo>
                        <a:pt x="36" y="2266"/>
                      </a:lnTo>
                      <a:cubicBezTo>
                        <a:pt x="36" y="2302"/>
                        <a:pt x="27" y="2329"/>
                        <a:pt x="27" y="2365"/>
                      </a:cubicBezTo>
                      <a:cubicBezTo>
                        <a:pt x="36" y="2338"/>
                        <a:pt x="45" y="2302"/>
                        <a:pt x="54" y="2275"/>
                      </a:cubicBezTo>
                      <a:cubicBezTo>
                        <a:pt x="63" y="2213"/>
                        <a:pt x="90" y="2133"/>
                        <a:pt x="107" y="2026"/>
                      </a:cubicBezTo>
                      <a:cubicBezTo>
                        <a:pt x="161" y="1749"/>
                        <a:pt x="197" y="1464"/>
                        <a:pt x="197" y="1178"/>
                      </a:cubicBezTo>
                      <a:cubicBezTo>
                        <a:pt x="197" y="902"/>
                        <a:pt x="152" y="616"/>
                        <a:pt x="90" y="340"/>
                      </a:cubicBezTo>
                      <a:cubicBezTo>
                        <a:pt x="63" y="232"/>
                        <a:pt x="36" y="152"/>
                        <a:pt x="27" y="90"/>
                      </a:cubicBezTo>
                      <a:cubicBezTo>
                        <a:pt x="18" y="63"/>
                        <a:pt x="9" y="27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34"/>
                <p:cNvSpPr/>
                <p:nvPr/>
              </p:nvSpPr>
              <p:spPr>
                <a:xfrm>
                  <a:off x="1467041" y="2544947"/>
                  <a:ext cx="9728" cy="104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688" extrusionOk="0">
                      <a:moveTo>
                        <a:pt x="54" y="0"/>
                      </a:moveTo>
                      <a:lnTo>
                        <a:pt x="54" y="0"/>
                      </a:lnTo>
                      <a:cubicBezTo>
                        <a:pt x="28" y="116"/>
                        <a:pt x="19" y="232"/>
                        <a:pt x="19" y="339"/>
                      </a:cubicBezTo>
                      <a:cubicBezTo>
                        <a:pt x="1" y="455"/>
                        <a:pt x="1" y="571"/>
                        <a:pt x="10" y="687"/>
                      </a:cubicBezTo>
                      <a:cubicBezTo>
                        <a:pt x="37" y="571"/>
                        <a:pt x="45" y="455"/>
                        <a:pt x="45" y="348"/>
                      </a:cubicBezTo>
                      <a:cubicBezTo>
                        <a:pt x="63" y="232"/>
                        <a:pt x="63" y="116"/>
                        <a:pt x="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34"/>
                <p:cNvSpPr/>
                <p:nvPr/>
              </p:nvSpPr>
              <p:spPr>
                <a:xfrm>
                  <a:off x="1467041" y="2527315"/>
                  <a:ext cx="46360" cy="1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68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37" y="134"/>
                        <a:pt x="81" y="268"/>
                        <a:pt x="144" y="393"/>
                      </a:cubicBezTo>
                      <a:cubicBezTo>
                        <a:pt x="188" y="527"/>
                        <a:pt x="242" y="652"/>
                        <a:pt x="304" y="768"/>
                      </a:cubicBezTo>
                      <a:cubicBezTo>
                        <a:pt x="268" y="634"/>
                        <a:pt x="224" y="509"/>
                        <a:pt x="170" y="384"/>
                      </a:cubicBezTo>
                      <a:cubicBezTo>
                        <a:pt x="126" y="250"/>
                        <a:pt x="72" y="125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34"/>
                <p:cNvSpPr/>
                <p:nvPr/>
              </p:nvSpPr>
              <p:spPr>
                <a:xfrm>
                  <a:off x="1509144" y="2481259"/>
                  <a:ext cx="89680" cy="20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1339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9"/>
                        <a:pt x="63" y="63"/>
                        <a:pt x="161" y="161"/>
                      </a:cubicBezTo>
                      <a:cubicBezTo>
                        <a:pt x="277" y="295"/>
                        <a:pt x="384" y="437"/>
                        <a:pt x="455" y="607"/>
                      </a:cubicBezTo>
                      <a:cubicBezTo>
                        <a:pt x="527" y="767"/>
                        <a:pt x="562" y="937"/>
                        <a:pt x="571" y="1115"/>
                      </a:cubicBezTo>
                      <a:cubicBezTo>
                        <a:pt x="571" y="1258"/>
                        <a:pt x="562" y="1338"/>
                        <a:pt x="571" y="1338"/>
                      </a:cubicBezTo>
                      <a:cubicBezTo>
                        <a:pt x="571" y="1320"/>
                        <a:pt x="580" y="1303"/>
                        <a:pt x="580" y="1285"/>
                      </a:cubicBezTo>
                      <a:cubicBezTo>
                        <a:pt x="589" y="1231"/>
                        <a:pt x="589" y="1169"/>
                        <a:pt x="589" y="1115"/>
                      </a:cubicBezTo>
                      <a:cubicBezTo>
                        <a:pt x="589" y="937"/>
                        <a:pt x="553" y="758"/>
                        <a:pt x="482" y="589"/>
                      </a:cubicBezTo>
                      <a:cubicBezTo>
                        <a:pt x="384" y="375"/>
                        <a:pt x="241" y="187"/>
                        <a:pt x="54" y="36"/>
                      </a:cubicBezTo>
                      <a:cubicBezTo>
                        <a:pt x="36" y="18"/>
                        <a:pt x="27" y="9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34"/>
                <p:cNvSpPr/>
                <p:nvPr/>
              </p:nvSpPr>
              <p:spPr>
                <a:xfrm>
                  <a:off x="744285" y="2703637"/>
                  <a:ext cx="604960" cy="1398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0" h="9198" extrusionOk="0">
                      <a:moveTo>
                        <a:pt x="1330" y="0"/>
                      </a:moveTo>
                      <a:lnTo>
                        <a:pt x="1321" y="89"/>
                      </a:lnTo>
                      <a:cubicBezTo>
                        <a:pt x="1321" y="89"/>
                        <a:pt x="170" y="1481"/>
                        <a:pt x="81" y="2436"/>
                      </a:cubicBezTo>
                      <a:cubicBezTo>
                        <a:pt x="1" y="3221"/>
                        <a:pt x="215" y="9198"/>
                        <a:pt x="215" y="9198"/>
                      </a:cubicBezTo>
                      <a:lnTo>
                        <a:pt x="3980" y="8778"/>
                      </a:lnTo>
                      <a:lnTo>
                        <a:pt x="3810" y="89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34"/>
                <p:cNvSpPr/>
                <p:nvPr/>
              </p:nvSpPr>
              <p:spPr>
                <a:xfrm>
                  <a:off x="1210770" y="1835557"/>
                  <a:ext cx="89680" cy="15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1030" extrusionOk="0">
                      <a:moveTo>
                        <a:pt x="362" y="1"/>
                      </a:moveTo>
                      <a:cubicBezTo>
                        <a:pt x="341" y="1"/>
                        <a:pt x="289" y="54"/>
                        <a:pt x="215" y="153"/>
                      </a:cubicBezTo>
                      <a:cubicBezTo>
                        <a:pt x="170" y="216"/>
                        <a:pt x="135" y="287"/>
                        <a:pt x="99" y="350"/>
                      </a:cubicBezTo>
                      <a:cubicBezTo>
                        <a:pt x="45" y="439"/>
                        <a:pt x="10" y="537"/>
                        <a:pt x="1" y="644"/>
                      </a:cubicBezTo>
                      <a:cubicBezTo>
                        <a:pt x="1" y="760"/>
                        <a:pt x="45" y="876"/>
                        <a:pt x="135" y="947"/>
                      </a:cubicBezTo>
                      <a:cubicBezTo>
                        <a:pt x="197" y="1002"/>
                        <a:pt x="280" y="1029"/>
                        <a:pt x="359" y="1029"/>
                      </a:cubicBezTo>
                      <a:cubicBezTo>
                        <a:pt x="371" y="1029"/>
                        <a:pt x="382" y="1029"/>
                        <a:pt x="393" y="1028"/>
                      </a:cubicBezTo>
                      <a:cubicBezTo>
                        <a:pt x="456" y="1019"/>
                        <a:pt x="509" y="1001"/>
                        <a:pt x="554" y="956"/>
                      </a:cubicBezTo>
                      <a:cubicBezTo>
                        <a:pt x="581" y="930"/>
                        <a:pt x="590" y="912"/>
                        <a:pt x="581" y="903"/>
                      </a:cubicBezTo>
                      <a:cubicBezTo>
                        <a:pt x="579" y="899"/>
                        <a:pt x="574" y="898"/>
                        <a:pt x="567" y="898"/>
                      </a:cubicBezTo>
                      <a:cubicBezTo>
                        <a:pt x="545" y="898"/>
                        <a:pt x="496" y="913"/>
                        <a:pt x="429" y="913"/>
                      </a:cubicBezTo>
                      <a:cubicBezTo>
                        <a:pt x="417" y="913"/>
                        <a:pt x="406" y="913"/>
                        <a:pt x="393" y="912"/>
                      </a:cubicBezTo>
                      <a:cubicBezTo>
                        <a:pt x="331" y="903"/>
                        <a:pt x="277" y="876"/>
                        <a:pt x="242" y="840"/>
                      </a:cubicBezTo>
                      <a:cubicBezTo>
                        <a:pt x="188" y="787"/>
                        <a:pt x="161" y="715"/>
                        <a:pt x="161" y="653"/>
                      </a:cubicBezTo>
                      <a:cubicBezTo>
                        <a:pt x="170" y="564"/>
                        <a:pt x="197" y="492"/>
                        <a:pt x="233" y="412"/>
                      </a:cubicBezTo>
                      <a:cubicBezTo>
                        <a:pt x="268" y="341"/>
                        <a:pt x="295" y="269"/>
                        <a:pt x="322" y="207"/>
                      </a:cubicBezTo>
                      <a:cubicBezTo>
                        <a:pt x="367" y="91"/>
                        <a:pt x="393" y="20"/>
                        <a:pt x="367" y="2"/>
                      </a:cubicBezTo>
                      <a:cubicBezTo>
                        <a:pt x="365" y="1"/>
                        <a:pt x="364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34"/>
                <p:cNvSpPr/>
                <p:nvPr/>
              </p:nvSpPr>
              <p:spPr>
                <a:xfrm>
                  <a:off x="821653" y="1599651"/>
                  <a:ext cx="191368" cy="171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130" extrusionOk="0">
                      <a:moveTo>
                        <a:pt x="702" y="0"/>
                      </a:moveTo>
                      <a:cubicBezTo>
                        <a:pt x="596" y="0"/>
                        <a:pt x="490" y="28"/>
                        <a:pt x="393" y="82"/>
                      </a:cubicBezTo>
                      <a:cubicBezTo>
                        <a:pt x="241" y="153"/>
                        <a:pt x="125" y="278"/>
                        <a:pt x="63" y="439"/>
                      </a:cubicBezTo>
                      <a:cubicBezTo>
                        <a:pt x="0" y="590"/>
                        <a:pt x="18" y="769"/>
                        <a:pt x="107" y="911"/>
                      </a:cubicBezTo>
                      <a:cubicBezTo>
                        <a:pt x="215" y="1055"/>
                        <a:pt x="381" y="1130"/>
                        <a:pt x="554" y="1130"/>
                      </a:cubicBezTo>
                      <a:cubicBezTo>
                        <a:pt x="595" y="1130"/>
                        <a:pt x="637" y="1125"/>
                        <a:pt x="678" y="1117"/>
                      </a:cubicBezTo>
                      <a:cubicBezTo>
                        <a:pt x="884" y="1063"/>
                        <a:pt x="1062" y="920"/>
                        <a:pt x="1160" y="733"/>
                      </a:cubicBezTo>
                      <a:lnTo>
                        <a:pt x="1160" y="733"/>
                      </a:lnTo>
                      <a:lnTo>
                        <a:pt x="1133" y="751"/>
                      </a:lnTo>
                      <a:lnTo>
                        <a:pt x="1133" y="751"/>
                      </a:lnTo>
                      <a:cubicBezTo>
                        <a:pt x="1216" y="666"/>
                        <a:pt x="1259" y="547"/>
                        <a:pt x="1240" y="421"/>
                      </a:cubicBezTo>
                      <a:cubicBezTo>
                        <a:pt x="1205" y="242"/>
                        <a:pt x="1080" y="91"/>
                        <a:pt x="910" y="37"/>
                      </a:cubicBezTo>
                      <a:cubicBezTo>
                        <a:pt x="843" y="12"/>
                        <a:pt x="773" y="0"/>
                        <a:pt x="702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34"/>
                <p:cNvSpPr/>
                <p:nvPr/>
              </p:nvSpPr>
              <p:spPr>
                <a:xfrm>
                  <a:off x="902972" y="1647227"/>
                  <a:ext cx="348688" cy="369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2428" extrusionOk="0">
                      <a:moveTo>
                        <a:pt x="1277" y="1"/>
                      </a:moveTo>
                      <a:cubicBezTo>
                        <a:pt x="1166" y="1"/>
                        <a:pt x="1055" y="16"/>
                        <a:pt x="946" y="45"/>
                      </a:cubicBezTo>
                      <a:cubicBezTo>
                        <a:pt x="607" y="135"/>
                        <a:pt x="286" y="366"/>
                        <a:pt x="134" y="688"/>
                      </a:cubicBezTo>
                      <a:cubicBezTo>
                        <a:pt x="19" y="973"/>
                        <a:pt x="1" y="1294"/>
                        <a:pt x="99" y="1589"/>
                      </a:cubicBezTo>
                      <a:cubicBezTo>
                        <a:pt x="188" y="1874"/>
                        <a:pt x="384" y="2186"/>
                        <a:pt x="572" y="2427"/>
                      </a:cubicBezTo>
                      <a:lnTo>
                        <a:pt x="2293" y="857"/>
                      </a:lnTo>
                      <a:cubicBezTo>
                        <a:pt x="2276" y="554"/>
                        <a:pt x="2097" y="277"/>
                        <a:pt x="1829" y="135"/>
                      </a:cubicBezTo>
                      <a:cubicBezTo>
                        <a:pt x="1655" y="45"/>
                        <a:pt x="1466" y="1"/>
                        <a:pt x="1277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34"/>
                <p:cNvSpPr/>
                <p:nvPr/>
              </p:nvSpPr>
              <p:spPr>
                <a:xfrm>
                  <a:off x="1147083" y="1677019"/>
                  <a:ext cx="145312" cy="286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1884" extrusionOk="0">
                      <a:moveTo>
                        <a:pt x="0" y="1"/>
                      </a:moveTo>
                      <a:lnTo>
                        <a:pt x="375" y="1883"/>
                      </a:lnTo>
                      <a:cubicBezTo>
                        <a:pt x="491" y="1723"/>
                        <a:pt x="607" y="1544"/>
                        <a:pt x="696" y="1366"/>
                      </a:cubicBezTo>
                      <a:cubicBezTo>
                        <a:pt x="759" y="1250"/>
                        <a:pt x="910" y="1054"/>
                        <a:pt x="928" y="902"/>
                      </a:cubicBezTo>
                      <a:cubicBezTo>
                        <a:pt x="955" y="634"/>
                        <a:pt x="830" y="367"/>
                        <a:pt x="607" y="215"/>
                      </a:cubicBezTo>
                      <a:cubicBezTo>
                        <a:pt x="420" y="81"/>
                        <a:pt x="8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34"/>
                <p:cNvSpPr/>
                <p:nvPr/>
              </p:nvSpPr>
              <p:spPr>
                <a:xfrm>
                  <a:off x="987028" y="1712284"/>
                  <a:ext cx="257792" cy="53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" h="3507" extrusionOk="0">
                      <a:moveTo>
                        <a:pt x="850" y="1"/>
                      </a:moveTo>
                      <a:cubicBezTo>
                        <a:pt x="393" y="1"/>
                        <a:pt x="10" y="363"/>
                        <a:pt x="1" y="822"/>
                      </a:cubicBezTo>
                      <a:lnTo>
                        <a:pt x="10" y="2891"/>
                      </a:lnTo>
                      <a:cubicBezTo>
                        <a:pt x="10" y="3221"/>
                        <a:pt x="233" y="3507"/>
                        <a:pt x="563" y="3507"/>
                      </a:cubicBezTo>
                      <a:cubicBezTo>
                        <a:pt x="884" y="3507"/>
                        <a:pt x="1107" y="3248"/>
                        <a:pt x="1116" y="2918"/>
                      </a:cubicBezTo>
                      <a:lnTo>
                        <a:pt x="1089" y="2410"/>
                      </a:lnTo>
                      <a:lnTo>
                        <a:pt x="1098" y="2410"/>
                      </a:lnTo>
                      <a:cubicBezTo>
                        <a:pt x="1134" y="2410"/>
                        <a:pt x="1169" y="2401"/>
                        <a:pt x="1214" y="2392"/>
                      </a:cubicBezTo>
                      <a:cubicBezTo>
                        <a:pt x="1321" y="2356"/>
                        <a:pt x="1598" y="2231"/>
                        <a:pt x="1660" y="1803"/>
                      </a:cubicBezTo>
                      <a:cubicBezTo>
                        <a:pt x="1687" y="1491"/>
                        <a:pt x="1696" y="1179"/>
                        <a:pt x="1687" y="866"/>
                      </a:cubicBezTo>
                      <a:cubicBezTo>
                        <a:pt x="1696" y="411"/>
                        <a:pt x="1348" y="28"/>
                        <a:pt x="893" y="1"/>
                      </a:cubicBezTo>
                      <a:lnTo>
                        <a:pt x="866" y="1"/>
                      </a:lnTo>
                      <a:cubicBezTo>
                        <a:pt x="861" y="1"/>
                        <a:pt x="855" y="1"/>
                        <a:pt x="850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34"/>
                <p:cNvSpPr/>
                <p:nvPr/>
              </p:nvSpPr>
              <p:spPr>
                <a:xfrm>
                  <a:off x="1054819" y="2048663"/>
                  <a:ext cx="99256" cy="51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" h="336" extrusionOk="0">
                      <a:moveTo>
                        <a:pt x="1" y="0"/>
                      </a:moveTo>
                      <a:cubicBezTo>
                        <a:pt x="1" y="0"/>
                        <a:pt x="102" y="336"/>
                        <a:pt x="553" y="336"/>
                      </a:cubicBezTo>
                      <a:cubicBezTo>
                        <a:pt x="584" y="336"/>
                        <a:pt x="617" y="334"/>
                        <a:pt x="652" y="330"/>
                      </a:cubicBezTo>
                      <a:lnTo>
                        <a:pt x="643" y="197"/>
                      </a:lnTo>
                      <a:cubicBezTo>
                        <a:pt x="643" y="197"/>
                        <a:pt x="632" y="198"/>
                        <a:pt x="613" y="198"/>
                      </a:cubicBezTo>
                      <a:cubicBezTo>
                        <a:pt x="530" y="198"/>
                        <a:pt x="289" y="18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34"/>
                <p:cNvSpPr/>
                <p:nvPr/>
              </p:nvSpPr>
              <p:spPr>
                <a:xfrm>
                  <a:off x="958604" y="1674587"/>
                  <a:ext cx="206264" cy="207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" h="1365" extrusionOk="0">
                      <a:moveTo>
                        <a:pt x="1167" y="0"/>
                      </a:moveTo>
                      <a:cubicBezTo>
                        <a:pt x="1131" y="0"/>
                        <a:pt x="1106" y="7"/>
                        <a:pt x="1062" y="17"/>
                      </a:cubicBezTo>
                      <a:cubicBezTo>
                        <a:pt x="812" y="88"/>
                        <a:pt x="348" y="133"/>
                        <a:pt x="188" y="356"/>
                      </a:cubicBezTo>
                      <a:cubicBezTo>
                        <a:pt x="27" y="579"/>
                        <a:pt x="0" y="936"/>
                        <a:pt x="0" y="1221"/>
                      </a:cubicBezTo>
                      <a:lnTo>
                        <a:pt x="99" y="1346"/>
                      </a:lnTo>
                      <a:cubicBezTo>
                        <a:pt x="153" y="1359"/>
                        <a:pt x="207" y="1365"/>
                        <a:pt x="260" y="1365"/>
                      </a:cubicBezTo>
                      <a:cubicBezTo>
                        <a:pt x="505" y="1365"/>
                        <a:pt x="739" y="1240"/>
                        <a:pt x="937" y="1079"/>
                      </a:cubicBezTo>
                      <a:cubicBezTo>
                        <a:pt x="1187" y="873"/>
                        <a:pt x="1330" y="570"/>
                        <a:pt x="1348" y="249"/>
                      </a:cubicBezTo>
                      <a:cubicBezTo>
                        <a:pt x="1348" y="178"/>
                        <a:pt x="1356" y="35"/>
                        <a:pt x="1294" y="17"/>
                      </a:cubicBezTo>
                      <a:cubicBezTo>
                        <a:pt x="1234" y="5"/>
                        <a:pt x="1197" y="0"/>
                        <a:pt x="1167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9" name="Google Shape;1289;p34"/>
                <p:cNvSpPr/>
                <p:nvPr/>
              </p:nvSpPr>
              <p:spPr>
                <a:xfrm>
                  <a:off x="958604" y="1881613"/>
                  <a:ext cx="46208" cy="64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422" extrusionOk="0">
                      <a:moveTo>
                        <a:pt x="216" y="1"/>
                      </a:moveTo>
                      <a:cubicBezTo>
                        <a:pt x="167" y="1"/>
                        <a:pt x="120" y="18"/>
                        <a:pt x="81" y="47"/>
                      </a:cubicBezTo>
                      <a:cubicBezTo>
                        <a:pt x="0" y="127"/>
                        <a:pt x="0" y="261"/>
                        <a:pt x="81" y="341"/>
                      </a:cubicBezTo>
                      <a:cubicBezTo>
                        <a:pt x="90" y="359"/>
                        <a:pt x="107" y="368"/>
                        <a:pt x="116" y="377"/>
                      </a:cubicBezTo>
                      <a:cubicBezTo>
                        <a:pt x="152" y="412"/>
                        <a:pt x="206" y="421"/>
                        <a:pt x="250" y="421"/>
                      </a:cubicBezTo>
                      <a:lnTo>
                        <a:pt x="304" y="20"/>
                      </a:lnTo>
                      <a:cubicBezTo>
                        <a:pt x="274" y="7"/>
                        <a:pt x="245" y="1"/>
                        <a:pt x="216" y="1"/>
                      </a:cubicBez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0" name="Google Shape;1290;p34"/>
                <p:cNvSpPr/>
                <p:nvPr/>
              </p:nvSpPr>
              <p:spPr>
                <a:xfrm>
                  <a:off x="897500" y="1677019"/>
                  <a:ext cx="259160" cy="355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" h="2341" extrusionOk="0">
                      <a:moveTo>
                        <a:pt x="1660" y="1"/>
                      </a:moveTo>
                      <a:cubicBezTo>
                        <a:pt x="1642" y="1"/>
                        <a:pt x="1642" y="55"/>
                        <a:pt x="1634" y="135"/>
                      </a:cubicBezTo>
                      <a:cubicBezTo>
                        <a:pt x="1625" y="260"/>
                        <a:pt x="1589" y="376"/>
                        <a:pt x="1544" y="483"/>
                      </a:cubicBezTo>
                      <a:cubicBezTo>
                        <a:pt x="1428" y="741"/>
                        <a:pt x="1223" y="947"/>
                        <a:pt x="956" y="1054"/>
                      </a:cubicBezTo>
                      <a:cubicBezTo>
                        <a:pt x="848" y="1089"/>
                        <a:pt x="741" y="1116"/>
                        <a:pt x="625" y="1125"/>
                      </a:cubicBezTo>
                      <a:cubicBezTo>
                        <a:pt x="492" y="1143"/>
                        <a:pt x="376" y="1196"/>
                        <a:pt x="260" y="1268"/>
                      </a:cubicBezTo>
                      <a:cubicBezTo>
                        <a:pt x="162" y="1348"/>
                        <a:pt x="90" y="1455"/>
                        <a:pt x="46" y="1571"/>
                      </a:cubicBezTo>
                      <a:cubicBezTo>
                        <a:pt x="10" y="1678"/>
                        <a:pt x="1" y="1794"/>
                        <a:pt x="28" y="1910"/>
                      </a:cubicBezTo>
                      <a:cubicBezTo>
                        <a:pt x="55" y="1999"/>
                        <a:pt x="99" y="2089"/>
                        <a:pt x="170" y="2160"/>
                      </a:cubicBezTo>
                      <a:cubicBezTo>
                        <a:pt x="260" y="2258"/>
                        <a:pt x="394" y="2329"/>
                        <a:pt x="527" y="2338"/>
                      </a:cubicBezTo>
                      <a:cubicBezTo>
                        <a:pt x="546" y="2340"/>
                        <a:pt x="563" y="2341"/>
                        <a:pt x="578" y="2341"/>
                      </a:cubicBezTo>
                      <a:cubicBezTo>
                        <a:pt x="641" y="2341"/>
                        <a:pt x="670" y="2328"/>
                        <a:pt x="670" y="2320"/>
                      </a:cubicBezTo>
                      <a:cubicBezTo>
                        <a:pt x="670" y="2312"/>
                        <a:pt x="617" y="2303"/>
                        <a:pt x="536" y="2285"/>
                      </a:cubicBezTo>
                      <a:cubicBezTo>
                        <a:pt x="429" y="2249"/>
                        <a:pt x="331" y="2178"/>
                        <a:pt x="260" y="2089"/>
                      </a:cubicBezTo>
                      <a:cubicBezTo>
                        <a:pt x="206" y="2026"/>
                        <a:pt x="179" y="1955"/>
                        <a:pt x="162" y="1883"/>
                      </a:cubicBezTo>
                      <a:cubicBezTo>
                        <a:pt x="144" y="1794"/>
                        <a:pt x="153" y="1705"/>
                        <a:pt x="188" y="1625"/>
                      </a:cubicBezTo>
                      <a:cubicBezTo>
                        <a:pt x="224" y="1535"/>
                        <a:pt x="278" y="1455"/>
                        <a:pt x="358" y="1402"/>
                      </a:cubicBezTo>
                      <a:cubicBezTo>
                        <a:pt x="447" y="1339"/>
                        <a:pt x="554" y="1303"/>
                        <a:pt x="652" y="1286"/>
                      </a:cubicBezTo>
                      <a:cubicBezTo>
                        <a:pt x="777" y="1277"/>
                        <a:pt x="902" y="1241"/>
                        <a:pt x="1018" y="1196"/>
                      </a:cubicBezTo>
                      <a:cubicBezTo>
                        <a:pt x="1125" y="1152"/>
                        <a:pt x="1232" y="1089"/>
                        <a:pt x="1321" y="1018"/>
                      </a:cubicBezTo>
                      <a:cubicBezTo>
                        <a:pt x="1473" y="884"/>
                        <a:pt x="1589" y="715"/>
                        <a:pt x="1651" y="527"/>
                      </a:cubicBezTo>
                      <a:cubicBezTo>
                        <a:pt x="1696" y="402"/>
                        <a:pt x="1705" y="269"/>
                        <a:pt x="1696" y="135"/>
                      </a:cubicBezTo>
                      <a:cubicBezTo>
                        <a:pt x="1687" y="46"/>
                        <a:pt x="1669" y="1"/>
                        <a:pt x="1660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34"/>
                <p:cNvSpPr/>
                <p:nvPr/>
              </p:nvSpPr>
              <p:spPr>
                <a:xfrm>
                  <a:off x="972132" y="2527315"/>
                  <a:ext cx="329688" cy="377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9" h="2481" extrusionOk="0">
                      <a:moveTo>
                        <a:pt x="340" y="0"/>
                      </a:moveTo>
                      <a:cubicBezTo>
                        <a:pt x="259" y="0"/>
                        <a:pt x="188" y="63"/>
                        <a:pt x="179" y="152"/>
                      </a:cubicBezTo>
                      <a:lnTo>
                        <a:pt x="1" y="2302"/>
                      </a:lnTo>
                      <a:cubicBezTo>
                        <a:pt x="1" y="2391"/>
                        <a:pt x="63" y="2472"/>
                        <a:pt x="152" y="2480"/>
                      </a:cubicBezTo>
                      <a:lnTo>
                        <a:pt x="170" y="2480"/>
                      </a:lnTo>
                      <a:lnTo>
                        <a:pt x="1785" y="2436"/>
                      </a:lnTo>
                      <a:cubicBezTo>
                        <a:pt x="1865" y="2436"/>
                        <a:pt x="1937" y="2373"/>
                        <a:pt x="1945" y="2293"/>
                      </a:cubicBezTo>
                      <a:lnTo>
                        <a:pt x="2160" y="179"/>
                      </a:lnTo>
                      <a:cubicBezTo>
                        <a:pt x="2168" y="90"/>
                        <a:pt x="2106" y="9"/>
                        <a:pt x="201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34"/>
                <p:cNvSpPr/>
                <p:nvPr/>
              </p:nvSpPr>
              <p:spPr>
                <a:xfrm>
                  <a:off x="1136291" y="2563947"/>
                  <a:ext cx="29944" cy="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197" extrusionOk="0">
                      <a:moveTo>
                        <a:pt x="98" y="0"/>
                      </a:moveTo>
                      <a:cubicBezTo>
                        <a:pt x="45" y="0"/>
                        <a:pt x="0" y="45"/>
                        <a:pt x="0" y="98"/>
                      </a:cubicBezTo>
                      <a:cubicBezTo>
                        <a:pt x="0" y="152"/>
                        <a:pt x="45" y="197"/>
                        <a:pt x="98" y="197"/>
                      </a:cubicBezTo>
                      <a:cubicBezTo>
                        <a:pt x="152" y="197"/>
                        <a:pt x="196" y="152"/>
                        <a:pt x="196" y="98"/>
                      </a:cubicBezTo>
                      <a:cubicBezTo>
                        <a:pt x="196" y="45"/>
                        <a:pt x="152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34"/>
                <p:cNvSpPr/>
                <p:nvPr/>
              </p:nvSpPr>
              <p:spPr>
                <a:xfrm>
                  <a:off x="867709" y="2675060"/>
                  <a:ext cx="317528" cy="1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" h="1000" extrusionOk="0">
                      <a:moveTo>
                        <a:pt x="839" y="1"/>
                      </a:moveTo>
                      <a:lnTo>
                        <a:pt x="839" y="1"/>
                      </a:lnTo>
                      <a:cubicBezTo>
                        <a:pt x="839" y="1"/>
                        <a:pt x="616" y="63"/>
                        <a:pt x="581" y="108"/>
                      </a:cubicBezTo>
                      <a:cubicBezTo>
                        <a:pt x="527" y="144"/>
                        <a:pt x="465" y="188"/>
                        <a:pt x="393" y="215"/>
                      </a:cubicBezTo>
                      <a:lnTo>
                        <a:pt x="233" y="260"/>
                      </a:lnTo>
                      <a:lnTo>
                        <a:pt x="1" y="955"/>
                      </a:lnTo>
                      <a:lnTo>
                        <a:pt x="1401" y="1000"/>
                      </a:lnTo>
                      <a:cubicBezTo>
                        <a:pt x="1401" y="1000"/>
                        <a:pt x="1794" y="732"/>
                        <a:pt x="1740" y="697"/>
                      </a:cubicBezTo>
                      <a:cubicBezTo>
                        <a:pt x="1729" y="690"/>
                        <a:pt x="1710" y="686"/>
                        <a:pt x="1687" y="686"/>
                      </a:cubicBezTo>
                      <a:cubicBezTo>
                        <a:pt x="1623" y="686"/>
                        <a:pt x="1528" y="713"/>
                        <a:pt x="1482" y="759"/>
                      </a:cubicBezTo>
                      <a:cubicBezTo>
                        <a:pt x="1452" y="788"/>
                        <a:pt x="1419" y="799"/>
                        <a:pt x="1386" y="799"/>
                      </a:cubicBezTo>
                      <a:cubicBezTo>
                        <a:pt x="1299" y="799"/>
                        <a:pt x="1214" y="723"/>
                        <a:pt x="1214" y="723"/>
                      </a:cubicBezTo>
                      <a:cubicBezTo>
                        <a:pt x="1214" y="723"/>
                        <a:pt x="1910" y="581"/>
                        <a:pt x="1963" y="509"/>
                      </a:cubicBezTo>
                      <a:cubicBezTo>
                        <a:pt x="2026" y="438"/>
                        <a:pt x="2088" y="420"/>
                        <a:pt x="2053" y="349"/>
                      </a:cubicBezTo>
                      <a:cubicBezTo>
                        <a:pt x="2037" y="317"/>
                        <a:pt x="1970" y="308"/>
                        <a:pt x="1892" y="308"/>
                      </a:cubicBezTo>
                      <a:cubicBezTo>
                        <a:pt x="1794" y="308"/>
                        <a:pt x="1679" y="322"/>
                        <a:pt x="1624" y="322"/>
                      </a:cubicBezTo>
                      <a:cubicBezTo>
                        <a:pt x="1517" y="331"/>
                        <a:pt x="1410" y="349"/>
                        <a:pt x="1312" y="367"/>
                      </a:cubicBezTo>
                      <a:cubicBezTo>
                        <a:pt x="1312" y="367"/>
                        <a:pt x="1749" y="215"/>
                        <a:pt x="1776" y="197"/>
                      </a:cubicBezTo>
                      <a:cubicBezTo>
                        <a:pt x="1852" y="151"/>
                        <a:pt x="1798" y="74"/>
                        <a:pt x="1704" y="74"/>
                      </a:cubicBezTo>
                      <a:cubicBezTo>
                        <a:pt x="1687" y="74"/>
                        <a:pt x="1670" y="76"/>
                        <a:pt x="1651" y="81"/>
                      </a:cubicBezTo>
                      <a:cubicBezTo>
                        <a:pt x="1556" y="98"/>
                        <a:pt x="1176" y="233"/>
                        <a:pt x="1096" y="233"/>
                      </a:cubicBezTo>
                      <a:cubicBezTo>
                        <a:pt x="1093" y="233"/>
                        <a:pt x="1091" y="233"/>
                        <a:pt x="1089" y="233"/>
                      </a:cubicBezTo>
                      <a:cubicBezTo>
                        <a:pt x="1018" y="224"/>
                        <a:pt x="830" y="206"/>
                        <a:pt x="830" y="206"/>
                      </a:cubicBezTo>
                      <a:lnTo>
                        <a:pt x="839" y="1"/>
                      </a:lnTo>
                      <a:close/>
                    </a:path>
                  </a:pathLst>
                </a:custGeom>
                <a:solidFill>
                  <a:srgbClr val="BD654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4" name="Google Shape;1294;p34"/>
              <p:cNvSpPr/>
              <p:nvPr/>
            </p:nvSpPr>
            <p:spPr>
              <a:xfrm>
                <a:off x="1210272" y="1330414"/>
                <a:ext cx="84861" cy="10633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639" extrusionOk="0">
                    <a:moveTo>
                      <a:pt x="68" y="0"/>
                    </a:moveTo>
                    <a:cubicBezTo>
                      <a:pt x="46" y="0"/>
                      <a:pt x="23" y="5"/>
                      <a:pt x="1" y="14"/>
                    </a:cubicBezTo>
                    <a:cubicBezTo>
                      <a:pt x="46" y="14"/>
                      <a:pt x="90" y="23"/>
                      <a:pt x="126" y="40"/>
                    </a:cubicBezTo>
                    <a:cubicBezTo>
                      <a:pt x="224" y="76"/>
                      <a:pt x="295" y="139"/>
                      <a:pt x="358" y="228"/>
                    </a:cubicBezTo>
                    <a:cubicBezTo>
                      <a:pt x="402" y="317"/>
                      <a:pt x="447" y="415"/>
                      <a:pt x="474" y="513"/>
                    </a:cubicBezTo>
                    <a:cubicBezTo>
                      <a:pt x="483" y="549"/>
                      <a:pt x="492" y="594"/>
                      <a:pt x="509" y="638"/>
                    </a:cubicBezTo>
                    <a:cubicBezTo>
                      <a:pt x="509" y="594"/>
                      <a:pt x="509" y="549"/>
                      <a:pt x="501" y="504"/>
                    </a:cubicBezTo>
                    <a:cubicBezTo>
                      <a:pt x="474" y="406"/>
                      <a:pt x="438" y="299"/>
                      <a:pt x="385" y="210"/>
                    </a:cubicBezTo>
                    <a:cubicBezTo>
                      <a:pt x="331" y="121"/>
                      <a:pt x="242" y="49"/>
                      <a:pt x="135" y="14"/>
                    </a:cubicBezTo>
                    <a:cubicBezTo>
                      <a:pt x="112" y="5"/>
                      <a:pt x="90" y="0"/>
                      <a:pt x="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4"/>
              <p:cNvSpPr/>
              <p:nvPr/>
            </p:nvSpPr>
            <p:spPr>
              <a:xfrm>
                <a:off x="1299460" y="1319264"/>
                <a:ext cx="17971" cy="10999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661" extrusionOk="0">
                    <a:moveTo>
                      <a:pt x="0" y="0"/>
                    </a:moveTo>
                    <a:cubicBezTo>
                      <a:pt x="45" y="107"/>
                      <a:pt x="63" y="215"/>
                      <a:pt x="72" y="330"/>
                    </a:cubicBezTo>
                    <a:cubicBezTo>
                      <a:pt x="72" y="446"/>
                      <a:pt x="54" y="554"/>
                      <a:pt x="18" y="661"/>
                    </a:cubicBezTo>
                    <a:cubicBezTo>
                      <a:pt x="45" y="634"/>
                      <a:pt x="63" y="607"/>
                      <a:pt x="72" y="571"/>
                    </a:cubicBezTo>
                    <a:cubicBezTo>
                      <a:pt x="98" y="491"/>
                      <a:pt x="107" y="411"/>
                      <a:pt x="107" y="330"/>
                    </a:cubicBezTo>
                    <a:cubicBezTo>
                      <a:pt x="107" y="241"/>
                      <a:pt x="89" y="161"/>
                      <a:pt x="54" y="90"/>
                    </a:cubicBezTo>
                    <a:cubicBezTo>
                      <a:pt x="45" y="54"/>
                      <a:pt x="27" y="27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4"/>
              <p:cNvSpPr/>
              <p:nvPr/>
            </p:nvSpPr>
            <p:spPr>
              <a:xfrm>
                <a:off x="1151035" y="1402303"/>
                <a:ext cx="118806" cy="66398"/>
              </a:xfrm>
              <a:custGeom>
                <a:avLst/>
                <a:gdLst/>
                <a:ahLst/>
                <a:cxnLst/>
                <a:rect l="l" t="t" r="r" b="b"/>
                <a:pathLst>
                  <a:path w="714" h="399" extrusionOk="0">
                    <a:moveTo>
                      <a:pt x="0" y="1"/>
                    </a:moveTo>
                    <a:cubicBezTo>
                      <a:pt x="0" y="46"/>
                      <a:pt x="9" y="90"/>
                      <a:pt x="36" y="126"/>
                    </a:cubicBezTo>
                    <a:cubicBezTo>
                      <a:pt x="117" y="296"/>
                      <a:pt x="290" y="398"/>
                      <a:pt x="473" y="398"/>
                    </a:cubicBezTo>
                    <a:cubicBezTo>
                      <a:pt x="512" y="398"/>
                      <a:pt x="550" y="394"/>
                      <a:pt x="589" y="385"/>
                    </a:cubicBezTo>
                    <a:cubicBezTo>
                      <a:pt x="633" y="376"/>
                      <a:pt x="678" y="358"/>
                      <a:pt x="714" y="331"/>
                    </a:cubicBezTo>
                    <a:cubicBezTo>
                      <a:pt x="714" y="330"/>
                      <a:pt x="713" y="329"/>
                      <a:pt x="711" y="329"/>
                    </a:cubicBezTo>
                    <a:cubicBezTo>
                      <a:pt x="701" y="329"/>
                      <a:pt x="658" y="350"/>
                      <a:pt x="589" y="358"/>
                    </a:cubicBezTo>
                    <a:cubicBezTo>
                      <a:pt x="556" y="365"/>
                      <a:pt x="523" y="368"/>
                      <a:pt x="489" y="368"/>
                    </a:cubicBezTo>
                    <a:cubicBezTo>
                      <a:pt x="317" y="368"/>
                      <a:pt x="152" y="274"/>
                      <a:pt x="63" y="117"/>
                    </a:cubicBezTo>
                    <a:cubicBezTo>
                      <a:pt x="18" y="46"/>
                      <a:pt x="9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4"/>
              <p:cNvSpPr/>
              <p:nvPr/>
            </p:nvSpPr>
            <p:spPr>
              <a:xfrm>
                <a:off x="1314269" y="1328084"/>
                <a:ext cx="47589" cy="7155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430" extrusionOk="0">
                    <a:moveTo>
                      <a:pt x="90" y="1"/>
                    </a:moveTo>
                    <a:cubicBezTo>
                      <a:pt x="63" y="1"/>
                      <a:pt x="45" y="10"/>
                      <a:pt x="18" y="19"/>
                    </a:cubicBezTo>
                    <a:cubicBezTo>
                      <a:pt x="9" y="19"/>
                      <a:pt x="0" y="28"/>
                      <a:pt x="0" y="28"/>
                    </a:cubicBezTo>
                    <a:cubicBezTo>
                      <a:pt x="27" y="19"/>
                      <a:pt x="54" y="10"/>
                      <a:pt x="81" y="10"/>
                    </a:cubicBezTo>
                    <a:cubicBezTo>
                      <a:pt x="116" y="10"/>
                      <a:pt x="152" y="28"/>
                      <a:pt x="179" y="46"/>
                    </a:cubicBezTo>
                    <a:cubicBezTo>
                      <a:pt x="206" y="72"/>
                      <a:pt x="232" y="99"/>
                      <a:pt x="241" y="144"/>
                    </a:cubicBezTo>
                    <a:cubicBezTo>
                      <a:pt x="268" y="215"/>
                      <a:pt x="268" y="286"/>
                      <a:pt x="241" y="358"/>
                    </a:cubicBezTo>
                    <a:cubicBezTo>
                      <a:pt x="232" y="385"/>
                      <a:pt x="215" y="411"/>
                      <a:pt x="188" y="429"/>
                    </a:cubicBezTo>
                    <a:cubicBezTo>
                      <a:pt x="197" y="429"/>
                      <a:pt x="206" y="420"/>
                      <a:pt x="215" y="420"/>
                    </a:cubicBezTo>
                    <a:cubicBezTo>
                      <a:pt x="232" y="402"/>
                      <a:pt x="241" y="385"/>
                      <a:pt x="250" y="358"/>
                    </a:cubicBezTo>
                    <a:cubicBezTo>
                      <a:pt x="286" y="286"/>
                      <a:pt x="286" y="206"/>
                      <a:pt x="259" y="135"/>
                    </a:cubicBezTo>
                    <a:cubicBezTo>
                      <a:pt x="250" y="99"/>
                      <a:pt x="223" y="63"/>
                      <a:pt x="188" y="37"/>
                    </a:cubicBezTo>
                    <a:cubicBezTo>
                      <a:pt x="152" y="19"/>
                      <a:pt x="125" y="1"/>
                      <a:pt x="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4"/>
              <p:cNvSpPr/>
              <p:nvPr/>
            </p:nvSpPr>
            <p:spPr>
              <a:xfrm>
                <a:off x="1553693" y="1600878"/>
                <a:ext cx="22463" cy="2229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4" extrusionOk="0">
                    <a:moveTo>
                      <a:pt x="63" y="0"/>
                    </a:moveTo>
                    <a:cubicBezTo>
                      <a:pt x="28" y="0"/>
                      <a:pt x="1" y="36"/>
                      <a:pt x="1" y="72"/>
                    </a:cubicBezTo>
                    <a:cubicBezTo>
                      <a:pt x="1" y="107"/>
                      <a:pt x="36" y="134"/>
                      <a:pt x="72" y="134"/>
                    </a:cubicBezTo>
                    <a:cubicBezTo>
                      <a:pt x="108" y="134"/>
                      <a:pt x="135" y="98"/>
                      <a:pt x="135" y="63"/>
                    </a:cubicBezTo>
                    <a:cubicBezTo>
                      <a:pt x="135" y="27"/>
                      <a:pt x="99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4"/>
              <p:cNvSpPr/>
              <p:nvPr/>
            </p:nvSpPr>
            <p:spPr>
              <a:xfrm>
                <a:off x="1543377" y="1584570"/>
                <a:ext cx="47589" cy="12148"/>
              </a:xfrm>
              <a:custGeom>
                <a:avLst/>
                <a:gdLst/>
                <a:ahLst/>
                <a:cxnLst/>
                <a:rect l="l" t="t" r="r" b="b"/>
                <a:pathLst>
                  <a:path w="286" h="73" extrusionOk="0">
                    <a:moveTo>
                      <a:pt x="152" y="0"/>
                    </a:moveTo>
                    <a:cubicBezTo>
                      <a:pt x="107" y="0"/>
                      <a:pt x="72" y="9"/>
                      <a:pt x="36" y="36"/>
                    </a:cubicBezTo>
                    <a:cubicBezTo>
                      <a:pt x="18" y="54"/>
                      <a:pt x="0" y="62"/>
                      <a:pt x="9" y="71"/>
                    </a:cubicBezTo>
                    <a:cubicBezTo>
                      <a:pt x="10" y="72"/>
                      <a:pt x="12" y="73"/>
                      <a:pt x="14" y="73"/>
                    </a:cubicBezTo>
                    <a:cubicBezTo>
                      <a:pt x="30" y="73"/>
                      <a:pt x="81" y="45"/>
                      <a:pt x="152" y="45"/>
                    </a:cubicBezTo>
                    <a:cubicBezTo>
                      <a:pt x="215" y="45"/>
                      <a:pt x="265" y="73"/>
                      <a:pt x="281" y="73"/>
                    </a:cubicBezTo>
                    <a:cubicBezTo>
                      <a:pt x="283" y="73"/>
                      <a:pt x="285" y="72"/>
                      <a:pt x="286" y="71"/>
                    </a:cubicBezTo>
                    <a:cubicBezTo>
                      <a:pt x="286" y="71"/>
                      <a:pt x="277" y="54"/>
                      <a:pt x="259" y="36"/>
                    </a:cubicBezTo>
                    <a:cubicBezTo>
                      <a:pt x="223" y="9"/>
                      <a:pt x="188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4"/>
              <p:cNvSpPr/>
              <p:nvPr/>
            </p:nvSpPr>
            <p:spPr>
              <a:xfrm>
                <a:off x="1435053" y="1600878"/>
                <a:ext cx="22297" cy="22299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4" extrusionOk="0">
                    <a:moveTo>
                      <a:pt x="63" y="0"/>
                    </a:moveTo>
                    <a:cubicBezTo>
                      <a:pt x="27" y="0"/>
                      <a:pt x="0" y="36"/>
                      <a:pt x="0" y="72"/>
                    </a:cubicBezTo>
                    <a:cubicBezTo>
                      <a:pt x="0" y="107"/>
                      <a:pt x="36" y="134"/>
                      <a:pt x="71" y="134"/>
                    </a:cubicBezTo>
                    <a:cubicBezTo>
                      <a:pt x="107" y="134"/>
                      <a:pt x="134" y="98"/>
                      <a:pt x="134" y="63"/>
                    </a:cubicBezTo>
                    <a:cubicBezTo>
                      <a:pt x="134" y="27"/>
                      <a:pt x="107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4"/>
              <p:cNvSpPr/>
              <p:nvPr/>
            </p:nvSpPr>
            <p:spPr>
              <a:xfrm>
                <a:off x="1423072" y="1587399"/>
                <a:ext cx="46258" cy="123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4" extrusionOk="0">
                    <a:moveTo>
                      <a:pt x="143" y="1"/>
                    </a:moveTo>
                    <a:cubicBezTo>
                      <a:pt x="108" y="1"/>
                      <a:pt x="63" y="10"/>
                      <a:pt x="36" y="28"/>
                    </a:cubicBezTo>
                    <a:cubicBezTo>
                      <a:pt x="10" y="45"/>
                      <a:pt x="1" y="63"/>
                      <a:pt x="1" y="72"/>
                    </a:cubicBezTo>
                    <a:cubicBezTo>
                      <a:pt x="2" y="73"/>
                      <a:pt x="3" y="73"/>
                      <a:pt x="4" y="73"/>
                    </a:cubicBezTo>
                    <a:cubicBezTo>
                      <a:pt x="21" y="73"/>
                      <a:pt x="79" y="37"/>
                      <a:pt x="143" y="37"/>
                    </a:cubicBezTo>
                    <a:cubicBezTo>
                      <a:pt x="208" y="37"/>
                      <a:pt x="258" y="73"/>
                      <a:pt x="274" y="73"/>
                    </a:cubicBezTo>
                    <a:cubicBezTo>
                      <a:pt x="275" y="73"/>
                      <a:pt x="276" y="73"/>
                      <a:pt x="277" y="72"/>
                    </a:cubicBezTo>
                    <a:cubicBezTo>
                      <a:pt x="277" y="63"/>
                      <a:pt x="277" y="45"/>
                      <a:pt x="251" y="28"/>
                    </a:cubicBezTo>
                    <a:cubicBezTo>
                      <a:pt x="215" y="10"/>
                      <a:pt x="179" y="1"/>
                      <a:pt x="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4"/>
              <p:cNvSpPr/>
              <p:nvPr/>
            </p:nvSpPr>
            <p:spPr>
              <a:xfrm>
                <a:off x="1507768" y="1587399"/>
                <a:ext cx="38770" cy="10417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626" extrusionOk="0">
                    <a:moveTo>
                      <a:pt x="0" y="1"/>
                    </a:moveTo>
                    <a:cubicBezTo>
                      <a:pt x="36" y="135"/>
                      <a:pt x="81" y="260"/>
                      <a:pt x="125" y="376"/>
                    </a:cubicBezTo>
                    <a:lnTo>
                      <a:pt x="188" y="527"/>
                    </a:lnTo>
                    <a:cubicBezTo>
                      <a:pt x="196" y="536"/>
                      <a:pt x="196" y="563"/>
                      <a:pt x="196" y="581"/>
                    </a:cubicBezTo>
                    <a:cubicBezTo>
                      <a:pt x="196" y="590"/>
                      <a:pt x="179" y="599"/>
                      <a:pt x="161" y="599"/>
                    </a:cubicBezTo>
                    <a:cubicBezTo>
                      <a:pt x="116" y="599"/>
                      <a:pt x="72" y="608"/>
                      <a:pt x="36" y="616"/>
                    </a:cubicBezTo>
                    <a:cubicBezTo>
                      <a:pt x="81" y="625"/>
                      <a:pt x="116" y="625"/>
                      <a:pt x="161" y="625"/>
                    </a:cubicBezTo>
                    <a:cubicBezTo>
                      <a:pt x="170" y="625"/>
                      <a:pt x="179" y="616"/>
                      <a:pt x="188" y="616"/>
                    </a:cubicBezTo>
                    <a:cubicBezTo>
                      <a:pt x="205" y="616"/>
                      <a:pt x="214" y="599"/>
                      <a:pt x="223" y="590"/>
                    </a:cubicBezTo>
                    <a:cubicBezTo>
                      <a:pt x="232" y="563"/>
                      <a:pt x="223" y="536"/>
                      <a:pt x="214" y="518"/>
                    </a:cubicBezTo>
                    <a:cubicBezTo>
                      <a:pt x="196" y="465"/>
                      <a:pt x="179" y="420"/>
                      <a:pt x="161" y="367"/>
                    </a:cubicBezTo>
                    <a:cubicBezTo>
                      <a:pt x="116" y="242"/>
                      <a:pt x="63" y="12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4"/>
              <p:cNvSpPr/>
              <p:nvPr/>
            </p:nvSpPr>
            <p:spPr>
              <a:xfrm>
                <a:off x="1470662" y="1711707"/>
                <a:ext cx="40268" cy="2795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68" extrusionOk="0">
                    <a:moveTo>
                      <a:pt x="130" y="1"/>
                    </a:moveTo>
                    <a:cubicBezTo>
                      <a:pt x="123" y="1"/>
                      <a:pt x="115" y="2"/>
                      <a:pt x="107" y="3"/>
                    </a:cubicBezTo>
                    <a:cubicBezTo>
                      <a:pt x="72" y="3"/>
                      <a:pt x="45" y="21"/>
                      <a:pt x="27" y="48"/>
                    </a:cubicBezTo>
                    <a:cubicBezTo>
                      <a:pt x="0" y="75"/>
                      <a:pt x="0" y="110"/>
                      <a:pt x="18" y="137"/>
                    </a:cubicBezTo>
                    <a:cubicBezTo>
                      <a:pt x="38" y="157"/>
                      <a:pt x="63" y="167"/>
                      <a:pt x="90" y="167"/>
                    </a:cubicBezTo>
                    <a:cubicBezTo>
                      <a:pt x="98" y="167"/>
                      <a:pt x="107" y="166"/>
                      <a:pt x="116" y="164"/>
                    </a:cubicBezTo>
                    <a:cubicBezTo>
                      <a:pt x="152" y="146"/>
                      <a:pt x="179" y="128"/>
                      <a:pt x="214" y="101"/>
                    </a:cubicBezTo>
                    <a:cubicBezTo>
                      <a:pt x="223" y="101"/>
                      <a:pt x="223" y="92"/>
                      <a:pt x="232" y="84"/>
                    </a:cubicBezTo>
                    <a:cubicBezTo>
                      <a:pt x="241" y="75"/>
                      <a:pt x="241" y="66"/>
                      <a:pt x="232" y="57"/>
                    </a:cubicBezTo>
                    <a:lnTo>
                      <a:pt x="232" y="48"/>
                    </a:lnTo>
                    <a:cubicBezTo>
                      <a:pt x="203" y="18"/>
                      <a:pt x="167" y="1"/>
                      <a:pt x="1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4"/>
              <p:cNvSpPr/>
              <p:nvPr/>
            </p:nvSpPr>
            <p:spPr>
              <a:xfrm>
                <a:off x="1474988" y="1698727"/>
                <a:ext cx="41765" cy="359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16" extrusionOk="0">
                    <a:moveTo>
                      <a:pt x="19" y="1"/>
                    </a:moveTo>
                    <a:cubicBezTo>
                      <a:pt x="10" y="1"/>
                      <a:pt x="1" y="19"/>
                      <a:pt x="1" y="54"/>
                    </a:cubicBezTo>
                    <a:cubicBezTo>
                      <a:pt x="10" y="99"/>
                      <a:pt x="28" y="144"/>
                      <a:pt x="63" y="170"/>
                    </a:cubicBezTo>
                    <a:cubicBezTo>
                      <a:pt x="108" y="206"/>
                      <a:pt x="153" y="215"/>
                      <a:pt x="197" y="215"/>
                    </a:cubicBezTo>
                    <a:cubicBezTo>
                      <a:pt x="233" y="215"/>
                      <a:pt x="251" y="215"/>
                      <a:pt x="251" y="197"/>
                    </a:cubicBezTo>
                    <a:cubicBezTo>
                      <a:pt x="251" y="188"/>
                      <a:pt x="170" y="197"/>
                      <a:pt x="99" y="135"/>
                    </a:cubicBezTo>
                    <a:cubicBezTo>
                      <a:pt x="28" y="81"/>
                      <a:pt x="28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4"/>
              <p:cNvSpPr/>
              <p:nvPr/>
            </p:nvSpPr>
            <p:spPr>
              <a:xfrm>
                <a:off x="1417249" y="1567929"/>
                <a:ext cx="57905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348" h="99" extrusionOk="0">
                    <a:moveTo>
                      <a:pt x="203" y="1"/>
                    </a:moveTo>
                    <a:cubicBezTo>
                      <a:pt x="146" y="1"/>
                      <a:pt x="90" y="18"/>
                      <a:pt x="45" y="47"/>
                    </a:cubicBezTo>
                    <a:cubicBezTo>
                      <a:pt x="18" y="64"/>
                      <a:pt x="0" y="82"/>
                      <a:pt x="9" y="91"/>
                    </a:cubicBezTo>
                    <a:cubicBezTo>
                      <a:pt x="12" y="97"/>
                      <a:pt x="20" y="99"/>
                      <a:pt x="34" y="99"/>
                    </a:cubicBezTo>
                    <a:cubicBezTo>
                      <a:pt x="64" y="99"/>
                      <a:pt x="117" y="88"/>
                      <a:pt x="178" y="82"/>
                    </a:cubicBezTo>
                    <a:cubicBezTo>
                      <a:pt x="268" y="64"/>
                      <a:pt x="339" y="73"/>
                      <a:pt x="348" y="55"/>
                    </a:cubicBezTo>
                    <a:cubicBezTo>
                      <a:pt x="348" y="47"/>
                      <a:pt x="330" y="29"/>
                      <a:pt x="303" y="20"/>
                    </a:cubicBezTo>
                    <a:cubicBezTo>
                      <a:pt x="271" y="7"/>
                      <a:pt x="23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4"/>
              <p:cNvSpPr/>
              <p:nvPr/>
            </p:nvSpPr>
            <p:spPr>
              <a:xfrm>
                <a:off x="1541879" y="1558943"/>
                <a:ext cx="44760" cy="1364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2" extrusionOk="0">
                    <a:moveTo>
                      <a:pt x="123" y="0"/>
                    </a:moveTo>
                    <a:cubicBezTo>
                      <a:pt x="94" y="0"/>
                      <a:pt x="65" y="15"/>
                      <a:pt x="36" y="29"/>
                    </a:cubicBezTo>
                    <a:cubicBezTo>
                      <a:pt x="18" y="47"/>
                      <a:pt x="0" y="47"/>
                      <a:pt x="18" y="65"/>
                    </a:cubicBezTo>
                    <a:cubicBezTo>
                      <a:pt x="23" y="74"/>
                      <a:pt x="38" y="76"/>
                      <a:pt x="61" y="76"/>
                    </a:cubicBezTo>
                    <a:cubicBezTo>
                      <a:pt x="83" y="76"/>
                      <a:pt x="112" y="74"/>
                      <a:pt x="143" y="74"/>
                    </a:cubicBezTo>
                    <a:cubicBezTo>
                      <a:pt x="185" y="74"/>
                      <a:pt x="218" y="82"/>
                      <a:pt x="242" y="82"/>
                    </a:cubicBezTo>
                    <a:cubicBezTo>
                      <a:pt x="253" y="82"/>
                      <a:pt x="262" y="80"/>
                      <a:pt x="268" y="74"/>
                    </a:cubicBezTo>
                    <a:cubicBezTo>
                      <a:pt x="268" y="65"/>
                      <a:pt x="259" y="47"/>
                      <a:pt x="241" y="38"/>
                    </a:cubicBezTo>
                    <a:cubicBezTo>
                      <a:pt x="215" y="11"/>
                      <a:pt x="179" y="2"/>
                      <a:pt x="143" y="2"/>
                    </a:cubicBezTo>
                    <a:cubicBezTo>
                      <a:pt x="137" y="1"/>
                      <a:pt x="130" y="0"/>
                      <a:pt x="1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4"/>
              <p:cNvSpPr/>
              <p:nvPr/>
            </p:nvSpPr>
            <p:spPr>
              <a:xfrm>
                <a:off x="1247378" y="1374179"/>
                <a:ext cx="243769" cy="16524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93" extrusionOk="0">
                    <a:moveTo>
                      <a:pt x="1464" y="0"/>
                    </a:moveTo>
                    <a:lnTo>
                      <a:pt x="1464" y="0"/>
                    </a:lnTo>
                    <a:cubicBezTo>
                      <a:pt x="1428" y="197"/>
                      <a:pt x="1321" y="366"/>
                      <a:pt x="1179" y="500"/>
                    </a:cubicBezTo>
                    <a:cubicBezTo>
                      <a:pt x="1089" y="589"/>
                      <a:pt x="982" y="661"/>
                      <a:pt x="875" y="732"/>
                    </a:cubicBezTo>
                    <a:cubicBezTo>
                      <a:pt x="777" y="803"/>
                      <a:pt x="661" y="866"/>
                      <a:pt x="554" y="910"/>
                    </a:cubicBezTo>
                    <a:cubicBezTo>
                      <a:pt x="472" y="948"/>
                      <a:pt x="391" y="966"/>
                      <a:pt x="304" y="966"/>
                    </a:cubicBezTo>
                    <a:cubicBezTo>
                      <a:pt x="286" y="966"/>
                      <a:pt x="269" y="965"/>
                      <a:pt x="251" y="964"/>
                    </a:cubicBezTo>
                    <a:cubicBezTo>
                      <a:pt x="188" y="955"/>
                      <a:pt x="117" y="937"/>
                      <a:pt x="63" y="902"/>
                    </a:cubicBezTo>
                    <a:cubicBezTo>
                      <a:pt x="19" y="875"/>
                      <a:pt x="1" y="857"/>
                      <a:pt x="1" y="857"/>
                    </a:cubicBezTo>
                    <a:lnTo>
                      <a:pt x="1" y="857"/>
                    </a:lnTo>
                    <a:cubicBezTo>
                      <a:pt x="1" y="857"/>
                      <a:pt x="1" y="866"/>
                      <a:pt x="10" y="875"/>
                    </a:cubicBezTo>
                    <a:cubicBezTo>
                      <a:pt x="19" y="893"/>
                      <a:pt x="37" y="902"/>
                      <a:pt x="54" y="910"/>
                    </a:cubicBezTo>
                    <a:cubicBezTo>
                      <a:pt x="108" y="955"/>
                      <a:pt x="179" y="982"/>
                      <a:pt x="251" y="991"/>
                    </a:cubicBezTo>
                    <a:cubicBezTo>
                      <a:pt x="269" y="992"/>
                      <a:pt x="287" y="993"/>
                      <a:pt x="306" y="993"/>
                    </a:cubicBezTo>
                    <a:cubicBezTo>
                      <a:pt x="394" y="993"/>
                      <a:pt x="482" y="976"/>
                      <a:pt x="563" y="946"/>
                    </a:cubicBezTo>
                    <a:cubicBezTo>
                      <a:pt x="679" y="893"/>
                      <a:pt x="795" y="830"/>
                      <a:pt x="902" y="759"/>
                    </a:cubicBezTo>
                    <a:cubicBezTo>
                      <a:pt x="1009" y="696"/>
                      <a:pt x="1107" y="616"/>
                      <a:pt x="1196" y="527"/>
                    </a:cubicBezTo>
                    <a:cubicBezTo>
                      <a:pt x="1277" y="455"/>
                      <a:pt x="1339" y="366"/>
                      <a:pt x="1384" y="277"/>
                    </a:cubicBezTo>
                    <a:cubicBezTo>
                      <a:pt x="1419" y="215"/>
                      <a:pt x="1446" y="152"/>
                      <a:pt x="1455" y="81"/>
                    </a:cubicBezTo>
                    <a:cubicBezTo>
                      <a:pt x="1464" y="54"/>
                      <a:pt x="1464" y="27"/>
                      <a:pt x="14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4"/>
              <p:cNvSpPr/>
              <p:nvPr/>
            </p:nvSpPr>
            <p:spPr>
              <a:xfrm>
                <a:off x="1256363" y="1397976"/>
                <a:ext cx="101168" cy="90693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45" extrusionOk="0">
                    <a:moveTo>
                      <a:pt x="607" y="0"/>
                    </a:moveTo>
                    <a:lnTo>
                      <a:pt x="607" y="0"/>
                    </a:lnTo>
                    <a:cubicBezTo>
                      <a:pt x="571" y="9"/>
                      <a:pt x="527" y="27"/>
                      <a:pt x="491" y="45"/>
                    </a:cubicBezTo>
                    <a:cubicBezTo>
                      <a:pt x="313" y="134"/>
                      <a:pt x="170" y="268"/>
                      <a:pt x="54" y="437"/>
                    </a:cubicBezTo>
                    <a:cubicBezTo>
                      <a:pt x="27" y="464"/>
                      <a:pt x="9" y="500"/>
                      <a:pt x="0" y="544"/>
                    </a:cubicBezTo>
                    <a:cubicBezTo>
                      <a:pt x="81" y="437"/>
                      <a:pt x="170" y="330"/>
                      <a:pt x="268" y="232"/>
                    </a:cubicBezTo>
                    <a:cubicBezTo>
                      <a:pt x="375" y="152"/>
                      <a:pt x="491" y="72"/>
                      <a:pt x="6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>
                <a:off x="1313251" y="1638820"/>
                <a:ext cx="22463" cy="3228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94" extrusionOk="0">
                    <a:moveTo>
                      <a:pt x="93" y="0"/>
                    </a:moveTo>
                    <a:cubicBezTo>
                      <a:pt x="87" y="0"/>
                      <a:pt x="80" y="1"/>
                      <a:pt x="72" y="4"/>
                    </a:cubicBezTo>
                    <a:cubicBezTo>
                      <a:pt x="45" y="13"/>
                      <a:pt x="36" y="22"/>
                      <a:pt x="18" y="40"/>
                    </a:cubicBezTo>
                    <a:cubicBezTo>
                      <a:pt x="9" y="58"/>
                      <a:pt x="1" y="84"/>
                      <a:pt x="1" y="111"/>
                    </a:cubicBezTo>
                    <a:cubicBezTo>
                      <a:pt x="1" y="129"/>
                      <a:pt x="18" y="156"/>
                      <a:pt x="36" y="174"/>
                    </a:cubicBezTo>
                    <a:cubicBezTo>
                      <a:pt x="45" y="183"/>
                      <a:pt x="63" y="191"/>
                      <a:pt x="81" y="191"/>
                    </a:cubicBezTo>
                    <a:cubicBezTo>
                      <a:pt x="88" y="193"/>
                      <a:pt x="94" y="194"/>
                      <a:pt x="100" y="194"/>
                    </a:cubicBezTo>
                    <a:cubicBezTo>
                      <a:pt x="123" y="194"/>
                      <a:pt x="134" y="183"/>
                      <a:pt x="134" y="183"/>
                    </a:cubicBezTo>
                    <a:cubicBezTo>
                      <a:pt x="134" y="183"/>
                      <a:pt x="117" y="183"/>
                      <a:pt x="90" y="174"/>
                    </a:cubicBezTo>
                    <a:cubicBezTo>
                      <a:pt x="54" y="165"/>
                      <a:pt x="36" y="138"/>
                      <a:pt x="36" y="102"/>
                    </a:cubicBezTo>
                    <a:cubicBezTo>
                      <a:pt x="27" y="75"/>
                      <a:pt x="45" y="40"/>
                      <a:pt x="81" y="31"/>
                    </a:cubicBezTo>
                    <a:cubicBezTo>
                      <a:pt x="99" y="13"/>
                      <a:pt x="117" y="13"/>
                      <a:pt x="117" y="13"/>
                    </a:cubicBezTo>
                    <a:cubicBezTo>
                      <a:pt x="117" y="7"/>
                      <a:pt x="108" y="0"/>
                      <a:pt x="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>
                <a:off x="1228076" y="1402303"/>
                <a:ext cx="283703" cy="38956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2341" extrusionOk="0">
                    <a:moveTo>
                      <a:pt x="1660" y="1"/>
                    </a:moveTo>
                    <a:cubicBezTo>
                      <a:pt x="1642" y="1"/>
                      <a:pt x="1642" y="55"/>
                      <a:pt x="1634" y="135"/>
                    </a:cubicBezTo>
                    <a:cubicBezTo>
                      <a:pt x="1625" y="260"/>
                      <a:pt x="1589" y="376"/>
                      <a:pt x="1544" y="483"/>
                    </a:cubicBezTo>
                    <a:cubicBezTo>
                      <a:pt x="1428" y="741"/>
                      <a:pt x="1223" y="947"/>
                      <a:pt x="956" y="1054"/>
                    </a:cubicBezTo>
                    <a:cubicBezTo>
                      <a:pt x="848" y="1089"/>
                      <a:pt x="741" y="1116"/>
                      <a:pt x="625" y="1125"/>
                    </a:cubicBezTo>
                    <a:cubicBezTo>
                      <a:pt x="492" y="1143"/>
                      <a:pt x="376" y="1196"/>
                      <a:pt x="260" y="1268"/>
                    </a:cubicBezTo>
                    <a:cubicBezTo>
                      <a:pt x="162" y="1348"/>
                      <a:pt x="90" y="1455"/>
                      <a:pt x="46" y="1571"/>
                    </a:cubicBezTo>
                    <a:cubicBezTo>
                      <a:pt x="10" y="1678"/>
                      <a:pt x="1" y="1794"/>
                      <a:pt x="28" y="1910"/>
                    </a:cubicBezTo>
                    <a:cubicBezTo>
                      <a:pt x="55" y="1999"/>
                      <a:pt x="99" y="2089"/>
                      <a:pt x="170" y="2160"/>
                    </a:cubicBezTo>
                    <a:cubicBezTo>
                      <a:pt x="260" y="2258"/>
                      <a:pt x="394" y="2329"/>
                      <a:pt x="527" y="2338"/>
                    </a:cubicBezTo>
                    <a:cubicBezTo>
                      <a:pt x="546" y="2340"/>
                      <a:pt x="563" y="2341"/>
                      <a:pt x="578" y="2341"/>
                    </a:cubicBezTo>
                    <a:cubicBezTo>
                      <a:pt x="641" y="2341"/>
                      <a:pt x="670" y="2328"/>
                      <a:pt x="670" y="2320"/>
                    </a:cubicBezTo>
                    <a:cubicBezTo>
                      <a:pt x="670" y="2312"/>
                      <a:pt x="617" y="2303"/>
                      <a:pt x="536" y="2285"/>
                    </a:cubicBezTo>
                    <a:cubicBezTo>
                      <a:pt x="429" y="2249"/>
                      <a:pt x="331" y="2178"/>
                      <a:pt x="260" y="2089"/>
                    </a:cubicBezTo>
                    <a:cubicBezTo>
                      <a:pt x="206" y="2026"/>
                      <a:pt x="179" y="1955"/>
                      <a:pt x="162" y="1883"/>
                    </a:cubicBezTo>
                    <a:cubicBezTo>
                      <a:pt x="144" y="1794"/>
                      <a:pt x="153" y="1705"/>
                      <a:pt x="188" y="1625"/>
                    </a:cubicBezTo>
                    <a:cubicBezTo>
                      <a:pt x="224" y="1535"/>
                      <a:pt x="278" y="1455"/>
                      <a:pt x="358" y="1402"/>
                    </a:cubicBezTo>
                    <a:cubicBezTo>
                      <a:pt x="447" y="1339"/>
                      <a:pt x="554" y="1303"/>
                      <a:pt x="652" y="1286"/>
                    </a:cubicBezTo>
                    <a:cubicBezTo>
                      <a:pt x="777" y="1277"/>
                      <a:pt x="902" y="1241"/>
                      <a:pt x="1018" y="1196"/>
                    </a:cubicBezTo>
                    <a:cubicBezTo>
                      <a:pt x="1125" y="1152"/>
                      <a:pt x="1232" y="1089"/>
                      <a:pt x="1321" y="1018"/>
                    </a:cubicBezTo>
                    <a:cubicBezTo>
                      <a:pt x="1473" y="884"/>
                      <a:pt x="1589" y="715"/>
                      <a:pt x="1651" y="527"/>
                    </a:cubicBezTo>
                    <a:cubicBezTo>
                      <a:pt x="1696" y="402"/>
                      <a:pt x="1705" y="269"/>
                      <a:pt x="1696" y="135"/>
                    </a:cubicBezTo>
                    <a:cubicBezTo>
                      <a:pt x="1687" y="46"/>
                      <a:pt x="1669" y="1"/>
                      <a:pt x="16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>
                <a:off x="1235564" y="1391985"/>
                <a:ext cx="270392" cy="187211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125" extrusionOk="0">
                    <a:moveTo>
                      <a:pt x="1562" y="1"/>
                    </a:moveTo>
                    <a:cubicBezTo>
                      <a:pt x="1535" y="9"/>
                      <a:pt x="1562" y="134"/>
                      <a:pt x="1499" y="304"/>
                    </a:cubicBezTo>
                    <a:cubicBezTo>
                      <a:pt x="1464" y="402"/>
                      <a:pt x="1401" y="500"/>
                      <a:pt x="1339" y="580"/>
                    </a:cubicBezTo>
                    <a:cubicBezTo>
                      <a:pt x="1250" y="679"/>
                      <a:pt x="1142" y="759"/>
                      <a:pt x="1027" y="821"/>
                    </a:cubicBezTo>
                    <a:cubicBezTo>
                      <a:pt x="777" y="946"/>
                      <a:pt x="509" y="982"/>
                      <a:pt x="313" y="1009"/>
                    </a:cubicBezTo>
                    <a:cubicBezTo>
                      <a:pt x="125" y="1026"/>
                      <a:pt x="1" y="1044"/>
                      <a:pt x="1" y="1071"/>
                    </a:cubicBezTo>
                    <a:cubicBezTo>
                      <a:pt x="1" y="1089"/>
                      <a:pt x="117" y="1116"/>
                      <a:pt x="322" y="1125"/>
                    </a:cubicBezTo>
                    <a:cubicBezTo>
                      <a:pt x="438" y="1125"/>
                      <a:pt x="563" y="1116"/>
                      <a:pt x="679" y="1098"/>
                    </a:cubicBezTo>
                    <a:cubicBezTo>
                      <a:pt x="821" y="1080"/>
                      <a:pt x="964" y="1035"/>
                      <a:pt x="1098" y="964"/>
                    </a:cubicBezTo>
                    <a:cubicBezTo>
                      <a:pt x="1241" y="893"/>
                      <a:pt x="1357" y="795"/>
                      <a:pt x="1455" y="679"/>
                    </a:cubicBezTo>
                    <a:cubicBezTo>
                      <a:pt x="1526" y="571"/>
                      <a:pt x="1580" y="456"/>
                      <a:pt x="1606" y="340"/>
                    </a:cubicBezTo>
                    <a:cubicBezTo>
                      <a:pt x="1624" y="250"/>
                      <a:pt x="1624" y="170"/>
                      <a:pt x="1606" y="90"/>
                    </a:cubicBezTo>
                    <a:cubicBezTo>
                      <a:pt x="1589" y="27"/>
                      <a:pt x="1571" y="1"/>
                      <a:pt x="15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5"/>
          <p:cNvSpPr txBox="1">
            <a:spLocks noGrp="1"/>
          </p:cNvSpPr>
          <p:nvPr>
            <p:ph type="title"/>
          </p:nvPr>
        </p:nvSpPr>
        <p:spPr>
          <a:xfrm>
            <a:off x="2645750" y="842225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Palanquin"/>
                <a:ea typeface="Palanquin"/>
                <a:cs typeface="Palanquin"/>
                <a:sym typeface="Palanquin"/>
              </a:rPr>
              <a:t>SYSTEM OVERVIEW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317" name="Google Shape;1317;p35"/>
          <p:cNvSpPr txBox="1">
            <a:spLocks noGrp="1"/>
          </p:cNvSpPr>
          <p:nvPr>
            <p:ph type="title" idx="2"/>
          </p:nvPr>
        </p:nvSpPr>
        <p:spPr>
          <a:xfrm>
            <a:off x="1601975" y="614825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04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318" name="Google Shape;1318;p35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1319" name="Google Shape;1319;p35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1320" name="Google Shape;1320;p35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1321" name="Google Shape;1321;p35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1322" name="Google Shape;1322;p35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3" name="Google Shape;1323;p35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4" name="Google Shape;1324;p35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5" name="Google Shape;1325;p35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6" name="Google Shape;1326;p35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7" name="Google Shape;1327;p35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8" name="Google Shape;1328;p35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29" name="Google Shape;1329;p35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0" name="Google Shape;1330;p35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1" name="Google Shape;1331;p35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2" name="Google Shape;1332;p35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3" name="Google Shape;1333;p35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4" name="Google Shape;1334;p35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5" name="Google Shape;1335;p35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6" name="Google Shape;1336;p35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7" name="Google Shape;1337;p35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8" name="Google Shape;1338;p35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39" name="Google Shape;1339;p35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0" name="Google Shape;1340;p35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1" name="Google Shape;1341;p35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2" name="Google Shape;1342;p35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3" name="Google Shape;1343;p35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4" name="Google Shape;1344;p35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5" name="Google Shape;1345;p35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6" name="Google Shape;1346;p35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7" name="Google Shape;1347;p35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8" name="Google Shape;1348;p35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49" name="Google Shape;1349;p35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0" name="Google Shape;1350;p35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1" name="Google Shape;1351;p35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2" name="Google Shape;1352;p35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3" name="Google Shape;1353;p35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4" name="Google Shape;1354;p35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5" name="Google Shape;1355;p35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6" name="Google Shape;1356;p35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7" name="Google Shape;1357;p35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8" name="Google Shape;1358;p35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59" name="Google Shape;1359;p35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0" name="Google Shape;1360;p35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1" name="Google Shape;1361;p35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2" name="Google Shape;1362;p35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3" name="Google Shape;1363;p35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4" name="Google Shape;1364;p35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5" name="Google Shape;1365;p35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6" name="Google Shape;1366;p35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67" name="Google Shape;1367;p35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368" name="Google Shape;1368;p35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1369" name="Google Shape;1369;p35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0" name="Google Shape;1370;p35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1" name="Google Shape;1371;p35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2" name="Google Shape;1372;p35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3" name="Google Shape;1373;p35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4" name="Google Shape;1374;p35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375" name="Google Shape;1375;p35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376" name="Google Shape;1376;p35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1377" name="Google Shape;1377;p35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1378" name="Google Shape;1378;p35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79" name="Google Shape;1379;p35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0" name="Google Shape;1380;p35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1" name="Google Shape;1381;p35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2" name="Google Shape;1382;p35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3" name="Google Shape;1383;p35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4" name="Google Shape;1384;p35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5" name="Google Shape;1385;p35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6" name="Google Shape;1386;p35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7" name="Google Shape;1387;p35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8" name="Google Shape;1388;p35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89" name="Google Shape;1389;p35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0" name="Google Shape;1390;p35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1" name="Google Shape;1391;p35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2" name="Google Shape;1392;p35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3" name="Google Shape;1393;p35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4" name="Google Shape;1394;p35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5" name="Google Shape;1395;p35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6" name="Google Shape;1396;p35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7" name="Google Shape;1397;p35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8" name="Google Shape;1398;p35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399" name="Google Shape;1399;p35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0" name="Google Shape;1400;p35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1" name="Google Shape;1401;p35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2" name="Google Shape;1402;p35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3" name="Google Shape;1403;p35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4" name="Google Shape;1404;p35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5" name="Google Shape;1405;p35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6" name="Google Shape;1406;p35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7" name="Google Shape;1407;p35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8" name="Google Shape;1408;p35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09" name="Google Shape;1409;p35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10" name="Google Shape;1410;p35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11" name="Google Shape;1411;p35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12" name="Google Shape;1412;p35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13" name="Google Shape;1413;p35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14" name="Google Shape;1414;p35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415" name="Google Shape;1415;p35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16" name="Google Shape;1416;p35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17" name="Google Shape;1417;p35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18" name="Google Shape;1418;p35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19" name="Google Shape;1419;p35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0" name="Google Shape;1420;p35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1" name="Google Shape;1421;p35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2" name="Google Shape;1422;p35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3" name="Google Shape;1423;p35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4" name="Google Shape;1424;p35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5" name="Google Shape;1425;p35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6" name="Google Shape;1426;p35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7" name="Google Shape;1427;p35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28" name="Google Shape;1428;p35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429" name="Google Shape;1429;p35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1430" name="Google Shape;1430;p35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1431" name="Google Shape;1431;p35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2" name="Google Shape;1432;p35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3" name="Google Shape;1433;p35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4" name="Google Shape;1434;p35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5" name="Google Shape;1435;p35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6" name="Google Shape;1436;p35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7" name="Google Shape;1437;p35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8" name="Google Shape;1438;p35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39" name="Google Shape;1439;p35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0" name="Google Shape;1440;p35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1" name="Google Shape;1441;p35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2" name="Google Shape;1442;p35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3" name="Google Shape;1443;p35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4" name="Google Shape;1444;p35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5" name="Google Shape;1445;p35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6" name="Google Shape;1446;p35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7" name="Google Shape;1447;p35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8" name="Google Shape;1448;p35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49" name="Google Shape;1449;p35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50" name="Google Shape;1450;p35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51" name="Google Shape;1451;p35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52" name="Google Shape;1452;p35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53" name="Google Shape;1453;p35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454" name="Google Shape;1454;p35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55" name="Google Shape;1455;p35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56" name="Google Shape;1456;p35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57" name="Google Shape;1457;p35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58" name="Google Shape;1458;p35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59" name="Google Shape;1459;p35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0" name="Google Shape;1460;p35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1" name="Google Shape;1461;p35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2" name="Google Shape;1462;p35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3" name="Google Shape;1463;p35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4" name="Google Shape;1464;p35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65" name="Google Shape;1465;p35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466" name="Google Shape;1466;p35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1467" name="Google Shape;1467;p35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1468" name="Google Shape;1468;p35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69" name="Google Shape;1469;p35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0" name="Google Shape;1470;p35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1" name="Google Shape;1471;p35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2" name="Google Shape;1472;p35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3" name="Google Shape;1473;p35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4" name="Google Shape;1474;p35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5" name="Google Shape;1475;p35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6" name="Google Shape;1476;p35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7" name="Google Shape;1477;p35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8" name="Google Shape;1478;p35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79" name="Google Shape;1479;p35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0" name="Google Shape;1480;p35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1" name="Google Shape;1481;p35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2" name="Google Shape;1482;p35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3" name="Google Shape;1483;p35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4" name="Google Shape;1484;p35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5" name="Google Shape;1485;p35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6" name="Google Shape;1486;p35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7" name="Google Shape;1487;p35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8" name="Google Shape;1488;p35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89" name="Google Shape;1489;p35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0" name="Google Shape;1490;p35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1" name="Google Shape;1491;p35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2" name="Google Shape;1492;p35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3" name="Google Shape;1493;p35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4" name="Google Shape;1494;p35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5" name="Google Shape;1495;p35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6" name="Google Shape;1496;p35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497" name="Google Shape;1497;p35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498" name="Google Shape;1498;p35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499" name="Google Shape;1499;p35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0" name="Google Shape;1500;p35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1" name="Google Shape;1501;p35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2" name="Google Shape;1502;p35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3" name="Google Shape;1503;p35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4" name="Google Shape;1504;p35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5" name="Google Shape;1505;p35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6" name="Google Shape;1506;p35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7" name="Google Shape;1507;p35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08" name="Google Shape;1508;p35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509" name="Google Shape;1509;p35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1510" name="Google Shape;1510;p35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1511" name="Google Shape;1511;p35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2" name="Google Shape;1512;p35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3" name="Google Shape;1513;p35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4" name="Google Shape;1514;p35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5" name="Google Shape;1515;p35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6" name="Google Shape;1516;p35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7" name="Google Shape;1517;p35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8" name="Google Shape;1518;p35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19" name="Google Shape;1519;p35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0" name="Google Shape;1520;p35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1" name="Google Shape;1521;p35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2" name="Google Shape;1522;p35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3" name="Google Shape;1523;p35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4" name="Google Shape;1524;p35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5" name="Google Shape;1525;p35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6" name="Google Shape;1526;p35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7" name="Google Shape;1527;p35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8" name="Google Shape;1528;p35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29" name="Google Shape;1529;p35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0" name="Google Shape;1530;p35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1" name="Google Shape;1531;p35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2" name="Google Shape;1532;p35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3" name="Google Shape;1533;p35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4" name="Google Shape;1534;p35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5" name="Google Shape;1535;p35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6" name="Google Shape;1536;p35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7" name="Google Shape;1537;p35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8" name="Google Shape;1538;p35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39" name="Google Shape;1539;p35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540" name="Google Shape;1540;p35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1" name="Google Shape;1541;p35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2" name="Google Shape;1542;p35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3" name="Google Shape;1543;p35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4" name="Google Shape;1544;p35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5" name="Google Shape;1545;p35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6" name="Google Shape;1546;p35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7" name="Google Shape;1547;p35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8" name="Google Shape;1548;p35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49" name="Google Shape;1549;p35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550" name="Google Shape;1550;p35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1551" name="Google Shape;1551;p35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1552" name="Google Shape;1552;p35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3" name="Google Shape;1553;p35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4" name="Google Shape;1554;p35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5" name="Google Shape;1555;p35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6" name="Google Shape;1556;p35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7" name="Google Shape;1557;p35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8" name="Google Shape;1558;p35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59" name="Google Shape;1559;p35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0" name="Google Shape;1560;p35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1" name="Google Shape;1561;p35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2" name="Google Shape;1562;p35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3" name="Google Shape;1563;p35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4" name="Google Shape;1564;p35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5" name="Google Shape;1565;p35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6" name="Google Shape;1566;p35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7" name="Google Shape;1567;p35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8" name="Google Shape;1568;p35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69" name="Google Shape;1569;p35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0" name="Google Shape;1570;p35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1" name="Google Shape;1571;p35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2" name="Google Shape;1572;p35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3" name="Google Shape;1573;p35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4" name="Google Shape;1574;p35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5" name="Google Shape;1575;p35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576" name="Google Shape;1576;p35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577" name="Google Shape;1577;p35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78" name="Google Shape;1578;p35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79" name="Google Shape;1579;p35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0" name="Google Shape;1580;p35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1" name="Google Shape;1581;p35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2" name="Google Shape;1582;p35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3" name="Google Shape;1583;p35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4" name="Google Shape;1584;p35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585" name="Google Shape;1585;p35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1586" name="Google Shape;1586;p35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1587" name="Google Shape;1587;p35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36"/>
          <p:cNvSpPr txBox="1"/>
          <p:nvPr/>
        </p:nvSpPr>
        <p:spPr>
          <a:xfrm>
            <a:off x="1245850" y="4479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04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597" name="Google Shape;1597;p36"/>
          <p:cNvSpPr txBox="1"/>
          <p:nvPr/>
        </p:nvSpPr>
        <p:spPr>
          <a:xfrm>
            <a:off x="1958100" y="447950"/>
            <a:ext cx="52278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SYSTEM OVERVIEW</a:t>
            </a:r>
            <a:endParaRPr sz="35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1598" name="Google Shape;15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3850"/>
            <a:ext cx="8839200" cy="36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7"/>
          <p:cNvSpPr txBox="1">
            <a:spLocks noGrp="1"/>
          </p:cNvSpPr>
          <p:nvPr>
            <p:ph type="title"/>
          </p:nvPr>
        </p:nvSpPr>
        <p:spPr>
          <a:xfrm>
            <a:off x="2788788" y="751975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604" name="Google Shape;1604;p37"/>
          <p:cNvSpPr txBox="1">
            <a:spLocks noGrp="1"/>
          </p:cNvSpPr>
          <p:nvPr>
            <p:ph type="title" idx="2"/>
          </p:nvPr>
        </p:nvSpPr>
        <p:spPr>
          <a:xfrm>
            <a:off x="1745013" y="600775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605" name="Google Shape;1605;p37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1606" name="Google Shape;1606;p37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1607" name="Google Shape;1607;p37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1608" name="Google Shape;1608;p37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1609" name="Google Shape;1609;p37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0" name="Google Shape;1610;p37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1" name="Google Shape;1611;p37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2" name="Google Shape;1612;p37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3" name="Google Shape;1613;p37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4" name="Google Shape;1614;p37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5" name="Google Shape;1615;p37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6" name="Google Shape;1616;p37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7" name="Google Shape;1617;p37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8" name="Google Shape;1618;p37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19" name="Google Shape;1619;p37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0" name="Google Shape;1620;p37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1" name="Google Shape;1621;p37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2" name="Google Shape;1622;p37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3" name="Google Shape;1623;p37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4" name="Google Shape;1624;p37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5" name="Google Shape;1625;p37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6" name="Google Shape;1626;p37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7" name="Google Shape;1627;p37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8" name="Google Shape;1628;p37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29" name="Google Shape;1629;p37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0" name="Google Shape;1630;p37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1" name="Google Shape;1631;p37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2" name="Google Shape;1632;p37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3" name="Google Shape;1633;p37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4" name="Google Shape;1634;p37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5" name="Google Shape;1635;p37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6" name="Google Shape;1636;p37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7" name="Google Shape;1637;p37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8" name="Google Shape;1638;p37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39" name="Google Shape;1639;p37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0" name="Google Shape;1640;p37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1" name="Google Shape;1641;p37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2" name="Google Shape;1642;p37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3" name="Google Shape;1643;p37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4" name="Google Shape;1644;p37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5" name="Google Shape;1645;p37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6" name="Google Shape;1646;p37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7" name="Google Shape;1647;p37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8" name="Google Shape;1648;p37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49" name="Google Shape;1649;p37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0" name="Google Shape;1650;p37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1" name="Google Shape;1651;p37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2" name="Google Shape;1652;p37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3" name="Google Shape;1653;p37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4" name="Google Shape;1654;p37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655" name="Google Shape;1655;p37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1656" name="Google Shape;1656;p37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7" name="Google Shape;1657;p37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8" name="Google Shape;1658;p37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59" name="Google Shape;1659;p37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60" name="Google Shape;1660;p37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61" name="Google Shape;1661;p37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662" name="Google Shape;1662;p37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663" name="Google Shape;1663;p37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1664" name="Google Shape;1664;p37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1665" name="Google Shape;1665;p37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66" name="Google Shape;1666;p37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67" name="Google Shape;1667;p37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68" name="Google Shape;1668;p37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69" name="Google Shape;1669;p37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0" name="Google Shape;1670;p37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1" name="Google Shape;1671;p37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2" name="Google Shape;1672;p37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3" name="Google Shape;1673;p37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4" name="Google Shape;1674;p37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5" name="Google Shape;1675;p37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6" name="Google Shape;1676;p37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7" name="Google Shape;1677;p37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8" name="Google Shape;1678;p37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79" name="Google Shape;1679;p37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0" name="Google Shape;1680;p37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1" name="Google Shape;1681;p37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2" name="Google Shape;1682;p37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3" name="Google Shape;1683;p37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4" name="Google Shape;1684;p37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5" name="Google Shape;1685;p37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6" name="Google Shape;1686;p37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7" name="Google Shape;1687;p37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8" name="Google Shape;1688;p37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89" name="Google Shape;1689;p37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0" name="Google Shape;1690;p37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1" name="Google Shape;1691;p37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2" name="Google Shape;1692;p37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3" name="Google Shape;1693;p37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4" name="Google Shape;1694;p37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5" name="Google Shape;1695;p37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6" name="Google Shape;1696;p37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7" name="Google Shape;1697;p37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8" name="Google Shape;1698;p37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699" name="Google Shape;1699;p37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00" name="Google Shape;1700;p37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01" name="Google Shape;1701;p37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702" name="Google Shape;1702;p37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3" name="Google Shape;1703;p37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4" name="Google Shape;1704;p37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5" name="Google Shape;1705;p37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6" name="Google Shape;1706;p37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7" name="Google Shape;1707;p37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8" name="Google Shape;1708;p37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09" name="Google Shape;1709;p37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0" name="Google Shape;1710;p37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1" name="Google Shape;1711;p37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2" name="Google Shape;1712;p37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3" name="Google Shape;1713;p37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4" name="Google Shape;1714;p37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15" name="Google Shape;1715;p37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716" name="Google Shape;1716;p37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1717" name="Google Shape;1717;p37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1718" name="Google Shape;1718;p37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19" name="Google Shape;1719;p37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0" name="Google Shape;1720;p37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1" name="Google Shape;1721;p37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2" name="Google Shape;1722;p37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3" name="Google Shape;1723;p37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4" name="Google Shape;1724;p37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5" name="Google Shape;1725;p37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6" name="Google Shape;1726;p37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7" name="Google Shape;1727;p37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8" name="Google Shape;1728;p37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29" name="Google Shape;1729;p37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0" name="Google Shape;1730;p37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1" name="Google Shape;1731;p37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2" name="Google Shape;1732;p37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3" name="Google Shape;1733;p37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4" name="Google Shape;1734;p37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5" name="Google Shape;1735;p37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6" name="Google Shape;1736;p37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7" name="Google Shape;1737;p37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8" name="Google Shape;1738;p37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39" name="Google Shape;1739;p37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40" name="Google Shape;1740;p37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741" name="Google Shape;1741;p37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2" name="Google Shape;1742;p37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3" name="Google Shape;1743;p37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4" name="Google Shape;1744;p37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5" name="Google Shape;1745;p37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6" name="Google Shape;1746;p37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7" name="Google Shape;1747;p37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8" name="Google Shape;1748;p37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49" name="Google Shape;1749;p37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50" name="Google Shape;1750;p37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51" name="Google Shape;1751;p37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52" name="Google Shape;1752;p37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753" name="Google Shape;1753;p37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1754" name="Google Shape;1754;p37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1755" name="Google Shape;1755;p37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56" name="Google Shape;1756;p37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57" name="Google Shape;1757;p37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58" name="Google Shape;1758;p37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59" name="Google Shape;1759;p37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0" name="Google Shape;1760;p37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1" name="Google Shape;1761;p37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2" name="Google Shape;1762;p37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3" name="Google Shape;1763;p37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4" name="Google Shape;1764;p37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5" name="Google Shape;1765;p37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6" name="Google Shape;1766;p37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7" name="Google Shape;1767;p37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8" name="Google Shape;1768;p37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69" name="Google Shape;1769;p37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0" name="Google Shape;1770;p37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1" name="Google Shape;1771;p37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2" name="Google Shape;1772;p37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3" name="Google Shape;1773;p37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4" name="Google Shape;1774;p37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5" name="Google Shape;1775;p37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6" name="Google Shape;1776;p37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7" name="Google Shape;1777;p37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8" name="Google Shape;1778;p37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79" name="Google Shape;1779;p37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80" name="Google Shape;1780;p37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81" name="Google Shape;1781;p37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82" name="Google Shape;1782;p37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83" name="Google Shape;1783;p37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84" name="Google Shape;1784;p37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785" name="Google Shape;1785;p37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86" name="Google Shape;1786;p37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87" name="Google Shape;1787;p37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88" name="Google Shape;1788;p37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89" name="Google Shape;1789;p37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0" name="Google Shape;1790;p37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1" name="Google Shape;1791;p37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2" name="Google Shape;1792;p37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3" name="Google Shape;1793;p37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4" name="Google Shape;1794;p37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795" name="Google Shape;1795;p37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796" name="Google Shape;1796;p37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1797" name="Google Shape;1797;p37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1798" name="Google Shape;1798;p37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799" name="Google Shape;1799;p37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0" name="Google Shape;1800;p37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1" name="Google Shape;1801;p37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2" name="Google Shape;1802;p37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3" name="Google Shape;1803;p37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4" name="Google Shape;1804;p37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5" name="Google Shape;1805;p37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6" name="Google Shape;1806;p37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7" name="Google Shape;1807;p37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8" name="Google Shape;1808;p37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09" name="Google Shape;1809;p37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0" name="Google Shape;1810;p37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1" name="Google Shape;1811;p37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2" name="Google Shape;1812;p37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3" name="Google Shape;1813;p37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4" name="Google Shape;1814;p37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5" name="Google Shape;1815;p37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6" name="Google Shape;1816;p37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7" name="Google Shape;1817;p37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8" name="Google Shape;1818;p37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19" name="Google Shape;1819;p37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0" name="Google Shape;1820;p37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1" name="Google Shape;1821;p37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2" name="Google Shape;1822;p37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3" name="Google Shape;1823;p37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4" name="Google Shape;1824;p37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5" name="Google Shape;1825;p37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26" name="Google Shape;1826;p37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827" name="Google Shape;1827;p37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28" name="Google Shape;1828;p37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29" name="Google Shape;1829;p37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0" name="Google Shape;1830;p37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1" name="Google Shape;1831;p37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2" name="Google Shape;1832;p37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3" name="Google Shape;1833;p37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4" name="Google Shape;1834;p37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5" name="Google Shape;1835;p37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36" name="Google Shape;1836;p37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837" name="Google Shape;1837;p37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1838" name="Google Shape;1838;p37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1839" name="Google Shape;1839;p37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0" name="Google Shape;1840;p37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1" name="Google Shape;1841;p37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2" name="Google Shape;1842;p37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3" name="Google Shape;1843;p37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4" name="Google Shape;1844;p37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5" name="Google Shape;1845;p37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6" name="Google Shape;1846;p37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7" name="Google Shape;1847;p37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8" name="Google Shape;1848;p37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49" name="Google Shape;1849;p37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0" name="Google Shape;1850;p37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1" name="Google Shape;1851;p37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2" name="Google Shape;1852;p37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3" name="Google Shape;1853;p37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4" name="Google Shape;1854;p37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5" name="Google Shape;1855;p37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6" name="Google Shape;1856;p37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7" name="Google Shape;1857;p37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8" name="Google Shape;1858;p37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59" name="Google Shape;1859;p37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60" name="Google Shape;1860;p37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61" name="Google Shape;1861;p37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62" name="Google Shape;1862;p37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863" name="Google Shape;1863;p37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1864" name="Google Shape;1864;p37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65" name="Google Shape;1865;p37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66" name="Google Shape;1866;p37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67" name="Google Shape;1867;p37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68" name="Google Shape;1868;p37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69" name="Google Shape;1869;p37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70" name="Google Shape;1870;p37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71" name="Google Shape;1871;p37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872" name="Google Shape;1872;p37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1873" name="Google Shape;1873;p37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1874" name="Google Shape;1874;p37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75" name="Google Shape;1875;p37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76" name="Google Shape;1876;p37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77" name="Google Shape;1877;p37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78" name="Google Shape;1878;p37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8"/>
          <p:cNvSpPr txBox="1">
            <a:spLocks noGrp="1"/>
          </p:cNvSpPr>
          <p:nvPr>
            <p:ph type="title"/>
          </p:nvPr>
        </p:nvSpPr>
        <p:spPr>
          <a:xfrm>
            <a:off x="2616000" y="517850"/>
            <a:ext cx="406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84" name="Google Shape;1884;p38"/>
          <p:cNvSpPr txBox="1"/>
          <p:nvPr/>
        </p:nvSpPr>
        <p:spPr>
          <a:xfrm>
            <a:off x="1609875" y="5382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85" name="Google Shape;1885;p38"/>
          <p:cNvSpPr txBox="1"/>
          <p:nvPr/>
        </p:nvSpPr>
        <p:spPr>
          <a:xfrm>
            <a:off x="134300" y="1031150"/>
            <a:ext cx="222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Academic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86" name="Google Shape;1886;p38"/>
          <p:cNvSpPr txBox="1"/>
          <p:nvPr/>
        </p:nvSpPr>
        <p:spPr>
          <a:xfrm>
            <a:off x="271850" y="2165775"/>
            <a:ext cx="51231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RAP System Overview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Assesses oral presentation skills using multimodal learning analytics (MmLA).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Accuracy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85% accuracy in performance evaluation.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Student Feedback Recall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Increased from 81% to 84% in follow-ups.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Self-assessment Decline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Dropped from 74% to 68% over time.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Algorithms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Employ SVM or RNN</a:t>
            </a:r>
            <a:endParaRPr sz="1200"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1887" name="Google Shape;18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450" y="2057850"/>
            <a:ext cx="3828350" cy="2858939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38"/>
          <p:cNvSpPr txBox="1"/>
          <p:nvPr/>
        </p:nvSpPr>
        <p:spPr>
          <a:xfrm>
            <a:off x="1851300" y="1336275"/>
            <a:ext cx="574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Controlled evaluation of a multimodal system to improve oral presentation skills in a real learning setting</a:t>
            </a:r>
            <a:endParaRPr sz="160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39"/>
          <p:cNvSpPr txBox="1">
            <a:spLocks noGrp="1"/>
          </p:cNvSpPr>
          <p:nvPr>
            <p:ph type="title"/>
          </p:nvPr>
        </p:nvSpPr>
        <p:spPr>
          <a:xfrm>
            <a:off x="2616000" y="517850"/>
            <a:ext cx="406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94" name="Google Shape;1894;p39"/>
          <p:cNvSpPr txBox="1"/>
          <p:nvPr/>
        </p:nvSpPr>
        <p:spPr>
          <a:xfrm>
            <a:off x="1609875" y="5382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95" name="Google Shape;1895;p39"/>
          <p:cNvSpPr txBox="1"/>
          <p:nvPr/>
        </p:nvSpPr>
        <p:spPr>
          <a:xfrm>
            <a:off x="117150" y="1014350"/>
            <a:ext cx="222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Academic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896" name="Google Shape;1896;p39"/>
          <p:cNvSpPr txBox="1"/>
          <p:nvPr/>
        </p:nvSpPr>
        <p:spPr>
          <a:xfrm>
            <a:off x="117150" y="2136000"/>
            <a:ext cx="47721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AI-Assisted Platform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Provides real-time feedback on presentation skills.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Speech Analysis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Assesses fluency, pronunciation, facial expressions, and vocal fillers.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Correlation Scores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Fluency (0.136), pronunciation (0.450).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Limitations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AI struggles with fluency and emotion recognition compared to human evaluations.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Algorithms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Uses speech-to-text, acoustic features, and facial recognition (CNN) for real-time feedback.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1897" name="Google Shape;18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05125"/>
            <a:ext cx="4496775" cy="25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39"/>
          <p:cNvSpPr txBox="1"/>
          <p:nvPr/>
        </p:nvSpPr>
        <p:spPr>
          <a:xfrm>
            <a:off x="1637550" y="1375625"/>
            <a:ext cx="5868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AI-Assisted Enhancement of Student Presentation Skills: Challenges and Opportunities</a:t>
            </a:r>
            <a:endParaRPr sz="160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40"/>
          <p:cNvSpPr txBox="1">
            <a:spLocks noGrp="1"/>
          </p:cNvSpPr>
          <p:nvPr>
            <p:ph type="title"/>
          </p:nvPr>
        </p:nvSpPr>
        <p:spPr>
          <a:xfrm>
            <a:off x="2616000" y="517850"/>
            <a:ext cx="406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04" name="Google Shape;1904;p40"/>
          <p:cNvSpPr txBox="1"/>
          <p:nvPr/>
        </p:nvSpPr>
        <p:spPr>
          <a:xfrm>
            <a:off x="1609875" y="5382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05" name="Google Shape;1905;p40"/>
          <p:cNvSpPr txBox="1"/>
          <p:nvPr/>
        </p:nvSpPr>
        <p:spPr>
          <a:xfrm>
            <a:off x="179350" y="1014350"/>
            <a:ext cx="2228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Academic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06" name="Google Shape;1906;p40"/>
          <p:cNvSpPr txBox="1"/>
          <p:nvPr/>
        </p:nvSpPr>
        <p:spPr>
          <a:xfrm>
            <a:off x="578600" y="2258925"/>
            <a:ext cx="47064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Naive Bayes (NB)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Accuracy 74%.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SVM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Average accuracy 85.47%.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Random Forest (RF)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Accuracy 95.6%.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CNN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Accuracy 80%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Decision Tree (DT)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Accuracy 74%.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Bi-GRU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Accuracy 79.46%.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>
                <a:latin typeface="Palanquin"/>
                <a:ea typeface="Palanquin"/>
                <a:cs typeface="Palanquin"/>
                <a:sym typeface="Palanquin"/>
              </a:rPr>
              <a:t>Ensemble Learning</a:t>
            </a:r>
            <a:r>
              <a:rPr lang="en">
                <a:latin typeface="Palanquin"/>
                <a:ea typeface="Palanquin"/>
                <a:cs typeface="Palanquin"/>
                <a:sym typeface="Palanquin"/>
              </a:rPr>
              <a:t>: Stacking achieved 98.2% accuracy.</a:t>
            </a:r>
            <a:endParaRPr b="1"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1907" name="Google Shape;19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525" y="2092675"/>
            <a:ext cx="4064400" cy="260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p40"/>
          <p:cNvSpPr txBox="1"/>
          <p:nvPr/>
        </p:nvSpPr>
        <p:spPr>
          <a:xfrm>
            <a:off x="1515000" y="1339375"/>
            <a:ext cx="6114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Machine learning for human emotion recognition: a comprehensive review</a:t>
            </a:r>
            <a:endParaRPr sz="160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41"/>
          <p:cNvSpPr txBox="1">
            <a:spLocks noGrp="1"/>
          </p:cNvSpPr>
          <p:nvPr>
            <p:ph type="title"/>
          </p:nvPr>
        </p:nvSpPr>
        <p:spPr>
          <a:xfrm>
            <a:off x="2616000" y="517850"/>
            <a:ext cx="406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SIMILAR SYSTEMS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14" name="Google Shape;1914;p41"/>
          <p:cNvSpPr txBox="1">
            <a:spLocks noGrp="1"/>
          </p:cNvSpPr>
          <p:nvPr>
            <p:ph type="subTitle" idx="1"/>
          </p:nvPr>
        </p:nvSpPr>
        <p:spPr>
          <a:xfrm>
            <a:off x="2672976" y="3531625"/>
            <a:ext cx="32400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Recognition &amp;  Feedback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41"/>
          <p:cNvSpPr txBox="1">
            <a:spLocks noGrp="1"/>
          </p:cNvSpPr>
          <p:nvPr>
            <p:ph type="subTitle" idx="2"/>
          </p:nvPr>
        </p:nvSpPr>
        <p:spPr>
          <a:xfrm>
            <a:off x="292075" y="3531625"/>
            <a:ext cx="26439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Speech Coach Assistant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41"/>
          <p:cNvSpPr txBox="1">
            <a:spLocks noGrp="1"/>
          </p:cNvSpPr>
          <p:nvPr>
            <p:ph type="subTitle" idx="1"/>
          </p:nvPr>
        </p:nvSpPr>
        <p:spPr>
          <a:xfrm>
            <a:off x="6182900" y="3534625"/>
            <a:ext cx="26916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 Speech Training Platform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41"/>
          <p:cNvSpPr txBox="1">
            <a:spLocks noGrp="1"/>
          </p:cNvSpPr>
          <p:nvPr>
            <p:ph type="subTitle" idx="1"/>
          </p:nvPr>
        </p:nvSpPr>
        <p:spPr>
          <a:xfrm>
            <a:off x="-36575" y="3089825"/>
            <a:ext cx="26916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Orai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41"/>
          <p:cNvSpPr txBox="1">
            <a:spLocks noGrp="1"/>
          </p:cNvSpPr>
          <p:nvPr>
            <p:ph type="subTitle" idx="1"/>
          </p:nvPr>
        </p:nvSpPr>
        <p:spPr>
          <a:xfrm>
            <a:off x="2836775" y="3089825"/>
            <a:ext cx="26916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Speeko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41"/>
          <p:cNvSpPr txBox="1">
            <a:spLocks noGrp="1"/>
          </p:cNvSpPr>
          <p:nvPr>
            <p:ph type="subTitle" idx="1"/>
          </p:nvPr>
        </p:nvSpPr>
        <p:spPr>
          <a:xfrm>
            <a:off x="6039013" y="3089825"/>
            <a:ext cx="26916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Virtual Speech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0" name="Google Shape;1920;p41"/>
          <p:cNvSpPr txBox="1"/>
          <p:nvPr/>
        </p:nvSpPr>
        <p:spPr>
          <a:xfrm>
            <a:off x="1609875" y="5382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05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21" name="Google Shape;1921;p41"/>
          <p:cNvSpPr txBox="1"/>
          <p:nvPr/>
        </p:nvSpPr>
        <p:spPr>
          <a:xfrm>
            <a:off x="160075" y="1262400"/>
            <a:ext cx="337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Business Applications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1922" name="Google Shape;19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75" y="2175850"/>
            <a:ext cx="2513300" cy="101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2750" y="2310300"/>
            <a:ext cx="3156275" cy="8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1463" y="2245213"/>
            <a:ext cx="2994475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42"/>
          <p:cNvSpPr txBox="1">
            <a:spLocks noGrp="1"/>
          </p:cNvSpPr>
          <p:nvPr>
            <p:ph type="title"/>
          </p:nvPr>
        </p:nvSpPr>
        <p:spPr>
          <a:xfrm>
            <a:off x="2568850" y="764350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DELIVERABLES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30" name="Google Shape;1930;p42"/>
          <p:cNvSpPr txBox="1">
            <a:spLocks noGrp="1"/>
          </p:cNvSpPr>
          <p:nvPr>
            <p:ph type="title" idx="2"/>
          </p:nvPr>
        </p:nvSpPr>
        <p:spPr>
          <a:xfrm>
            <a:off x="1812550" y="612550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06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31" name="Google Shape;1931;p42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1932" name="Google Shape;1932;p42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1933" name="Google Shape;1933;p42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1934" name="Google Shape;1934;p42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1935" name="Google Shape;1935;p42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36" name="Google Shape;1936;p42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37" name="Google Shape;1937;p42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38" name="Google Shape;1938;p42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39" name="Google Shape;1939;p42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0" name="Google Shape;1940;p42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1" name="Google Shape;1941;p42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2" name="Google Shape;1942;p42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3" name="Google Shape;1943;p42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4" name="Google Shape;1944;p42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5" name="Google Shape;1945;p42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6" name="Google Shape;1946;p42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7" name="Google Shape;1947;p42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8" name="Google Shape;1948;p42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49" name="Google Shape;1949;p42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0" name="Google Shape;1950;p42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1" name="Google Shape;1951;p42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2" name="Google Shape;1952;p42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3" name="Google Shape;1953;p42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4" name="Google Shape;1954;p42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5" name="Google Shape;1955;p42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6" name="Google Shape;1956;p42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7" name="Google Shape;1957;p42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8" name="Google Shape;1958;p42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59" name="Google Shape;1959;p42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0" name="Google Shape;1960;p42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1" name="Google Shape;1961;p42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2" name="Google Shape;1962;p42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3" name="Google Shape;1963;p42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4" name="Google Shape;1964;p42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5" name="Google Shape;1965;p42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6" name="Google Shape;1966;p42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7" name="Google Shape;1967;p42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8" name="Google Shape;1968;p42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69" name="Google Shape;1969;p42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0" name="Google Shape;1970;p42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1" name="Google Shape;1971;p42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2" name="Google Shape;1972;p42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3" name="Google Shape;1973;p42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4" name="Google Shape;1974;p42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5" name="Google Shape;1975;p42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6" name="Google Shape;1976;p42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7" name="Google Shape;1977;p42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8" name="Google Shape;1978;p42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79" name="Google Shape;1979;p42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0" name="Google Shape;1980;p42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981" name="Google Shape;1981;p42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1982" name="Google Shape;1982;p42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3" name="Google Shape;1983;p42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4" name="Google Shape;1984;p42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5" name="Google Shape;1985;p42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6" name="Google Shape;1986;p42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7" name="Google Shape;1987;p42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1988" name="Google Shape;1988;p42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1989" name="Google Shape;1989;p42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1990" name="Google Shape;1990;p42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1991" name="Google Shape;1991;p42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2" name="Google Shape;1992;p42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3" name="Google Shape;1993;p42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4" name="Google Shape;1994;p42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5" name="Google Shape;1995;p42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6" name="Google Shape;1996;p42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7" name="Google Shape;1997;p42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8" name="Google Shape;1998;p42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1999" name="Google Shape;1999;p42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0" name="Google Shape;2000;p42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1" name="Google Shape;2001;p42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2" name="Google Shape;2002;p42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3" name="Google Shape;2003;p42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4" name="Google Shape;2004;p42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5" name="Google Shape;2005;p42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6" name="Google Shape;2006;p42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7" name="Google Shape;2007;p42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8" name="Google Shape;2008;p42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09" name="Google Shape;2009;p42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0" name="Google Shape;2010;p42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1" name="Google Shape;2011;p42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2" name="Google Shape;2012;p42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3" name="Google Shape;2013;p42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4" name="Google Shape;2014;p42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5" name="Google Shape;2015;p42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6" name="Google Shape;2016;p42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7" name="Google Shape;2017;p42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8" name="Google Shape;2018;p42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19" name="Google Shape;2019;p42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0" name="Google Shape;2020;p42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1" name="Google Shape;2021;p42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2" name="Google Shape;2022;p42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3" name="Google Shape;2023;p42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4" name="Google Shape;2024;p42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5" name="Google Shape;2025;p42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6" name="Google Shape;2026;p42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27" name="Google Shape;2027;p42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028" name="Google Shape;2028;p42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29" name="Google Shape;2029;p42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0" name="Google Shape;2030;p42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1" name="Google Shape;2031;p42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2" name="Google Shape;2032;p42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3" name="Google Shape;2033;p42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4" name="Google Shape;2034;p42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5" name="Google Shape;2035;p42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6" name="Google Shape;2036;p42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7" name="Google Shape;2037;p42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8" name="Google Shape;2038;p42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39" name="Google Shape;2039;p42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40" name="Google Shape;2040;p42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41" name="Google Shape;2041;p42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042" name="Google Shape;2042;p42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2043" name="Google Shape;2043;p42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2044" name="Google Shape;2044;p42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45" name="Google Shape;2045;p42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46" name="Google Shape;2046;p42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47" name="Google Shape;2047;p42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48" name="Google Shape;2048;p42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49" name="Google Shape;2049;p42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0" name="Google Shape;2050;p42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1" name="Google Shape;2051;p42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2" name="Google Shape;2052;p42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3" name="Google Shape;2053;p42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4" name="Google Shape;2054;p42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5" name="Google Shape;2055;p42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6" name="Google Shape;2056;p42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7" name="Google Shape;2057;p42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8" name="Google Shape;2058;p42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59" name="Google Shape;2059;p42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0" name="Google Shape;2060;p42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1" name="Google Shape;2061;p42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2" name="Google Shape;2062;p42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3" name="Google Shape;2063;p42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4" name="Google Shape;2064;p42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5" name="Google Shape;2065;p42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66" name="Google Shape;2066;p42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067" name="Google Shape;2067;p42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68" name="Google Shape;2068;p42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69" name="Google Shape;2069;p42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0" name="Google Shape;2070;p42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1" name="Google Shape;2071;p42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2" name="Google Shape;2072;p42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3" name="Google Shape;2073;p42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4" name="Google Shape;2074;p42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5" name="Google Shape;2075;p42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6" name="Google Shape;2076;p42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7" name="Google Shape;2077;p42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078" name="Google Shape;2078;p42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079" name="Google Shape;2079;p42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2080" name="Google Shape;2080;p42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2081" name="Google Shape;2081;p42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2" name="Google Shape;2082;p42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3" name="Google Shape;2083;p42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4" name="Google Shape;2084;p42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5" name="Google Shape;2085;p42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6" name="Google Shape;2086;p42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7" name="Google Shape;2087;p42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8" name="Google Shape;2088;p42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89" name="Google Shape;2089;p42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0" name="Google Shape;2090;p42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1" name="Google Shape;2091;p42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2" name="Google Shape;2092;p42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3" name="Google Shape;2093;p42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4" name="Google Shape;2094;p42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5" name="Google Shape;2095;p42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6" name="Google Shape;2096;p42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7" name="Google Shape;2097;p42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8" name="Google Shape;2098;p42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099" name="Google Shape;2099;p42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0" name="Google Shape;2100;p42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1" name="Google Shape;2101;p42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2" name="Google Shape;2102;p42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3" name="Google Shape;2103;p42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4" name="Google Shape;2104;p42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5" name="Google Shape;2105;p42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6" name="Google Shape;2106;p42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7" name="Google Shape;2107;p42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8" name="Google Shape;2108;p42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09" name="Google Shape;2109;p42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10" name="Google Shape;2110;p42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111" name="Google Shape;2111;p42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2" name="Google Shape;2112;p42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3" name="Google Shape;2113;p42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4" name="Google Shape;2114;p42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5" name="Google Shape;2115;p42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6" name="Google Shape;2116;p42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7" name="Google Shape;2117;p42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8" name="Google Shape;2118;p42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19" name="Google Shape;2119;p42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20" name="Google Shape;2120;p42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21" name="Google Shape;2121;p42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122" name="Google Shape;2122;p42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2123" name="Google Shape;2123;p42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2124" name="Google Shape;2124;p42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25" name="Google Shape;2125;p42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26" name="Google Shape;2126;p42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27" name="Google Shape;2127;p42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28" name="Google Shape;2128;p42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29" name="Google Shape;2129;p42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0" name="Google Shape;2130;p42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1" name="Google Shape;2131;p42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2" name="Google Shape;2132;p42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3" name="Google Shape;2133;p42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4" name="Google Shape;2134;p42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5" name="Google Shape;2135;p42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6" name="Google Shape;2136;p42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7" name="Google Shape;2137;p42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8" name="Google Shape;2138;p42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39" name="Google Shape;2139;p42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0" name="Google Shape;2140;p42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1" name="Google Shape;2141;p42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2" name="Google Shape;2142;p42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3" name="Google Shape;2143;p42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4" name="Google Shape;2144;p42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5" name="Google Shape;2145;p42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6" name="Google Shape;2146;p42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7" name="Google Shape;2147;p42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8" name="Google Shape;2148;p42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49" name="Google Shape;2149;p42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50" name="Google Shape;2150;p42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51" name="Google Shape;2151;p42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52" name="Google Shape;2152;p42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153" name="Google Shape;2153;p42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4" name="Google Shape;2154;p42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5" name="Google Shape;2155;p42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6" name="Google Shape;2156;p42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7" name="Google Shape;2157;p42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8" name="Google Shape;2158;p42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59" name="Google Shape;2159;p42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60" name="Google Shape;2160;p42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61" name="Google Shape;2161;p42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62" name="Google Shape;2162;p42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163" name="Google Shape;2163;p42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2164" name="Google Shape;2164;p42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2165" name="Google Shape;2165;p42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66" name="Google Shape;2166;p42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67" name="Google Shape;2167;p42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68" name="Google Shape;2168;p42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69" name="Google Shape;2169;p42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0" name="Google Shape;2170;p42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1" name="Google Shape;2171;p42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2" name="Google Shape;2172;p42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3" name="Google Shape;2173;p42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4" name="Google Shape;2174;p42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5" name="Google Shape;2175;p42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6" name="Google Shape;2176;p42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7" name="Google Shape;2177;p42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8" name="Google Shape;2178;p42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79" name="Google Shape;2179;p42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0" name="Google Shape;2180;p42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1" name="Google Shape;2181;p42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2" name="Google Shape;2182;p42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3" name="Google Shape;2183;p42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4" name="Google Shape;2184;p42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5" name="Google Shape;2185;p42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6" name="Google Shape;2186;p42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7" name="Google Shape;2187;p42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8" name="Google Shape;2188;p42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189" name="Google Shape;2189;p42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190" name="Google Shape;2190;p42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1" name="Google Shape;2191;p42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2" name="Google Shape;2192;p42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3" name="Google Shape;2193;p42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4" name="Google Shape;2194;p42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5" name="Google Shape;2195;p42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6" name="Google Shape;2196;p42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7" name="Google Shape;2197;p42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198" name="Google Shape;2198;p42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2199" name="Google Shape;2199;p42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2200" name="Google Shape;2200;p42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201" name="Google Shape;2201;p42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202" name="Google Shape;2202;p42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203" name="Google Shape;2203;p42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204" name="Google Shape;2204;p42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43"/>
          <p:cNvSpPr txBox="1">
            <a:spLocks noGrp="1"/>
          </p:cNvSpPr>
          <p:nvPr>
            <p:ph type="title"/>
          </p:nvPr>
        </p:nvSpPr>
        <p:spPr>
          <a:xfrm>
            <a:off x="2494650" y="480950"/>
            <a:ext cx="445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DELIVERABLES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0" name="Google Shape;2210;p43"/>
          <p:cNvSpPr txBox="1"/>
          <p:nvPr/>
        </p:nvSpPr>
        <p:spPr>
          <a:xfrm>
            <a:off x="1931650" y="5241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06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1" name="Google Shape;2211;p43"/>
          <p:cNvSpPr/>
          <p:nvPr/>
        </p:nvSpPr>
        <p:spPr>
          <a:xfrm>
            <a:off x="331450" y="1516600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Proposal document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2" name="Google Shape;2212;p43"/>
          <p:cNvSpPr/>
          <p:nvPr/>
        </p:nvSpPr>
        <p:spPr>
          <a:xfrm>
            <a:off x="335150" y="3451475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SDD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Document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3" name="Google Shape;2213;p43"/>
          <p:cNvSpPr/>
          <p:nvPr/>
        </p:nvSpPr>
        <p:spPr>
          <a:xfrm>
            <a:off x="3264300" y="1516600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Academic Papers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4" name="Google Shape;2214;p43"/>
          <p:cNvSpPr/>
          <p:nvPr/>
        </p:nvSpPr>
        <p:spPr>
          <a:xfrm>
            <a:off x="6057000" y="1516600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SRS Document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5" name="Google Shape;2215;p43"/>
          <p:cNvSpPr/>
          <p:nvPr/>
        </p:nvSpPr>
        <p:spPr>
          <a:xfrm>
            <a:off x="3264300" y="3451475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Final Thesis Document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16" name="Google Shape;2216;p43"/>
          <p:cNvSpPr/>
          <p:nvPr/>
        </p:nvSpPr>
        <p:spPr>
          <a:xfrm>
            <a:off x="6057000" y="3451475"/>
            <a:ext cx="2615400" cy="11397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Mobile Application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44"/>
          <p:cNvSpPr txBox="1">
            <a:spLocks noGrp="1"/>
          </p:cNvSpPr>
          <p:nvPr>
            <p:ph type="title"/>
          </p:nvPr>
        </p:nvSpPr>
        <p:spPr>
          <a:xfrm>
            <a:off x="2377025" y="764900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 TIME PLAN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22" name="Google Shape;2222;p44"/>
          <p:cNvSpPr txBox="1">
            <a:spLocks noGrp="1"/>
          </p:cNvSpPr>
          <p:nvPr>
            <p:ph type="title" idx="2"/>
          </p:nvPr>
        </p:nvSpPr>
        <p:spPr>
          <a:xfrm>
            <a:off x="2156775" y="613700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07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23" name="Google Shape;2223;p44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2224" name="Google Shape;2224;p44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2225" name="Google Shape;2225;p44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2226" name="Google Shape;2226;p44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2227" name="Google Shape;2227;p44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28" name="Google Shape;2228;p44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29" name="Google Shape;2229;p44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0" name="Google Shape;2230;p44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1" name="Google Shape;2231;p44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2" name="Google Shape;2232;p44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3" name="Google Shape;2233;p44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4" name="Google Shape;2234;p44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5" name="Google Shape;2235;p44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6" name="Google Shape;2236;p44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7" name="Google Shape;2237;p44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8" name="Google Shape;2238;p44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39" name="Google Shape;2239;p44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0" name="Google Shape;2240;p44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1" name="Google Shape;2241;p44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2" name="Google Shape;2242;p44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3" name="Google Shape;2243;p44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4" name="Google Shape;2244;p44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5" name="Google Shape;2245;p44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6" name="Google Shape;2246;p44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7" name="Google Shape;2247;p44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8" name="Google Shape;2248;p44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49" name="Google Shape;2249;p44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0" name="Google Shape;2250;p44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1" name="Google Shape;2251;p44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2" name="Google Shape;2252;p44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3" name="Google Shape;2253;p44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4" name="Google Shape;2254;p44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5" name="Google Shape;2255;p44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6" name="Google Shape;2256;p44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7" name="Google Shape;2257;p44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8" name="Google Shape;2258;p44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59" name="Google Shape;2259;p44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0" name="Google Shape;2260;p44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1" name="Google Shape;2261;p44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2" name="Google Shape;2262;p44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3" name="Google Shape;2263;p44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4" name="Google Shape;2264;p44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5" name="Google Shape;2265;p44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6" name="Google Shape;2266;p44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7" name="Google Shape;2267;p44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8" name="Google Shape;2268;p44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69" name="Google Shape;2269;p44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0" name="Google Shape;2270;p44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1" name="Google Shape;2271;p44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2" name="Google Shape;2272;p44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273" name="Google Shape;2273;p44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2274" name="Google Shape;2274;p44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5" name="Google Shape;2275;p44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6" name="Google Shape;2276;p44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7" name="Google Shape;2277;p44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8" name="Google Shape;2278;p44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79" name="Google Shape;2279;p44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280" name="Google Shape;2280;p44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281" name="Google Shape;2281;p44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2282" name="Google Shape;2282;p44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2283" name="Google Shape;2283;p44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4" name="Google Shape;2284;p44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5" name="Google Shape;2285;p44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6" name="Google Shape;2286;p44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7" name="Google Shape;2287;p44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8" name="Google Shape;2288;p44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89" name="Google Shape;2289;p44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0" name="Google Shape;2290;p44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1" name="Google Shape;2291;p44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2" name="Google Shape;2292;p44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3" name="Google Shape;2293;p44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4" name="Google Shape;2294;p44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5" name="Google Shape;2295;p44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6" name="Google Shape;2296;p44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7" name="Google Shape;2297;p44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8" name="Google Shape;2298;p44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299" name="Google Shape;2299;p44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0" name="Google Shape;2300;p44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1" name="Google Shape;2301;p44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2" name="Google Shape;2302;p44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3" name="Google Shape;2303;p44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4" name="Google Shape;2304;p44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5" name="Google Shape;2305;p44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6" name="Google Shape;2306;p44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7" name="Google Shape;2307;p44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8" name="Google Shape;2308;p44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09" name="Google Shape;2309;p44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0" name="Google Shape;2310;p44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1" name="Google Shape;2311;p44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2" name="Google Shape;2312;p44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3" name="Google Shape;2313;p44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4" name="Google Shape;2314;p44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5" name="Google Shape;2315;p44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6" name="Google Shape;2316;p44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7" name="Google Shape;2317;p44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8" name="Google Shape;2318;p44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19" name="Google Shape;2319;p44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320" name="Google Shape;2320;p44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1" name="Google Shape;2321;p44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2" name="Google Shape;2322;p44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3" name="Google Shape;2323;p44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4" name="Google Shape;2324;p44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5" name="Google Shape;2325;p44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6" name="Google Shape;2326;p44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7" name="Google Shape;2327;p44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8" name="Google Shape;2328;p44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29" name="Google Shape;2329;p44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30" name="Google Shape;2330;p44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31" name="Google Shape;2331;p44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32" name="Google Shape;2332;p44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33" name="Google Shape;2333;p44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334" name="Google Shape;2334;p44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2335" name="Google Shape;2335;p44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2336" name="Google Shape;2336;p44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37" name="Google Shape;2337;p44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38" name="Google Shape;2338;p44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39" name="Google Shape;2339;p44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0" name="Google Shape;2340;p44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1" name="Google Shape;2341;p44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2" name="Google Shape;2342;p44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3" name="Google Shape;2343;p44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4" name="Google Shape;2344;p44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5" name="Google Shape;2345;p44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6" name="Google Shape;2346;p44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7" name="Google Shape;2347;p44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8" name="Google Shape;2348;p44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49" name="Google Shape;2349;p44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0" name="Google Shape;2350;p44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1" name="Google Shape;2351;p44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2" name="Google Shape;2352;p44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3" name="Google Shape;2353;p44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4" name="Google Shape;2354;p44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5" name="Google Shape;2355;p44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6" name="Google Shape;2356;p44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7" name="Google Shape;2357;p44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58" name="Google Shape;2358;p44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359" name="Google Shape;2359;p44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0" name="Google Shape;2360;p44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1" name="Google Shape;2361;p44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2" name="Google Shape;2362;p44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3" name="Google Shape;2363;p44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4" name="Google Shape;2364;p44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5" name="Google Shape;2365;p44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6" name="Google Shape;2366;p44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7" name="Google Shape;2367;p44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8" name="Google Shape;2368;p44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69" name="Google Shape;2369;p44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370" name="Google Shape;2370;p44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371" name="Google Shape;2371;p44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2372" name="Google Shape;2372;p44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2373" name="Google Shape;2373;p44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4" name="Google Shape;2374;p44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5" name="Google Shape;2375;p44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6" name="Google Shape;2376;p44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7" name="Google Shape;2377;p44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8" name="Google Shape;2378;p44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79" name="Google Shape;2379;p44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0" name="Google Shape;2380;p44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1" name="Google Shape;2381;p44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2" name="Google Shape;2382;p44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3" name="Google Shape;2383;p44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4" name="Google Shape;2384;p44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5" name="Google Shape;2385;p44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6" name="Google Shape;2386;p44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7" name="Google Shape;2387;p44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8" name="Google Shape;2388;p44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89" name="Google Shape;2389;p44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0" name="Google Shape;2390;p44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1" name="Google Shape;2391;p44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2" name="Google Shape;2392;p44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3" name="Google Shape;2393;p44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4" name="Google Shape;2394;p44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5" name="Google Shape;2395;p44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6" name="Google Shape;2396;p44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7" name="Google Shape;2397;p44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8" name="Google Shape;2398;p44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399" name="Google Shape;2399;p44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00" name="Google Shape;2400;p44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01" name="Google Shape;2401;p44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02" name="Google Shape;2402;p44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403" name="Google Shape;2403;p44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4" name="Google Shape;2404;p44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5" name="Google Shape;2405;p44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6" name="Google Shape;2406;p44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7" name="Google Shape;2407;p44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8" name="Google Shape;2408;p44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09" name="Google Shape;2409;p44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10" name="Google Shape;2410;p44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11" name="Google Shape;2411;p44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12" name="Google Shape;2412;p44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13" name="Google Shape;2413;p44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414" name="Google Shape;2414;p44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2415" name="Google Shape;2415;p44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2416" name="Google Shape;2416;p44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17" name="Google Shape;2417;p44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18" name="Google Shape;2418;p44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19" name="Google Shape;2419;p44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0" name="Google Shape;2420;p44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1" name="Google Shape;2421;p44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2" name="Google Shape;2422;p44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3" name="Google Shape;2423;p44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4" name="Google Shape;2424;p44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5" name="Google Shape;2425;p44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6" name="Google Shape;2426;p44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7" name="Google Shape;2427;p44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8" name="Google Shape;2428;p44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29" name="Google Shape;2429;p44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0" name="Google Shape;2430;p44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1" name="Google Shape;2431;p44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2" name="Google Shape;2432;p44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3" name="Google Shape;2433;p44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4" name="Google Shape;2434;p44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5" name="Google Shape;2435;p44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6" name="Google Shape;2436;p44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7" name="Google Shape;2437;p44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8" name="Google Shape;2438;p44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39" name="Google Shape;2439;p44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40" name="Google Shape;2440;p44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41" name="Google Shape;2441;p44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42" name="Google Shape;2442;p44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43" name="Google Shape;2443;p44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44" name="Google Shape;2444;p44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445" name="Google Shape;2445;p44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46" name="Google Shape;2446;p44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47" name="Google Shape;2447;p44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48" name="Google Shape;2448;p44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49" name="Google Shape;2449;p44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50" name="Google Shape;2450;p44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51" name="Google Shape;2451;p44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52" name="Google Shape;2452;p44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53" name="Google Shape;2453;p44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54" name="Google Shape;2454;p44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455" name="Google Shape;2455;p44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2456" name="Google Shape;2456;p44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2457" name="Google Shape;2457;p44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58" name="Google Shape;2458;p44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59" name="Google Shape;2459;p44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0" name="Google Shape;2460;p44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1" name="Google Shape;2461;p44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2" name="Google Shape;2462;p44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3" name="Google Shape;2463;p44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4" name="Google Shape;2464;p44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5" name="Google Shape;2465;p44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6" name="Google Shape;2466;p44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7" name="Google Shape;2467;p44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8" name="Google Shape;2468;p44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69" name="Google Shape;2469;p44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0" name="Google Shape;2470;p44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1" name="Google Shape;2471;p44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2" name="Google Shape;2472;p44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3" name="Google Shape;2473;p44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4" name="Google Shape;2474;p44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5" name="Google Shape;2475;p44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6" name="Google Shape;2476;p44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7" name="Google Shape;2477;p44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8" name="Google Shape;2478;p44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79" name="Google Shape;2479;p44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80" name="Google Shape;2480;p44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481" name="Google Shape;2481;p44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482" name="Google Shape;2482;p44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3" name="Google Shape;2483;p44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4" name="Google Shape;2484;p44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5" name="Google Shape;2485;p44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6" name="Google Shape;2486;p44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7" name="Google Shape;2487;p44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8" name="Google Shape;2488;p44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89" name="Google Shape;2489;p44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490" name="Google Shape;2490;p44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2491" name="Google Shape;2491;p44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2492" name="Google Shape;2492;p44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493" name="Google Shape;2493;p44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494" name="Google Shape;2494;p44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495" name="Google Shape;2495;p44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496" name="Google Shape;2496;p44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45"/>
          <p:cNvSpPr txBox="1">
            <a:spLocks noGrp="1"/>
          </p:cNvSpPr>
          <p:nvPr>
            <p:ph type="title"/>
          </p:nvPr>
        </p:nvSpPr>
        <p:spPr>
          <a:xfrm>
            <a:off x="2508300" y="600350"/>
            <a:ext cx="4127400" cy="60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 TIME PLAN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502" name="Google Shape;2502;p45"/>
          <p:cNvSpPr txBox="1"/>
          <p:nvPr/>
        </p:nvSpPr>
        <p:spPr>
          <a:xfrm>
            <a:off x="2256200" y="563150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07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2503" name="Google Shape;25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6450"/>
            <a:ext cx="8732250" cy="34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46"/>
          <p:cNvSpPr txBox="1">
            <a:spLocks noGrp="1"/>
          </p:cNvSpPr>
          <p:nvPr>
            <p:ph type="title"/>
          </p:nvPr>
        </p:nvSpPr>
        <p:spPr>
          <a:xfrm>
            <a:off x="2478175" y="893800"/>
            <a:ext cx="58788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3500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509" name="Google Shape;2509;p46"/>
          <p:cNvSpPr txBox="1">
            <a:spLocks noGrp="1"/>
          </p:cNvSpPr>
          <p:nvPr>
            <p:ph type="title" idx="2"/>
          </p:nvPr>
        </p:nvSpPr>
        <p:spPr>
          <a:xfrm>
            <a:off x="1282000" y="666400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510" name="Google Shape;2510;p46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2511" name="Google Shape;2511;p46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2512" name="Google Shape;2512;p46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2513" name="Google Shape;2513;p46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2514" name="Google Shape;2514;p46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15" name="Google Shape;2515;p46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16" name="Google Shape;2516;p46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17" name="Google Shape;2517;p46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18" name="Google Shape;2518;p46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19" name="Google Shape;2519;p46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0" name="Google Shape;2520;p46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1" name="Google Shape;2521;p46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2" name="Google Shape;2522;p46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3" name="Google Shape;2523;p46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4" name="Google Shape;2524;p46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5" name="Google Shape;2525;p46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6" name="Google Shape;2526;p46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7" name="Google Shape;2527;p46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8" name="Google Shape;2528;p46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29" name="Google Shape;2529;p46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0" name="Google Shape;2530;p46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1" name="Google Shape;2531;p46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2" name="Google Shape;2532;p46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3" name="Google Shape;2533;p46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4" name="Google Shape;2534;p46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5" name="Google Shape;2535;p46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6" name="Google Shape;2536;p46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7" name="Google Shape;2537;p46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8" name="Google Shape;2538;p46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39" name="Google Shape;2539;p46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0" name="Google Shape;2540;p46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1" name="Google Shape;2541;p46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2" name="Google Shape;2542;p46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3" name="Google Shape;2543;p46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4" name="Google Shape;2544;p46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5" name="Google Shape;2545;p46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6" name="Google Shape;2546;p46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7" name="Google Shape;2547;p46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8" name="Google Shape;2548;p46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49" name="Google Shape;2549;p46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0" name="Google Shape;2550;p46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1" name="Google Shape;2551;p46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2" name="Google Shape;2552;p46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3" name="Google Shape;2553;p46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4" name="Google Shape;2554;p46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5" name="Google Shape;2555;p46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6" name="Google Shape;2556;p46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7" name="Google Shape;2557;p46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8" name="Google Shape;2558;p46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59" name="Google Shape;2559;p46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560" name="Google Shape;2560;p46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2561" name="Google Shape;2561;p46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2" name="Google Shape;2562;p46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3" name="Google Shape;2563;p46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4" name="Google Shape;2564;p46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5" name="Google Shape;2565;p46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6" name="Google Shape;2566;p46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567" name="Google Shape;2567;p46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568" name="Google Shape;2568;p46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2569" name="Google Shape;2569;p46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2570" name="Google Shape;2570;p46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1" name="Google Shape;2571;p46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2" name="Google Shape;2572;p46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3" name="Google Shape;2573;p46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4" name="Google Shape;2574;p46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5" name="Google Shape;2575;p46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6" name="Google Shape;2576;p46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7" name="Google Shape;2577;p46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8" name="Google Shape;2578;p46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79" name="Google Shape;2579;p46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0" name="Google Shape;2580;p46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1" name="Google Shape;2581;p46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2" name="Google Shape;2582;p46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3" name="Google Shape;2583;p46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4" name="Google Shape;2584;p46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5" name="Google Shape;2585;p46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6" name="Google Shape;2586;p46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7" name="Google Shape;2587;p46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8" name="Google Shape;2588;p46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89" name="Google Shape;2589;p46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0" name="Google Shape;2590;p46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1" name="Google Shape;2591;p46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2" name="Google Shape;2592;p46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3" name="Google Shape;2593;p46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4" name="Google Shape;2594;p46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5" name="Google Shape;2595;p46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6" name="Google Shape;2596;p46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7" name="Google Shape;2597;p46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8" name="Google Shape;2598;p46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599" name="Google Shape;2599;p46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0" name="Google Shape;2600;p46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1" name="Google Shape;2601;p46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2" name="Google Shape;2602;p46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3" name="Google Shape;2603;p46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4" name="Google Shape;2604;p46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5" name="Google Shape;2605;p46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06" name="Google Shape;2606;p46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607" name="Google Shape;2607;p46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08" name="Google Shape;2608;p46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09" name="Google Shape;2609;p46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0" name="Google Shape;2610;p46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1" name="Google Shape;2611;p46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2" name="Google Shape;2612;p46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3" name="Google Shape;2613;p46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4" name="Google Shape;2614;p46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5" name="Google Shape;2615;p46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6" name="Google Shape;2616;p46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7" name="Google Shape;2617;p46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8" name="Google Shape;2618;p46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19" name="Google Shape;2619;p46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20" name="Google Shape;2620;p46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621" name="Google Shape;2621;p46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2622" name="Google Shape;2622;p46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2623" name="Google Shape;2623;p46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4" name="Google Shape;2624;p46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5" name="Google Shape;2625;p46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6" name="Google Shape;2626;p46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7" name="Google Shape;2627;p46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8" name="Google Shape;2628;p46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29" name="Google Shape;2629;p46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0" name="Google Shape;2630;p46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1" name="Google Shape;2631;p46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2" name="Google Shape;2632;p46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3" name="Google Shape;2633;p46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4" name="Google Shape;2634;p46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5" name="Google Shape;2635;p46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6" name="Google Shape;2636;p46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7" name="Google Shape;2637;p46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8" name="Google Shape;2638;p46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39" name="Google Shape;2639;p46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0" name="Google Shape;2640;p46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1" name="Google Shape;2641;p46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2" name="Google Shape;2642;p46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3" name="Google Shape;2643;p46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4" name="Google Shape;2644;p46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45" name="Google Shape;2645;p46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646" name="Google Shape;2646;p46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47" name="Google Shape;2647;p46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48" name="Google Shape;2648;p46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49" name="Google Shape;2649;p46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0" name="Google Shape;2650;p46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1" name="Google Shape;2651;p46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2" name="Google Shape;2652;p46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3" name="Google Shape;2653;p46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4" name="Google Shape;2654;p46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5" name="Google Shape;2655;p46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6" name="Google Shape;2656;p46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57" name="Google Shape;2657;p46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658" name="Google Shape;2658;p46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2659" name="Google Shape;2659;p46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2660" name="Google Shape;2660;p46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1" name="Google Shape;2661;p46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2" name="Google Shape;2662;p46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3" name="Google Shape;2663;p46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4" name="Google Shape;2664;p46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5" name="Google Shape;2665;p46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6" name="Google Shape;2666;p46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7" name="Google Shape;2667;p46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8" name="Google Shape;2668;p46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69" name="Google Shape;2669;p46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0" name="Google Shape;2670;p46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1" name="Google Shape;2671;p46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2" name="Google Shape;2672;p46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3" name="Google Shape;2673;p46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4" name="Google Shape;2674;p46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5" name="Google Shape;2675;p46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6" name="Google Shape;2676;p46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7" name="Google Shape;2677;p46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8" name="Google Shape;2678;p46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79" name="Google Shape;2679;p46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0" name="Google Shape;2680;p46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1" name="Google Shape;2681;p46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2" name="Google Shape;2682;p46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3" name="Google Shape;2683;p46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4" name="Google Shape;2684;p46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5" name="Google Shape;2685;p46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6" name="Google Shape;2686;p46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7" name="Google Shape;2687;p46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8" name="Google Shape;2688;p46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689" name="Google Shape;2689;p46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690" name="Google Shape;2690;p46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1" name="Google Shape;2691;p46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2" name="Google Shape;2692;p46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3" name="Google Shape;2693;p46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4" name="Google Shape;2694;p46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5" name="Google Shape;2695;p46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6" name="Google Shape;2696;p46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7" name="Google Shape;2697;p46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8" name="Google Shape;2698;p46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699" name="Google Shape;2699;p46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00" name="Google Shape;2700;p46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701" name="Google Shape;2701;p46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2702" name="Google Shape;2702;p46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2703" name="Google Shape;2703;p46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4" name="Google Shape;2704;p46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5" name="Google Shape;2705;p46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6" name="Google Shape;2706;p46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7" name="Google Shape;2707;p46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8" name="Google Shape;2708;p46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09" name="Google Shape;2709;p46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0" name="Google Shape;2710;p46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1" name="Google Shape;2711;p46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2" name="Google Shape;2712;p46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3" name="Google Shape;2713;p46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4" name="Google Shape;2714;p46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5" name="Google Shape;2715;p46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6" name="Google Shape;2716;p46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7" name="Google Shape;2717;p46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8" name="Google Shape;2718;p46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19" name="Google Shape;2719;p46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0" name="Google Shape;2720;p46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1" name="Google Shape;2721;p46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2" name="Google Shape;2722;p46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3" name="Google Shape;2723;p46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4" name="Google Shape;2724;p46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5" name="Google Shape;2725;p46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6" name="Google Shape;2726;p46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7" name="Google Shape;2727;p46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8" name="Google Shape;2728;p46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29" name="Google Shape;2729;p46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30" name="Google Shape;2730;p46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31" name="Google Shape;2731;p46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732" name="Google Shape;2732;p46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3" name="Google Shape;2733;p46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4" name="Google Shape;2734;p46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5" name="Google Shape;2735;p46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6" name="Google Shape;2736;p46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7" name="Google Shape;2737;p46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8" name="Google Shape;2738;p46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39" name="Google Shape;2739;p46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40" name="Google Shape;2740;p46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41" name="Google Shape;2741;p46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742" name="Google Shape;2742;p46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2743" name="Google Shape;2743;p46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2744" name="Google Shape;2744;p46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45" name="Google Shape;2745;p46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46" name="Google Shape;2746;p46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47" name="Google Shape;2747;p46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48" name="Google Shape;2748;p46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49" name="Google Shape;2749;p46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0" name="Google Shape;2750;p46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1" name="Google Shape;2751;p46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2" name="Google Shape;2752;p46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3" name="Google Shape;2753;p46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4" name="Google Shape;2754;p46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5" name="Google Shape;2755;p46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6" name="Google Shape;2756;p46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7" name="Google Shape;2757;p46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8" name="Google Shape;2758;p46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59" name="Google Shape;2759;p46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0" name="Google Shape;2760;p46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1" name="Google Shape;2761;p46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2" name="Google Shape;2762;p46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3" name="Google Shape;2763;p46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4" name="Google Shape;2764;p46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5" name="Google Shape;2765;p46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6" name="Google Shape;2766;p46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7" name="Google Shape;2767;p46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768" name="Google Shape;2768;p46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769" name="Google Shape;2769;p46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0" name="Google Shape;2770;p46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1" name="Google Shape;2771;p46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2" name="Google Shape;2772;p46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3" name="Google Shape;2773;p46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4" name="Google Shape;2774;p46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5" name="Google Shape;2775;p46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6" name="Google Shape;2776;p46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777" name="Google Shape;2777;p46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2778" name="Google Shape;2778;p46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2779" name="Google Shape;2779;p46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780" name="Google Shape;2780;p46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781" name="Google Shape;2781;p46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782" name="Google Shape;2782;p46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783" name="Google Shape;2783;p46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47"/>
          <p:cNvSpPr txBox="1"/>
          <p:nvPr/>
        </p:nvSpPr>
        <p:spPr>
          <a:xfrm>
            <a:off x="430275" y="572275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89" name="Google Shape;2789;p47"/>
          <p:cNvSpPr txBox="1"/>
          <p:nvPr/>
        </p:nvSpPr>
        <p:spPr>
          <a:xfrm>
            <a:off x="1779600" y="525550"/>
            <a:ext cx="6216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35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90" name="Google Shape;2790;p47"/>
          <p:cNvSpPr txBox="1"/>
          <p:nvPr/>
        </p:nvSpPr>
        <p:spPr>
          <a:xfrm>
            <a:off x="511950" y="2103850"/>
            <a:ext cx="73644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The dataset contains 5 folders, each representing different emotion:( Angry ,Fear,Happy,Sad,Neutral)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The dataset is balanced, each folder contains 1669  .wav audio files.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Audios length from 2 to 5 seconds, representing real-life emotional expressions.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Designed for speech emotion recognition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 Includes labeled data for accurate emotion detection.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91" name="Google Shape;2791;p47"/>
          <p:cNvSpPr txBox="1"/>
          <p:nvPr/>
        </p:nvSpPr>
        <p:spPr>
          <a:xfrm>
            <a:off x="228600" y="1391650"/>
            <a:ext cx="276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Audio Dataset</a:t>
            </a:r>
            <a:endParaRPr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48"/>
          <p:cNvSpPr txBox="1"/>
          <p:nvPr/>
        </p:nvSpPr>
        <p:spPr>
          <a:xfrm>
            <a:off x="430275" y="572275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97" name="Google Shape;2797;p48"/>
          <p:cNvSpPr txBox="1"/>
          <p:nvPr/>
        </p:nvSpPr>
        <p:spPr>
          <a:xfrm>
            <a:off x="1779600" y="525550"/>
            <a:ext cx="6091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35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98" name="Google Shape;2798;p48"/>
          <p:cNvSpPr txBox="1"/>
          <p:nvPr/>
        </p:nvSpPr>
        <p:spPr>
          <a:xfrm>
            <a:off x="131800" y="1664650"/>
            <a:ext cx="87795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The dataset is large and well-organized, containing numerous facial screenshots from diverse individuals.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Images are 48x48 grayscale, with faces mostly centered.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It is divided into train and test folders, each containing 7 emotion-specific folders (Anger, Disgust, Fear, Happy, Sad, Surprise, Neutral).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The training set includes 28,709 examples, and the public test set has 3,589 examples.</a:t>
            </a:r>
            <a:endParaRPr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799" name="Google Shape;2799;p48"/>
          <p:cNvSpPr txBox="1"/>
          <p:nvPr/>
        </p:nvSpPr>
        <p:spPr>
          <a:xfrm>
            <a:off x="131800" y="1172038"/>
            <a:ext cx="609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Facial Expressions Dataset</a:t>
            </a:r>
            <a:r>
              <a:rPr lang="en" sz="2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2800" name="Google Shape;2800;p48"/>
          <p:cNvPicPr preferRelativeResize="0"/>
          <p:nvPr/>
        </p:nvPicPr>
        <p:blipFill rotWithShape="1">
          <a:blip r:embed="rId3">
            <a:alphaModFix/>
          </a:blip>
          <a:srcRect t="4950" b="-4949"/>
          <a:stretch/>
        </p:blipFill>
        <p:spPr>
          <a:xfrm>
            <a:off x="1234300" y="3111325"/>
            <a:ext cx="6502749" cy="16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49"/>
          <p:cNvSpPr txBox="1"/>
          <p:nvPr/>
        </p:nvSpPr>
        <p:spPr>
          <a:xfrm>
            <a:off x="430275" y="572275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06" name="Google Shape;2806;p49"/>
          <p:cNvSpPr txBox="1"/>
          <p:nvPr/>
        </p:nvSpPr>
        <p:spPr>
          <a:xfrm>
            <a:off x="1779600" y="525550"/>
            <a:ext cx="6293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35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07" name="Google Shape;2807;p49"/>
          <p:cNvSpPr txBox="1"/>
          <p:nvPr/>
        </p:nvSpPr>
        <p:spPr>
          <a:xfrm>
            <a:off x="430275" y="1469575"/>
            <a:ext cx="170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Survey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2808" name="Google Shape;28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73" y="2184625"/>
            <a:ext cx="3999703" cy="21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9" name="Google Shape;280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550" y="2064975"/>
            <a:ext cx="3819200" cy="22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p50"/>
          <p:cNvSpPr txBox="1"/>
          <p:nvPr/>
        </p:nvSpPr>
        <p:spPr>
          <a:xfrm>
            <a:off x="430275" y="572275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Palanquin"/>
                <a:ea typeface="Palanquin"/>
                <a:cs typeface="Palanquin"/>
                <a:sym typeface="Palanquin"/>
              </a:rPr>
              <a:t>08</a:t>
            </a:r>
            <a:endParaRPr sz="5000" b="1">
              <a:solidFill>
                <a:srgbClr val="385A64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15" name="Google Shape;2815;p50"/>
          <p:cNvSpPr txBox="1"/>
          <p:nvPr/>
        </p:nvSpPr>
        <p:spPr>
          <a:xfrm>
            <a:off x="1779600" y="525550"/>
            <a:ext cx="6126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latin typeface="Palanquin"/>
                <a:ea typeface="Palanquin"/>
                <a:cs typeface="Palanquin"/>
                <a:sym typeface="Palanquin"/>
              </a:rPr>
              <a:t>SUPPORTIVE  DOCUMENTS</a:t>
            </a:r>
            <a:endParaRPr sz="35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16" name="Google Shape;2816;p50"/>
          <p:cNvSpPr txBox="1"/>
          <p:nvPr/>
        </p:nvSpPr>
        <p:spPr>
          <a:xfrm>
            <a:off x="430275" y="1469575"/>
            <a:ext cx="170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nquin"/>
              <a:buChar char="❖"/>
            </a:pPr>
            <a:r>
              <a:rPr lang="en" sz="20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Survey</a:t>
            </a:r>
            <a:endParaRPr sz="2000" b="1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2817" name="Google Shape;28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4575"/>
            <a:ext cx="4661750" cy="2368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8" name="Google Shape;281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775" y="2143012"/>
            <a:ext cx="4025049" cy="2311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51"/>
          <p:cNvSpPr txBox="1"/>
          <p:nvPr/>
        </p:nvSpPr>
        <p:spPr>
          <a:xfrm>
            <a:off x="430275" y="572275"/>
            <a:ext cx="11628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385A64"/>
                </a:solidFill>
                <a:latin typeface="Hind"/>
                <a:ea typeface="Hind"/>
                <a:cs typeface="Hind"/>
                <a:sym typeface="Hind"/>
              </a:rPr>
              <a:t>08</a:t>
            </a:r>
            <a:endParaRPr sz="5000" b="1">
              <a:solidFill>
                <a:srgbClr val="385A64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824" name="Google Shape;2824;p51"/>
          <p:cNvSpPr txBox="1"/>
          <p:nvPr/>
        </p:nvSpPr>
        <p:spPr>
          <a:xfrm>
            <a:off x="1779600" y="525550"/>
            <a:ext cx="558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SUPPORTIVE  DOCUMENTS</a:t>
            </a:r>
            <a:endParaRPr sz="3000" b="1"/>
          </a:p>
        </p:txBody>
      </p:sp>
      <p:sp>
        <p:nvSpPr>
          <p:cNvPr id="2825" name="Google Shape;2825;p51"/>
          <p:cNvSpPr txBox="1"/>
          <p:nvPr/>
        </p:nvSpPr>
        <p:spPr>
          <a:xfrm>
            <a:off x="430275" y="1469575"/>
            <a:ext cx="170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" sz="2000" b="1">
                <a:solidFill>
                  <a:schemeClr val="dk1"/>
                </a:solidFill>
              </a:rPr>
              <a:t>Survey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2826" name="Google Shape;282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25" y="2259707"/>
            <a:ext cx="4383874" cy="221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7" name="Google Shape;282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925" y="2374388"/>
            <a:ext cx="4176674" cy="19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52"/>
          <p:cNvSpPr txBox="1">
            <a:spLocks noGrp="1"/>
          </p:cNvSpPr>
          <p:nvPr>
            <p:ph type="title"/>
          </p:nvPr>
        </p:nvSpPr>
        <p:spPr>
          <a:xfrm>
            <a:off x="2492850" y="753150"/>
            <a:ext cx="4310700" cy="6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Palanquin"/>
                <a:ea typeface="Palanquin"/>
                <a:cs typeface="Palanquin"/>
                <a:sym typeface="Palanquin"/>
              </a:rPr>
              <a:t>DEMO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33" name="Google Shape;2833;p52"/>
          <p:cNvSpPr txBox="1">
            <a:spLocks noGrp="1"/>
          </p:cNvSpPr>
          <p:nvPr>
            <p:ph type="title" idx="2"/>
          </p:nvPr>
        </p:nvSpPr>
        <p:spPr>
          <a:xfrm>
            <a:off x="2439675" y="601950"/>
            <a:ext cx="116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nquin"/>
                <a:ea typeface="Palanquin"/>
                <a:cs typeface="Palanquin"/>
                <a:sym typeface="Palanquin"/>
              </a:rPr>
              <a:t>09</a:t>
            </a: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834" name="Google Shape;2834;p52"/>
          <p:cNvSpPr/>
          <p:nvPr/>
        </p:nvSpPr>
        <p:spPr>
          <a:xfrm>
            <a:off x="4341543" y="4151887"/>
            <a:ext cx="161396" cy="634436"/>
          </a:xfrm>
          <a:custGeom>
            <a:avLst/>
            <a:gdLst/>
            <a:ahLst/>
            <a:cxnLst/>
            <a:rect l="l" t="t" r="r" b="b"/>
            <a:pathLst>
              <a:path w="1187" h="4666" extrusionOk="0">
                <a:moveTo>
                  <a:pt x="544" y="0"/>
                </a:moveTo>
                <a:lnTo>
                  <a:pt x="0" y="170"/>
                </a:lnTo>
                <a:lnTo>
                  <a:pt x="919" y="4666"/>
                </a:lnTo>
                <a:lnTo>
                  <a:pt x="1187" y="4657"/>
                </a:lnTo>
                <a:lnTo>
                  <a:pt x="5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nquin"/>
              <a:ea typeface="Palanquin"/>
              <a:cs typeface="Palanquin"/>
              <a:sym typeface="Palanquin"/>
            </a:endParaRPr>
          </a:p>
        </p:txBody>
      </p:sp>
      <p:grpSp>
        <p:nvGrpSpPr>
          <p:cNvPr id="2835" name="Google Shape;2835;p52"/>
          <p:cNvGrpSpPr/>
          <p:nvPr/>
        </p:nvGrpSpPr>
        <p:grpSpPr>
          <a:xfrm>
            <a:off x="713229" y="1857091"/>
            <a:ext cx="7717550" cy="2996001"/>
            <a:chOff x="713229" y="1857091"/>
            <a:chExt cx="7717550" cy="2996001"/>
          </a:xfrm>
        </p:grpSpPr>
        <p:grpSp>
          <p:nvGrpSpPr>
            <p:cNvPr id="2836" name="Google Shape;2836;p52"/>
            <p:cNvGrpSpPr/>
            <p:nvPr/>
          </p:nvGrpSpPr>
          <p:grpSpPr>
            <a:xfrm>
              <a:off x="713229" y="1857091"/>
              <a:ext cx="7717550" cy="2996001"/>
              <a:chOff x="713229" y="1857091"/>
              <a:chExt cx="7717550" cy="2996001"/>
            </a:xfrm>
          </p:grpSpPr>
          <p:grpSp>
            <p:nvGrpSpPr>
              <p:cNvPr id="2837" name="Google Shape;2837;p52"/>
              <p:cNvGrpSpPr/>
              <p:nvPr/>
            </p:nvGrpSpPr>
            <p:grpSpPr>
              <a:xfrm>
                <a:off x="3041099" y="2499798"/>
                <a:ext cx="1579594" cy="2288269"/>
                <a:chOff x="3041099" y="2493296"/>
                <a:chExt cx="1579594" cy="2288269"/>
              </a:xfrm>
            </p:grpSpPr>
            <p:sp>
              <p:nvSpPr>
                <p:cNvPr id="2838" name="Google Shape;2838;p52"/>
                <p:cNvSpPr/>
                <p:nvPr/>
              </p:nvSpPr>
              <p:spPr>
                <a:xfrm>
                  <a:off x="4172937" y="2493296"/>
                  <a:ext cx="377317" cy="37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5" h="2794" extrusionOk="0">
                      <a:moveTo>
                        <a:pt x="1553" y="1"/>
                      </a:moveTo>
                      <a:cubicBezTo>
                        <a:pt x="1507" y="1"/>
                        <a:pt x="1461" y="19"/>
                        <a:pt x="1428" y="57"/>
                      </a:cubicBezTo>
                      <a:cubicBezTo>
                        <a:pt x="1419" y="75"/>
                        <a:pt x="1401" y="101"/>
                        <a:pt x="1374" y="119"/>
                      </a:cubicBezTo>
                      <a:cubicBezTo>
                        <a:pt x="1353" y="124"/>
                        <a:pt x="1330" y="130"/>
                        <a:pt x="1307" y="130"/>
                      </a:cubicBezTo>
                      <a:cubicBezTo>
                        <a:pt x="1290" y="130"/>
                        <a:pt x="1273" y="127"/>
                        <a:pt x="1258" y="119"/>
                      </a:cubicBezTo>
                      <a:cubicBezTo>
                        <a:pt x="1248" y="118"/>
                        <a:pt x="1238" y="118"/>
                        <a:pt x="1229" y="118"/>
                      </a:cubicBezTo>
                      <a:cubicBezTo>
                        <a:pt x="1141" y="118"/>
                        <a:pt x="1055" y="154"/>
                        <a:pt x="990" y="226"/>
                      </a:cubicBezTo>
                      <a:lnTo>
                        <a:pt x="982" y="235"/>
                      </a:lnTo>
                      <a:cubicBezTo>
                        <a:pt x="964" y="199"/>
                        <a:pt x="928" y="173"/>
                        <a:pt x="901" y="146"/>
                      </a:cubicBezTo>
                      <a:cubicBezTo>
                        <a:pt x="886" y="135"/>
                        <a:pt x="868" y="130"/>
                        <a:pt x="850" y="130"/>
                      </a:cubicBezTo>
                      <a:cubicBezTo>
                        <a:pt x="825" y="130"/>
                        <a:pt x="801" y="139"/>
                        <a:pt x="785" y="155"/>
                      </a:cubicBezTo>
                      <a:cubicBezTo>
                        <a:pt x="776" y="155"/>
                        <a:pt x="776" y="146"/>
                        <a:pt x="767" y="137"/>
                      </a:cubicBezTo>
                      <a:cubicBezTo>
                        <a:pt x="753" y="118"/>
                        <a:pt x="731" y="109"/>
                        <a:pt x="708" y="109"/>
                      </a:cubicBezTo>
                      <a:cubicBezTo>
                        <a:pt x="688" y="109"/>
                        <a:pt x="668" y="116"/>
                        <a:pt x="651" y="128"/>
                      </a:cubicBezTo>
                      <a:cubicBezTo>
                        <a:pt x="651" y="110"/>
                        <a:pt x="634" y="101"/>
                        <a:pt x="615" y="101"/>
                      </a:cubicBezTo>
                      <a:cubicBezTo>
                        <a:pt x="596" y="101"/>
                        <a:pt x="576" y="110"/>
                        <a:pt x="571" y="128"/>
                      </a:cubicBezTo>
                      <a:cubicBezTo>
                        <a:pt x="562" y="164"/>
                        <a:pt x="580" y="208"/>
                        <a:pt x="616" y="226"/>
                      </a:cubicBezTo>
                      <a:cubicBezTo>
                        <a:pt x="651" y="244"/>
                        <a:pt x="678" y="271"/>
                        <a:pt x="705" y="298"/>
                      </a:cubicBezTo>
                      <a:cubicBezTo>
                        <a:pt x="723" y="307"/>
                        <a:pt x="723" y="333"/>
                        <a:pt x="714" y="342"/>
                      </a:cubicBezTo>
                      <a:cubicBezTo>
                        <a:pt x="651" y="449"/>
                        <a:pt x="437" y="369"/>
                        <a:pt x="402" y="476"/>
                      </a:cubicBezTo>
                      <a:cubicBezTo>
                        <a:pt x="393" y="474"/>
                        <a:pt x="384" y="473"/>
                        <a:pt x="375" y="473"/>
                      </a:cubicBezTo>
                      <a:cubicBezTo>
                        <a:pt x="349" y="473"/>
                        <a:pt x="326" y="483"/>
                        <a:pt x="312" y="503"/>
                      </a:cubicBezTo>
                      <a:cubicBezTo>
                        <a:pt x="277" y="556"/>
                        <a:pt x="330" y="628"/>
                        <a:pt x="321" y="681"/>
                      </a:cubicBezTo>
                      <a:cubicBezTo>
                        <a:pt x="304" y="744"/>
                        <a:pt x="241" y="770"/>
                        <a:pt x="188" y="797"/>
                      </a:cubicBezTo>
                      <a:cubicBezTo>
                        <a:pt x="134" y="824"/>
                        <a:pt x="72" y="886"/>
                        <a:pt x="98" y="940"/>
                      </a:cubicBezTo>
                      <a:cubicBezTo>
                        <a:pt x="107" y="967"/>
                        <a:pt x="134" y="985"/>
                        <a:pt x="152" y="1011"/>
                      </a:cubicBezTo>
                      <a:cubicBezTo>
                        <a:pt x="98" y="1065"/>
                        <a:pt x="0" y="1109"/>
                        <a:pt x="9" y="1190"/>
                      </a:cubicBezTo>
                      <a:cubicBezTo>
                        <a:pt x="27" y="1279"/>
                        <a:pt x="197" y="1288"/>
                        <a:pt x="205" y="1386"/>
                      </a:cubicBezTo>
                      <a:cubicBezTo>
                        <a:pt x="193" y="1371"/>
                        <a:pt x="177" y="1364"/>
                        <a:pt x="161" y="1364"/>
                      </a:cubicBezTo>
                      <a:cubicBezTo>
                        <a:pt x="121" y="1364"/>
                        <a:pt x="78" y="1404"/>
                        <a:pt x="72" y="1448"/>
                      </a:cubicBezTo>
                      <a:cubicBezTo>
                        <a:pt x="81" y="1520"/>
                        <a:pt x="116" y="1573"/>
                        <a:pt x="179" y="1600"/>
                      </a:cubicBezTo>
                      <a:cubicBezTo>
                        <a:pt x="241" y="1627"/>
                        <a:pt x="304" y="1645"/>
                        <a:pt x="357" y="1671"/>
                      </a:cubicBezTo>
                      <a:cubicBezTo>
                        <a:pt x="411" y="1707"/>
                        <a:pt x="446" y="1752"/>
                        <a:pt x="473" y="1796"/>
                      </a:cubicBezTo>
                      <a:cubicBezTo>
                        <a:pt x="428" y="1841"/>
                        <a:pt x="428" y="1903"/>
                        <a:pt x="464" y="1948"/>
                      </a:cubicBezTo>
                      <a:cubicBezTo>
                        <a:pt x="509" y="1993"/>
                        <a:pt x="562" y="2019"/>
                        <a:pt x="616" y="2028"/>
                      </a:cubicBezTo>
                      <a:lnTo>
                        <a:pt x="946" y="2144"/>
                      </a:lnTo>
                      <a:cubicBezTo>
                        <a:pt x="973" y="2144"/>
                        <a:pt x="999" y="2162"/>
                        <a:pt x="1008" y="2189"/>
                      </a:cubicBezTo>
                      <a:cubicBezTo>
                        <a:pt x="1026" y="2225"/>
                        <a:pt x="990" y="2260"/>
                        <a:pt x="982" y="2305"/>
                      </a:cubicBezTo>
                      <a:cubicBezTo>
                        <a:pt x="946" y="2394"/>
                        <a:pt x="982" y="2492"/>
                        <a:pt x="1071" y="2546"/>
                      </a:cubicBezTo>
                      <a:cubicBezTo>
                        <a:pt x="1151" y="2590"/>
                        <a:pt x="1240" y="2617"/>
                        <a:pt x="1338" y="2617"/>
                      </a:cubicBezTo>
                      <a:lnTo>
                        <a:pt x="1285" y="2635"/>
                      </a:lnTo>
                      <a:cubicBezTo>
                        <a:pt x="1341" y="2699"/>
                        <a:pt x="1426" y="2734"/>
                        <a:pt x="1507" y="2734"/>
                      </a:cubicBezTo>
                      <a:cubicBezTo>
                        <a:pt x="1517" y="2734"/>
                        <a:pt x="1526" y="2734"/>
                        <a:pt x="1535" y="2733"/>
                      </a:cubicBezTo>
                      <a:cubicBezTo>
                        <a:pt x="1544" y="2729"/>
                        <a:pt x="1553" y="2726"/>
                        <a:pt x="1561" y="2726"/>
                      </a:cubicBezTo>
                      <a:cubicBezTo>
                        <a:pt x="1570" y="2726"/>
                        <a:pt x="1579" y="2729"/>
                        <a:pt x="1588" y="2733"/>
                      </a:cubicBezTo>
                      <a:cubicBezTo>
                        <a:pt x="1597" y="2733"/>
                        <a:pt x="1606" y="2742"/>
                        <a:pt x="1615" y="2760"/>
                      </a:cubicBezTo>
                      <a:cubicBezTo>
                        <a:pt x="1641" y="2779"/>
                        <a:pt x="1671" y="2794"/>
                        <a:pt x="1703" y="2794"/>
                      </a:cubicBezTo>
                      <a:cubicBezTo>
                        <a:pt x="1715" y="2794"/>
                        <a:pt x="1727" y="2792"/>
                        <a:pt x="1740" y="2787"/>
                      </a:cubicBezTo>
                      <a:cubicBezTo>
                        <a:pt x="1802" y="2769"/>
                        <a:pt x="1838" y="2697"/>
                        <a:pt x="1811" y="2635"/>
                      </a:cubicBezTo>
                      <a:lnTo>
                        <a:pt x="1811" y="2635"/>
                      </a:lnTo>
                      <a:cubicBezTo>
                        <a:pt x="1826" y="2640"/>
                        <a:pt x="1840" y="2642"/>
                        <a:pt x="1854" y="2642"/>
                      </a:cubicBezTo>
                      <a:cubicBezTo>
                        <a:pt x="1892" y="2642"/>
                        <a:pt x="1928" y="2625"/>
                        <a:pt x="1954" y="2599"/>
                      </a:cubicBezTo>
                      <a:cubicBezTo>
                        <a:pt x="1990" y="2564"/>
                        <a:pt x="2016" y="2510"/>
                        <a:pt x="2052" y="2474"/>
                      </a:cubicBezTo>
                      <a:cubicBezTo>
                        <a:pt x="2070" y="2457"/>
                        <a:pt x="2088" y="2430"/>
                        <a:pt x="2106" y="2412"/>
                      </a:cubicBezTo>
                      <a:cubicBezTo>
                        <a:pt x="2115" y="2389"/>
                        <a:pt x="2116" y="2366"/>
                        <a:pt x="2110" y="2344"/>
                      </a:cubicBezTo>
                      <a:lnTo>
                        <a:pt x="2110" y="2344"/>
                      </a:lnTo>
                      <a:cubicBezTo>
                        <a:pt x="2114" y="2349"/>
                        <a:pt x="2119" y="2354"/>
                        <a:pt x="2123" y="2358"/>
                      </a:cubicBezTo>
                      <a:cubicBezTo>
                        <a:pt x="2132" y="2367"/>
                        <a:pt x="2150" y="2385"/>
                        <a:pt x="2159" y="2403"/>
                      </a:cubicBezTo>
                      <a:cubicBezTo>
                        <a:pt x="2168" y="2412"/>
                        <a:pt x="2159" y="2430"/>
                        <a:pt x="2168" y="2448"/>
                      </a:cubicBezTo>
                      <a:cubicBezTo>
                        <a:pt x="2178" y="2464"/>
                        <a:pt x="2193" y="2471"/>
                        <a:pt x="2210" y="2471"/>
                      </a:cubicBezTo>
                      <a:cubicBezTo>
                        <a:pt x="2238" y="2471"/>
                        <a:pt x="2271" y="2452"/>
                        <a:pt x="2293" y="2430"/>
                      </a:cubicBezTo>
                      <a:cubicBezTo>
                        <a:pt x="2320" y="2403"/>
                        <a:pt x="2338" y="2367"/>
                        <a:pt x="2338" y="2323"/>
                      </a:cubicBezTo>
                      <a:cubicBezTo>
                        <a:pt x="2329" y="2278"/>
                        <a:pt x="2257" y="2233"/>
                        <a:pt x="2284" y="2180"/>
                      </a:cubicBezTo>
                      <a:cubicBezTo>
                        <a:pt x="2293" y="2171"/>
                        <a:pt x="2311" y="2162"/>
                        <a:pt x="2320" y="2144"/>
                      </a:cubicBezTo>
                      <a:cubicBezTo>
                        <a:pt x="2329" y="2118"/>
                        <a:pt x="2320" y="2082"/>
                        <a:pt x="2293" y="2064"/>
                      </a:cubicBezTo>
                      <a:cubicBezTo>
                        <a:pt x="2275" y="2037"/>
                        <a:pt x="2257" y="2010"/>
                        <a:pt x="2248" y="1984"/>
                      </a:cubicBezTo>
                      <a:cubicBezTo>
                        <a:pt x="2241" y="1955"/>
                        <a:pt x="2264" y="1925"/>
                        <a:pt x="2287" y="1925"/>
                      </a:cubicBezTo>
                      <a:cubicBezTo>
                        <a:pt x="2292" y="1925"/>
                        <a:pt x="2297" y="1927"/>
                        <a:pt x="2302" y="1930"/>
                      </a:cubicBezTo>
                      <a:cubicBezTo>
                        <a:pt x="2320" y="1939"/>
                        <a:pt x="2320" y="1957"/>
                        <a:pt x="2320" y="1975"/>
                      </a:cubicBezTo>
                      <a:cubicBezTo>
                        <a:pt x="2338" y="1993"/>
                        <a:pt x="2346" y="2010"/>
                        <a:pt x="2355" y="2028"/>
                      </a:cubicBezTo>
                      <a:cubicBezTo>
                        <a:pt x="2382" y="2064"/>
                        <a:pt x="2391" y="2118"/>
                        <a:pt x="2418" y="2153"/>
                      </a:cubicBezTo>
                      <a:cubicBezTo>
                        <a:pt x="2436" y="2184"/>
                        <a:pt x="2475" y="2201"/>
                        <a:pt x="2506" y="2201"/>
                      </a:cubicBezTo>
                      <a:cubicBezTo>
                        <a:pt x="2521" y="2201"/>
                        <a:pt x="2534" y="2197"/>
                        <a:pt x="2543" y="2189"/>
                      </a:cubicBezTo>
                      <a:cubicBezTo>
                        <a:pt x="2570" y="2162"/>
                        <a:pt x="2561" y="2118"/>
                        <a:pt x="2552" y="2082"/>
                      </a:cubicBezTo>
                      <a:cubicBezTo>
                        <a:pt x="2534" y="2019"/>
                        <a:pt x="2516" y="1966"/>
                        <a:pt x="2507" y="1903"/>
                      </a:cubicBezTo>
                      <a:lnTo>
                        <a:pt x="2516" y="1903"/>
                      </a:lnTo>
                      <a:cubicBezTo>
                        <a:pt x="2527" y="1914"/>
                        <a:pt x="2540" y="1919"/>
                        <a:pt x="2553" y="1919"/>
                      </a:cubicBezTo>
                      <a:cubicBezTo>
                        <a:pt x="2574" y="1919"/>
                        <a:pt x="2594" y="1907"/>
                        <a:pt x="2605" y="1886"/>
                      </a:cubicBezTo>
                      <a:cubicBezTo>
                        <a:pt x="2623" y="1850"/>
                        <a:pt x="2632" y="1814"/>
                        <a:pt x="2623" y="1770"/>
                      </a:cubicBezTo>
                      <a:cubicBezTo>
                        <a:pt x="2614" y="1734"/>
                        <a:pt x="2605" y="1698"/>
                        <a:pt x="2614" y="1654"/>
                      </a:cubicBezTo>
                      <a:cubicBezTo>
                        <a:pt x="2614" y="1645"/>
                        <a:pt x="2614" y="1636"/>
                        <a:pt x="2623" y="1627"/>
                      </a:cubicBezTo>
                      <a:lnTo>
                        <a:pt x="2659" y="1627"/>
                      </a:lnTo>
                      <a:cubicBezTo>
                        <a:pt x="2662" y="1627"/>
                        <a:pt x="2666" y="1628"/>
                        <a:pt x="2669" y="1628"/>
                      </a:cubicBezTo>
                      <a:cubicBezTo>
                        <a:pt x="2718" y="1628"/>
                        <a:pt x="2757" y="1570"/>
                        <a:pt x="2757" y="1520"/>
                      </a:cubicBezTo>
                      <a:cubicBezTo>
                        <a:pt x="2748" y="1466"/>
                        <a:pt x="2739" y="1413"/>
                        <a:pt x="2721" y="1359"/>
                      </a:cubicBezTo>
                      <a:cubicBezTo>
                        <a:pt x="2721" y="1341"/>
                        <a:pt x="2721" y="1332"/>
                        <a:pt x="2721" y="1315"/>
                      </a:cubicBezTo>
                      <a:cubicBezTo>
                        <a:pt x="2730" y="1306"/>
                        <a:pt x="2739" y="1297"/>
                        <a:pt x="2739" y="1279"/>
                      </a:cubicBezTo>
                      <a:cubicBezTo>
                        <a:pt x="2775" y="1234"/>
                        <a:pt x="2775" y="1172"/>
                        <a:pt x="2739" y="1118"/>
                      </a:cubicBezTo>
                      <a:cubicBezTo>
                        <a:pt x="2703" y="1074"/>
                        <a:pt x="2668" y="1029"/>
                        <a:pt x="2614" y="993"/>
                      </a:cubicBezTo>
                      <a:cubicBezTo>
                        <a:pt x="2668" y="895"/>
                        <a:pt x="2641" y="770"/>
                        <a:pt x="2543" y="717"/>
                      </a:cubicBezTo>
                      <a:cubicBezTo>
                        <a:pt x="2561" y="663"/>
                        <a:pt x="2578" y="619"/>
                        <a:pt x="2578" y="565"/>
                      </a:cubicBezTo>
                      <a:lnTo>
                        <a:pt x="2578" y="565"/>
                      </a:lnTo>
                      <a:cubicBezTo>
                        <a:pt x="2569" y="568"/>
                        <a:pt x="2559" y="569"/>
                        <a:pt x="2550" y="569"/>
                      </a:cubicBezTo>
                      <a:cubicBezTo>
                        <a:pt x="2524" y="569"/>
                        <a:pt x="2498" y="560"/>
                        <a:pt x="2471" y="547"/>
                      </a:cubicBezTo>
                      <a:cubicBezTo>
                        <a:pt x="2427" y="512"/>
                        <a:pt x="2454" y="440"/>
                        <a:pt x="2454" y="387"/>
                      </a:cubicBezTo>
                      <a:cubicBezTo>
                        <a:pt x="2445" y="321"/>
                        <a:pt x="2383" y="270"/>
                        <a:pt x="2325" y="270"/>
                      </a:cubicBezTo>
                      <a:cubicBezTo>
                        <a:pt x="2320" y="270"/>
                        <a:pt x="2315" y="270"/>
                        <a:pt x="2311" y="271"/>
                      </a:cubicBezTo>
                      <a:cubicBezTo>
                        <a:pt x="2284" y="280"/>
                        <a:pt x="2266" y="280"/>
                        <a:pt x="2248" y="280"/>
                      </a:cubicBezTo>
                      <a:cubicBezTo>
                        <a:pt x="2195" y="262"/>
                        <a:pt x="2186" y="191"/>
                        <a:pt x="2150" y="164"/>
                      </a:cubicBezTo>
                      <a:cubicBezTo>
                        <a:pt x="2136" y="155"/>
                        <a:pt x="2120" y="152"/>
                        <a:pt x="2105" y="152"/>
                      </a:cubicBezTo>
                      <a:cubicBezTo>
                        <a:pt x="2042" y="152"/>
                        <a:pt x="1973" y="207"/>
                        <a:pt x="1918" y="207"/>
                      </a:cubicBezTo>
                      <a:cubicBezTo>
                        <a:pt x="1902" y="207"/>
                        <a:pt x="1887" y="202"/>
                        <a:pt x="1874" y="191"/>
                      </a:cubicBezTo>
                      <a:cubicBezTo>
                        <a:pt x="1847" y="164"/>
                        <a:pt x="1847" y="128"/>
                        <a:pt x="1865" y="92"/>
                      </a:cubicBezTo>
                      <a:cubicBezTo>
                        <a:pt x="1883" y="57"/>
                        <a:pt x="1918" y="39"/>
                        <a:pt x="1945" y="21"/>
                      </a:cubicBezTo>
                      <a:cubicBezTo>
                        <a:pt x="1937" y="17"/>
                        <a:pt x="1929" y="15"/>
                        <a:pt x="1920" y="15"/>
                      </a:cubicBezTo>
                      <a:cubicBezTo>
                        <a:pt x="1862" y="15"/>
                        <a:pt x="1796" y="98"/>
                        <a:pt x="1738" y="98"/>
                      </a:cubicBezTo>
                      <a:cubicBezTo>
                        <a:pt x="1729" y="98"/>
                        <a:pt x="1721" y="96"/>
                        <a:pt x="1713" y="92"/>
                      </a:cubicBezTo>
                      <a:cubicBezTo>
                        <a:pt x="1695" y="75"/>
                        <a:pt x="1677" y="66"/>
                        <a:pt x="1660" y="48"/>
                      </a:cubicBezTo>
                      <a:cubicBezTo>
                        <a:pt x="1660" y="39"/>
                        <a:pt x="1660" y="39"/>
                        <a:pt x="1660" y="39"/>
                      </a:cubicBezTo>
                      <a:cubicBezTo>
                        <a:pt x="1631" y="14"/>
                        <a:pt x="1592" y="1"/>
                        <a:pt x="155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39" name="Google Shape;2839;p52"/>
                <p:cNvSpPr/>
                <p:nvPr/>
              </p:nvSpPr>
              <p:spPr>
                <a:xfrm>
                  <a:off x="4291777" y="2625733"/>
                  <a:ext cx="95995" cy="12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0" name="Google Shape;2840;p52"/>
                <p:cNvSpPr/>
                <p:nvPr/>
              </p:nvSpPr>
              <p:spPr>
                <a:xfrm>
                  <a:off x="4291535" y="2625318"/>
                  <a:ext cx="95649" cy="120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" h="890" extrusionOk="0">
                      <a:moveTo>
                        <a:pt x="157" y="0"/>
                      </a:moveTo>
                      <a:cubicBezTo>
                        <a:pt x="95" y="0"/>
                        <a:pt x="41" y="34"/>
                        <a:pt x="1" y="82"/>
                      </a:cubicBezTo>
                      <a:lnTo>
                        <a:pt x="18" y="198"/>
                      </a:lnTo>
                      <a:cubicBezTo>
                        <a:pt x="9" y="376"/>
                        <a:pt x="152" y="528"/>
                        <a:pt x="232" y="689"/>
                      </a:cubicBezTo>
                      <a:cubicBezTo>
                        <a:pt x="259" y="769"/>
                        <a:pt x="286" y="849"/>
                        <a:pt x="357" y="876"/>
                      </a:cubicBezTo>
                      <a:cubicBezTo>
                        <a:pt x="380" y="885"/>
                        <a:pt x="402" y="889"/>
                        <a:pt x="423" y="889"/>
                      </a:cubicBezTo>
                      <a:cubicBezTo>
                        <a:pt x="444" y="889"/>
                        <a:pt x="464" y="885"/>
                        <a:pt x="482" y="876"/>
                      </a:cubicBezTo>
                      <a:cubicBezTo>
                        <a:pt x="634" y="813"/>
                        <a:pt x="705" y="626"/>
                        <a:pt x="661" y="466"/>
                      </a:cubicBezTo>
                      <a:cubicBezTo>
                        <a:pt x="625" y="305"/>
                        <a:pt x="500" y="180"/>
                        <a:pt x="366" y="91"/>
                      </a:cubicBezTo>
                      <a:cubicBezTo>
                        <a:pt x="313" y="46"/>
                        <a:pt x="250" y="19"/>
                        <a:pt x="179" y="2"/>
                      </a:cubicBezTo>
                      <a:cubicBezTo>
                        <a:pt x="172" y="1"/>
                        <a:pt x="164" y="0"/>
                        <a:pt x="1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1" name="Google Shape;2841;p52"/>
                <p:cNvSpPr/>
                <p:nvPr/>
              </p:nvSpPr>
              <p:spPr>
                <a:xfrm>
                  <a:off x="4017656" y="2611184"/>
                  <a:ext cx="383435" cy="329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420" extrusionOk="0">
                      <a:moveTo>
                        <a:pt x="1393" y="1"/>
                      </a:moveTo>
                      <a:cubicBezTo>
                        <a:pt x="1308" y="1"/>
                        <a:pt x="1221" y="17"/>
                        <a:pt x="1142" y="46"/>
                      </a:cubicBezTo>
                      <a:cubicBezTo>
                        <a:pt x="1098" y="64"/>
                        <a:pt x="1044" y="82"/>
                        <a:pt x="991" y="82"/>
                      </a:cubicBezTo>
                      <a:cubicBezTo>
                        <a:pt x="946" y="82"/>
                        <a:pt x="910" y="82"/>
                        <a:pt x="866" y="73"/>
                      </a:cubicBezTo>
                      <a:cubicBezTo>
                        <a:pt x="855" y="72"/>
                        <a:pt x="844" y="72"/>
                        <a:pt x="833" y="72"/>
                      </a:cubicBezTo>
                      <a:cubicBezTo>
                        <a:pt x="623" y="72"/>
                        <a:pt x="434" y="235"/>
                        <a:pt x="357" y="430"/>
                      </a:cubicBezTo>
                      <a:cubicBezTo>
                        <a:pt x="348" y="465"/>
                        <a:pt x="339" y="501"/>
                        <a:pt x="322" y="528"/>
                      </a:cubicBezTo>
                      <a:cubicBezTo>
                        <a:pt x="286" y="564"/>
                        <a:pt x="250" y="599"/>
                        <a:pt x="214" y="626"/>
                      </a:cubicBezTo>
                      <a:cubicBezTo>
                        <a:pt x="134" y="688"/>
                        <a:pt x="90" y="787"/>
                        <a:pt x="90" y="894"/>
                      </a:cubicBezTo>
                      <a:cubicBezTo>
                        <a:pt x="90" y="974"/>
                        <a:pt x="125" y="1063"/>
                        <a:pt x="90" y="1143"/>
                      </a:cubicBezTo>
                      <a:cubicBezTo>
                        <a:pt x="72" y="1179"/>
                        <a:pt x="54" y="1224"/>
                        <a:pt x="36" y="1259"/>
                      </a:cubicBezTo>
                      <a:cubicBezTo>
                        <a:pt x="0" y="1375"/>
                        <a:pt x="134" y="1491"/>
                        <a:pt x="116" y="1616"/>
                      </a:cubicBezTo>
                      <a:cubicBezTo>
                        <a:pt x="116" y="1643"/>
                        <a:pt x="107" y="1661"/>
                        <a:pt x="98" y="1688"/>
                      </a:cubicBezTo>
                      <a:cubicBezTo>
                        <a:pt x="90" y="1741"/>
                        <a:pt x="98" y="1795"/>
                        <a:pt x="125" y="1839"/>
                      </a:cubicBezTo>
                      <a:cubicBezTo>
                        <a:pt x="143" y="1875"/>
                        <a:pt x="161" y="1911"/>
                        <a:pt x="179" y="1946"/>
                      </a:cubicBezTo>
                      <a:cubicBezTo>
                        <a:pt x="170" y="1973"/>
                        <a:pt x="170" y="2009"/>
                        <a:pt x="161" y="2036"/>
                      </a:cubicBezTo>
                      <a:cubicBezTo>
                        <a:pt x="152" y="2107"/>
                        <a:pt x="322" y="2383"/>
                        <a:pt x="384" y="2419"/>
                      </a:cubicBezTo>
                      <a:lnTo>
                        <a:pt x="2266" y="2330"/>
                      </a:lnTo>
                      <a:cubicBezTo>
                        <a:pt x="2409" y="2294"/>
                        <a:pt x="2516" y="2169"/>
                        <a:pt x="2525" y="2018"/>
                      </a:cubicBezTo>
                      <a:cubicBezTo>
                        <a:pt x="2516" y="1991"/>
                        <a:pt x="2525" y="1973"/>
                        <a:pt x="2534" y="1946"/>
                      </a:cubicBezTo>
                      <a:cubicBezTo>
                        <a:pt x="2552" y="1929"/>
                        <a:pt x="2570" y="1920"/>
                        <a:pt x="2587" y="1911"/>
                      </a:cubicBezTo>
                      <a:cubicBezTo>
                        <a:pt x="2703" y="1839"/>
                        <a:pt x="2712" y="1670"/>
                        <a:pt x="2686" y="1536"/>
                      </a:cubicBezTo>
                      <a:cubicBezTo>
                        <a:pt x="2686" y="1518"/>
                        <a:pt x="2686" y="1500"/>
                        <a:pt x="2686" y="1482"/>
                      </a:cubicBezTo>
                      <a:cubicBezTo>
                        <a:pt x="2695" y="1456"/>
                        <a:pt x="2712" y="1429"/>
                        <a:pt x="2730" y="1411"/>
                      </a:cubicBezTo>
                      <a:cubicBezTo>
                        <a:pt x="2819" y="1259"/>
                        <a:pt x="2802" y="1063"/>
                        <a:pt x="2668" y="947"/>
                      </a:cubicBezTo>
                      <a:cubicBezTo>
                        <a:pt x="2721" y="849"/>
                        <a:pt x="2712" y="724"/>
                        <a:pt x="2632" y="653"/>
                      </a:cubicBezTo>
                      <a:cubicBezTo>
                        <a:pt x="2552" y="573"/>
                        <a:pt x="2463" y="519"/>
                        <a:pt x="2356" y="492"/>
                      </a:cubicBezTo>
                      <a:cubicBezTo>
                        <a:pt x="2288" y="282"/>
                        <a:pt x="2094" y="148"/>
                        <a:pt x="1885" y="148"/>
                      </a:cubicBezTo>
                      <a:cubicBezTo>
                        <a:pt x="1846" y="148"/>
                        <a:pt x="1806" y="152"/>
                        <a:pt x="1767" y="162"/>
                      </a:cubicBezTo>
                      <a:cubicBezTo>
                        <a:pt x="1682" y="49"/>
                        <a:pt x="1540" y="1"/>
                        <a:pt x="1393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2" name="Google Shape;2842;p52"/>
                <p:cNvSpPr/>
                <p:nvPr/>
              </p:nvSpPr>
              <p:spPr>
                <a:xfrm>
                  <a:off x="4047978" y="2679170"/>
                  <a:ext cx="279146" cy="440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3" h="3240" extrusionOk="0">
                      <a:moveTo>
                        <a:pt x="863" y="0"/>
                      </a:moveTo>
                      <a:cubicBezTo>
                        <a:pt x="724" y="0"/>
                        <a:pt x="587" y="44"/>
                        <a:pt x="464" y="117"/>
                      </a:cubicBezTo>
                      <a:cubicBezTo>
                        <a:pt x="366" y="144"/>
                        <a:pt x="0" y="510"/>
                        <a:pt x="0" y="893"/>
                      </a:cubicBezTo>
                      <a:cubicBezTo>
                        <a:pt x="0" y="1313"/>
                        <a:pt x="18" y="1821"/>
                        <a:pt x="90" y="2133"/>
                      </a:cubicBezTo>
                      <a:cubicBezTo>
                        <a:pt x="232" y="2758"/>
                        <a:pt x="714" y="2802"/>
                        <a:pt x="714" y="2802"/>
                      </a:cubicBezTo>
                      <a:lnTo>
                        <a:pt x="696" y="3239"/>
                      </a:lnTo>
                      <a:lnTo>
                        <a:pt x="2052" y="3141"/>
                      </a:lnTo>
                      <a:lnTo>
                        <a:pt x="1972" y="938"/>
                      </a:lnTo>
                      <a:cubicBezTo>
                        <a:pt x="1945" y="572"/>
                        <a:pt x="1722" y="242"/>
                        <a:pt x="1392" y="90"/>
                      </a:cubicBezTo>
                      <a:cubicBezTo>
                        <a:pt x="1231" y="28"/>
                        <a:pt x="1071" y="1"/>
                        <a:pt x="901" y="1"/>
                      </a:cubicBezTo>
                      <a:cubicBezTo>
                        <a:pt x="889" y="0"/>
                        <a:pt x="876" y="0"/>
                        <a:pt x="863" y="0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3" name="Google Shape;2843;p52"/>
                <p:cNvSpPr/>
                <p:nvPr/>
              </p:nvSpPr>
              <p:spPr>
                <a:xfrm>
                  <a:off x="4145063" y="3022500"/>
                  <a:ext cx="112855" cy="5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430" extrusionOk="0">
                      <a:moveTo>
                        <a:pt x="830" y="1"/>
                      </a:moveTo>
                      <a:lnTo>
                        <a:pt x="830" y="1"/>
                      </a:lnTo>
                      <a:cubicBezTo>
                        <a:pt x="580" y="170"/>
                        <a:pt x="294" y="259"/>
                        <a:pt x="0" y="277"/>
                      </a:cubicBezTo>
                      <a:lnTo>
                        <a:pt x="0" y="429"/>
                      </a:lnTo>
                      <a:cubicBezTo>
                        <a:pt x="12" y="429"/>
                        <a:pt x="24" y="430"/>
                        <a:pt x="36" y="430"/>
                      </a:cubicBezTo>
                      <a:cubicBezTo>
                        <a:pt x="632" y="430"/>
                        <a:pt x="830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4" name="Google Shape;2844;p52"/>
                <p:cNvSpPr/>
                <p:nvPr/>
              </p:nvSpPr>
              <p:spPr>
                <a:xfrm>
                  <a:off x="4306326" y="2864364"/>
                  <a:ext cx="65945" cy="89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5" name="Google Shape;2845;p52"/>
                <p:cNvSpPr/>
                <p:nvPr/>
              </p:nvSpPr>
              <p:spPr>
                <a:xfrm>
                  <a:off x="4034653" y="2649936"/>
                  <a:ext cx="324017" cy="23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1702" extrusionOk="0">
                      <a:moveTo>
                        <a:pt x="1099" y="1"/>
                      </a:moveTo>
                      <a:cubicBezTo>
                        <a:pt x="899" y="1"/>
                        <a:pt x="708" y="91"/>
                        <a:pt x="536" y="180"/>
                      </a:cubicBezTo>
                      <a:cubicBezTo>
                        <a:pt x="446" y="225"/>
                        <a:pt x="375" y="270"/>
                        <a:pt x="304" y="332"/>
                      </a:cubicBezTo>
                      <a:cubicBezTo>
                        <a:pt x="232" y="412"/>
                        <a:pt x="170" y="502"/>
                        <a:pt x="125" y="600"/>
                      </a:cubicBezTo>
                      <a:cubicBezTo>
                        <a:pt x="54" y="742"/>
                        <a:pt x="18" y="894"/>
                        <a:pt x="0" y="1046"/>
                      </a:cubicBezTo>
                      <a:lnTo>
                        <a:pt x="0" y="1117"/>
                      </a:lnTo>
                      <a:cubicBezTo>
                        <a:pt x="89" y="1073"/>
                        <a:pt x="134" y="974"/>
                        <a:pt x="125" y="876"/>
                      </a:cubicBezTo>
                      <a:lnTo>
                        <a:pt x="125" y="876"/>
                      </a:lnTo>
                      <a:cubicBezTo>
                        <a:pt x="131" y="878"/>
                        <a:pt x="137" y="879"/>
                        <a:pt x="143" y="879"/>
                      </a:cubicBezTo>
                      <a:cubicBezTo>
                        <a:pt x="198" y="879"/>
                        <a:pt x="244" y="810"/>
                        <a:pt x="268" y="769"/>
                      </a:cubicBezTo>
                      <a:cubicBezTo>
                        <a:pt x="295" y="716"/>
                        <a:pt x="339" y="689"/>
                        <a:pt x="330" y="627"/>
                      </a:cubicBezTo>
                      <a:cubicBezTo>
                        <a:pt x="330" y="618"/>
                        <a:pt x="330" y="600"/>
                        <a:pt x="330" y="591"/>
                      </a:cubicBezTo>
                      <a:cubicBezTo>
                        <a:pt x="339" y="573"/>
                        <a:pt x="357" y="564"/>
                        <a:pt x="375" y="564"/>
                      </a:cubicBezTo>
                      <a:cubicBezTo>
                        <a:pt x="464" y="528"/>
                        <a:pt x="536" y="448"/>
                        <a:pt x="553" y="350"/>
                      </a:cubicBezTo>
                      <a:cubicBezTo>
                        <a:pt x="613" y="374"/>
                        <a:pt x="680" y="386"/>
                        <a:pt x="748" y="386"/>
                      </a:cubicBezTo>
                      <a:cubicBezTo>
                        <a:pt x="781" y="386"/>
                        <a:pt x="815" y="383"/>
                        <a:pt x="848" y="377"/>
                      </a:cubicBezTo>
                      <a:cubicBezTo>
                        <a:pt x="894" y="438"/>
                        <a:pt x="961" y="467"/>
                        <a:pt x="1030" y="467"/>
                      </a:cubicBezTo>
                      <a:cubicBezTo>
                        <a:pt x="1081" y="467"/>
                        <a:pt x="1132" y="452"/>
                        <a:pt x="1178" y="421"/>
                      </a:cubicBezTo>
                      <a:cubicBezTo>
                        <a:pt x="1205" y="395"/>
                        <a:pt x="1222" y="368"/>
                        <a:pt x="1240" y="341"/>
                      </a:cubicBezTo>
                      <a:cubicBezTo>
                        <a:pt x="1276" y="386"/>
                        <a:pt x="1321" y="421"/>
                        <a:pt x="1383" y="430"/>
                      </a:cubicBezTo>
                      <a:cubicBezTo>
                        <a:pt x="1414" y="435"/>
                        <a:pt x="1445" y="437"/>
                        <a:pt x="1476" y="437"/>
                      </a:cubicBezTo>
                      <a:cubicBezTo>
                        <a:pt x="1506" y="437"/>
                        <a:pt x="1535" y="435"/>
                        <a:pt x="1561" y="430"/>
                      </a:cubicBezTo>
                      <a:lnTo>
                        <a:pt x="1561" y="430"/>
                      </a:lnTo>
                      <a:cubicBezTo>
                        <a:pt x="1544" y="555"/>
                        <a:pt x="1624" y="671"/>
                        <a:pt x="1740" y="698"/>
                      </a:cubicBezTo>
                      <a:cubicBezTo>
                        <a:pt x="1758" y="698"/>
                        <a:pt x="1776" y="707"/>
                        <a:pt x="1784" y="716"/>
                      </a:cubicBezTo>
                      <a:cubicBezTo>
                        <a:pt x="1784" y="734"/>
                        <a:pt x="1784" y="751"/>
                        <a:pt x="1776" y="769"/>
                      </a:cubicBezTo>
                      <a:cubicBezTo>
                        <a:pt x="1749" y="867"/>
                        <a:pt x="1811" y="974"/>
                        <a:pt x="1918" y="1001"/>
                      </a:cubicBezTo>
                      <a:lnTo>
                        <a:pt x="1927" y="1001"/>
                      </a:lnTo>
                      <a:cubicBezTo>
                        <a:pt x="1865" y="1064"/>
                        <a:pt x="1865" y="1153"/>
                        <a:pt x="1927" y="1206"/>
                      </a:cubicBezTo>
                      <a:cubicBezTo>
                        <a:pt x="1936" y="1215"/>
                        <a:pt x="1945" y="1224"/>
                        <a:pt x="1954" y="1233"/>
                      </a:cubicBezTo>
                      <a:cubicBezTo>
                        <a:pt x="1972" y="1242"/>
                        <a:pt x="1990" y="1251"/>
                        <a:pt x="1990" y="1269"/>
                      </a:cubicBezTo>
                      <a:cubicBezTo>
                        <a:pt x="1990" y="1278"/>
                        <a:pt x="1981" y="1278"/>
                        <a:pt x="1981" y="1287"/>
                      </a:cubicBezTo>
                      <a:cubicBezTo>
                        <a:pt x="1945" y="1331"/>
                        <a:pt x="1927" y="1376"/>
                        <a:pt x="1918" y="1429"/>
                      </a:cubicBezTo>
                      <a:cubicBezTo>
                        <a:pt x="1918" y="1483"/>
                        <a:pt x="1963" y="1536"/>
                        <a:pt x="2016" y="1536"/>
                      </a:cubicBezTo>
                      <a:cubicBezTo>
                        <a:pt x="1981" y="1563"/>
                        <a:pt x="1963" y="1599"/>
                        <a:pt x="1963" y="1635"/>
                      </a:cubicBezTo>
                      <a:cubicBezTo>
                        <a:pt x="1963" y="1671"/>
                        <a:pt x="1993" y="1702"/>
                        <a:pt x="2023" y="1702"/>
                      </a:cubicBezTo>
                      <a:cubicBezTo>
                        <a:pt x="2030" y="1702"/>
                        <a:pt x="2037" y="1700"/>
                        <a:pt x="2043" y="1697"/>
                      </a:cubicBezTo>
                      <a:cubicBezTo>
                        <a:pt x="2052" y="1688"/>
                        <a:pt x="2266" y="1635"/>
                        <a:pt x="2275" y="1617"/>
                      </a:cubicBezTo>
                      <a:cubicBezTo>
                        <a:pt x="2382" y="1447"/>
                        <a:pt x="2222" y="1278"/>
                        <a:pt x="2195" y="1073"/>
                      </a:cubicBezTo>
                      <a:cubicBezTo>
                        <a:pt x="2168" y="867"/>
                        <a:pt x="2088" y="680"/>
                        <a:pt x="1972" y="511"/>
                      </a:cubicBezTo>
                      <a:cubicBezTo>
                        <a:pt x="1927" y="430"/>
                        <a:pt x="1874" y="368"/>
                        <a:pt x="1811" y="314"/>
                      </a:cubicBezTo>
                      <a:cubicBezTo>
                        <a:pt x="1731" y="252"/>
                        <a:pt x="1651" y="198"/>
                        <a:pt x="1561" y="154"/>
                      </a:cubicBezTo>
                      <a:cubicBezTo>
                        <a:pt x="1454" y="82"/>
                        <a:pt x="1338" y="38"/>
                        <a:pt x="1214" y="11"/>
                      </a:cubicBezTo>
                      <a:cubicBezTo>
                        <a:pt x="1175" y="4"/>
                        <a:pt x="1137" y="1"/>
                        <a:pt x="1099" y="1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6" name="Google Shape;2846;p52"/>
                <p:cNvSpPr/>
                <p:nvPr/>
              </p:nvSpPr>
              <p:spPr>
                <a:xfrm>
                  <a:off x="3516596" y="4502424"/>
                  <a:ext cx="327688" cy="276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2035" extrusionOk="0">
                      <a:moveTo>
                        <a:pt x="2320" y="0"/>
                      </a:moveTo>
                      <a:lnTo>
                        <a:pt x="1116" y="63"/>
                      </a:lnTo>
                      <a:lnTo>
                        <a:pt x="1223" y="1303"/>
                      </a:lnTo>
                      <a:cubicBezTo>
                        <a:pt x="1223" y="1303"/>
                        <a:pt x="10" y="1802"/>
                        <a:pt x="1" y="2034"/>
                      </a:cubicBezTo>
                      <a:lnTo>
                        <a:pt x="2410" y="1936"/>
                      </a:lnTo>
                      <a:lnTo>
                        <a:pt x="23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7" name="Google Shape;2847;p52"/>
                <p:cNvSpPr/>
                <p:nvPr/>
              </p:nvSpPr>
              <p:spPr>
                <a:xfrm>
                  <a:off x="3041099" y="4174866"/>
                  <a:ext cx="418652" cy="309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" h="2276" extrusionOk="0">
                      <a:moveTo>
                        <a:pt x="2080" y="1"/>
                      </a:moveTo>
                      <a:lnTo>
                        <a:pt x="1419" y="1053"/>
                      </a:lnTo>
                      <a:cubicBezTo>
                        <a:pt x="1419" y="1053"/>
                        <a:pt x="620" y="841"/>
                        <a:pt x="216" y="841"/>
                      </a:cubicBezTo>
                      <a:cubicBezTo>
                        <a:pt x="110" y="841"/>
                        <a:pt x="31" y="856"/>
                        <a:pt x="1" y="893"/>
                      </a:cubicBezTo>
                      <a:lnTo>
                        <a:pt x="1972" y="2276"/>
                      </a:lnTo>
                      <a:lnTo>
                        <a:pt x="3079" y="679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8" name="Google Shape;2848;p52"/>
                <p:cNvSpPr/>
                <p:nvPr/>
              </p:nvSpPr>
              <p:spPr>
                <a:xfrm>
                  <a:off x="3551813" y="3711472"/>
                  <a:ext cx="913582" cy="90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9" h="6656" extrusionOk="0">
                      <a:moveTo>
                        <a:pt x="4381" y="1"/>
                      </a:moveTo>
                      <a:cubicBezTo>
                        <a:pt x="4336" y="1"/>
                        <a:pt x="4559" y="634"/>
                        <a:pt x="2909" y="848"/>
                      </a:cubicBezTo>
                      <a:cubicBezTo>
                        <a:pt x="1259" y="1071"/>
                        <a:pt x="634" y="1312"/>
                        <a:pt x="322" y="1705"/>
                      </a:cubicBezTo>
                      <a:cubicBezTo>
                        <a:pt x="1" y="2097"/>
                        <a:pt x="786" y="6656"/>
                        <a:pt x="786" y="6656"/>
                      </a:cubicBezTo>
                      <a:lnTo>
                        <a:pt x="2213" y="6620"/>
                      </a:lnTo>
                      <a:cubicBezTo>
                        <a:pt x="2213" y="6620"/>
                        <a:pt x="2061" y="4301"/>
                        <a:pt x="2026" y="3980"/>
                      </a:cubicBezTo>
                      <a:cubicBezTo>
                        <a:pt x="1999" y="3667"/>
                        <a:pt x="1776" y="2838"/>
                        <a:pt x="1776" y="2838"/>
                      </a:cubicBezTo>
                      <a:lnTo>
                        <a:pt x="1776" y="2838"/>
                      </a:lnTo>
                      <a:lnTo>
                        <a:pt x="5273" y="2873"/>
                      </a:lnTo>
                      <a:lnTo>
                        <a:pt x="5335" y="2873"/>
                      </a:lnTo>
                      <a:cubicBezTo>
                        <a:pt x="6112" y="2856"/>
                        <a:pt x="6718" y="1848"/>
                        <a:pt x="6656" y="1071"/>
                      </a:cubicBezTo>
                      <a:lnTo>
                        <a:pt x="6575" y="652"/>
                      </a:lnTo>
                      <a:lnTo>
                        <a:pt x="438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49" name="Google Shape;2849;p52"/>
                <p:cNvSpPr/>
                <p:nvPr/>
              </p:nvSpPr>
              <p:spPr>
                <a:xfrm>
                  <a:off x="3247370" y="3676799"/>
                  <a:ext cx="900121" cy="694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0" h="5109" extrusionOk="0">
                      <a:moveTo>
                        <a:pt x="3641" y="1"/>
                      </a:moveTo>
                      <a:cubicBezTo>
                        <a:pt x="3061" y="1"/>
                        <a:pt x="2711" y="118"/>
                        <a:pt x="2597" y="247"/>
                      </a:cubicBezTo>
                      <a:cubicBezTo>
                        <a:pt x="2249" y="622"/>
                        <a:pt x="1" y="4279"/>
                        <a:pt x="1" y="4279"/>
                      </a:cubicBezTo>
                      <a:lnTo>
                        <a:pt x="1196" y="5109"/>
                      </a:lnTo>
                      <a:cubicBezTo>
                        <a:pt x="1196" y="5109"/>
                        <a:pt x="3185" y="2308"/>
                        <a:pt x="3729" y="1567"/>
                      </a:cubicBezTo>
                      <a:lnTo>
                        <a:pt x="3917" y="1344"/>
                      </a:lnTo>
                      <a:lnTo>
                        <a:pt x="6620" y="970"/>
                      </a:lnTo>
                      <a:lnTo>
                        <a:pt x="6593" y="559"/>
                      </a:lnTo>
                      <a:cubicBezTo>
                        <a:pt x="6593" y="559"/>
                        <a:pt x="4978" y="104"/>
                        <a:pt x="4113" y="24"/>
                      </a:cubicBezTo>
                      <a:cubicBezTo>
                        <a:pt x="3942" y="8"/>
                        <a:pt x="3784" y="1"/>
                        <a:pt x="36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0" name="Google Shape;2850;p52"/>
                <p:cNvSpPr/>
                <p:nvPr/>
              </p:nvSpPr>
              <p:spPr>
                <a:xfrm>
                  <a:off x="3596684" y="3792784"/>
                  <a:ext cx="519269" cy="30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2258" extrusionOk="0">
                      <a:moveTo>
                        <a:pt x="3810" y="1"/>
                      </a:moveTo>
                      <a:lnTo>
                        <a:pt x="3774" y="10"/>
                      </a:lnTo>
                      <a:lnTo>
                        <a:pt x="3810" y="10"/>
                      </a:lnTo>
                      <a:lnTo>
                        <a:pt x="3819" y="1"/>
                      </a:lnTo>
                      <a:close/>
                      <a:moveTo>
                        <a:pt x="3774" y="10"/>
                      </a:moveTo>
                      <a:lnTo>
                        <a:pt x="3632" y="36"/>
                      </a:lnTo>
                      <a:lnTo>
                        <a:pt x="3132" y="134"/>
                      </a:lnTo>
                      <a:lnTo>
                        <a:pt x="1482" y="456"/>
                      </a:lnTo>
                      <a:lnTo>
                        <a:pt x="1348" y="482"/>
                      </a:lnTo>
                      <a:lnTo>
                        <a:pt x="1339" y="482"/>
                      </a:lnTo>
                      <a:lnTo>
                        <a:pt x="1339" y="491"/>
                      </a:lnTo>
                      <a:cubicBezTo>
                        <a:pt x="1134" y="973"/>
                        <a:pt x="839" y="1428"/>
                        <a:pt x="482" y="1812"/>
                      </a:cubicBezTo>
                      <a:cubicBezTo>
                        <a:pt x="367" y="1928"/>
                        <a:pt x="251" y="2044"/>
                        <a:pt x="135" y="2142"/>
                      </a:cubicBezTo>
                      <a:lnTo>
                        <a:pt x="28" y="2222"/>
                      </a:lnTo>
                      <a:lnTo>
                        <a:pt x="10" y="2249"/>
                      </a:lnTo>
                      <a:lnTo>
                        <a:pt x="36" y="2231"/>
                      </a:lnTo>
                      <a:lnTo>
                        <a:pt x="135" y="2151"/>
                      </a:lnTo>
                      <a:cubicBezTo>
                        <a:pt x="259" y="2044"/>
                        <a:pt x="375" y="1936"/>
                        <a:pt x="491" y="1821"/>
                      </a:cubicBezTo>
                      <a:cubicBezTo>
                        <a:pt x="857" y="1437"/>
                        <a:pt x="1152" y="991"/>
                        <a:pt x="1366" y="500"/>
                      </a:cubicBezTo>
                      <a:lnTo>
                        <a:pt x="1357" y="500"/>
                      </a:lnTo>
                      <a:lnTo>
                        <a:pt x="1491" y="473"/>
                      </a:lnTo>
                      <a:lnTo>
                        <a:pt x="3141" y="143"/>
                      </a:lnTo>
                      <a:lnTo>
                        <a:pt x="3641" y="45"/>
                      </a:lnTo>
                      <a:lnTo>
                        <a:pt x="3774" y="10"/>
                      </a:lnTo>
                      <a:close/>
                      <a:moveTo>
                        <a:pt x="10" y="2249"/>
                      </a:moveTo>
                      <a:cubicBezTo>
                        <a:pt x="1" y="2249"/>
                        <a:pt x="1" y="2258"/>
                        <a:pt x="1" y="2258"/>
                      </a:cubicBezTo>
                      <a:lnTo>
                        <a:pt x="10" y="224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1" name="Google Shape;2851;p52"/>
                <p:cNvSpPr/>
                <p:nvPr/>
              </p:nvSpPr>
              <p:spPr>
                <a:xfrm>
                  <a:off x="4421631" y="3891092"/>
                  <a:ext cx="91100" cy="253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865" extrusionOk="0">
                      <a:moveTo>
                        <a:pt x="491" y="0"/>
                      </a:moveTo>
                      <a:cubicBezTo>
                        <a:pt x="491" y="18"/>
                        <a:pt x="384" y="1187"/>
                        <a:pt x="339" y="1606"/>
                      </a:cubicBezTo>
                      <a:cubicBezTo>
                        <a:pt x="330" y="1642"/>
                        <a:pt x="294" y="1677"/>
                        <a:pt x="250" y="1677"/>
                      </a:cubicBezTo>
                      <a:lnTo>
                        <a:pt x="0" y="1677"/>
                      </a:lnTo>
                      <a:lnTo>
                        <a:pt x="0" y="1865"/>
                      </a:lnTo>
                      <a:lnTo>
                        <a:pt x="250" y="1865"/>
                      </a:lnTo>
                      <a:cubicBezTo>
                        <a:pt x="384" y="1865"/>
                        <a:pt x="500" y="1758"/>
                        <a:pt x="517" y="1624"/>
                      </a:cubicBezTo>
                      <a:cubicBezTo>
                        <a:pt x="571" y="1205"/>
                        <a:pt x="669" y="27"/>
                        <a:pt x="669" y="18"/>
                      </a:cubicBezTo>
                      <a:lnTo>
                        <a:pt x="4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2" name="Google Shape;2852;p52"/>
                <p:cNvSpPr/>
                <p:nvPr/>
              </p:nvSpPr>
              <p:spPr>
                <a:xfrm>
                  <a:off x="4421631" y="3889868"/>
                  <a:ext cx="92324" cy="2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1878" extrusionOk="0">
                      <a:moveTo>
                        <a:pt x="473" y="0"/>
                      </a:moveTo>
                      <a:lnTo>
                        <a:pt x="473" y="18"/>
                      </a:lnTo>
                      <a:cubicBezTo>
                        <a:pt x="437" y="464"/>
                        <a:pt x="402" y="875"/>
                        <a:pt x="366" y="1214"/>
                      </a:cubicBezTo>
                      <a:cubicBezTo>
                        <a:pt x="357" y="1303"/>
                        <a:pt x="348" y="1383"/>
                        <a:pt x="348" y="1454"/>
                      </a:cubicBezTo>
                      <a:cubicBezTo>
                        <a:pt x="339" y="1499"/>
                        <a:pt x="339" y="1535"/>
                        <a:pt x="330" y="1570"/>
                      </a:cubicBezTo>
                      <a:cubicBezTo>
                        <a:pt x="330" y="1588"/>
                        <a:pt x="330" y="1606"/>
                        <a:pt x="330" y="1624"/>
                      </a:cubicBezTo>
                      <a:cubicBezTo>
                        <a:pt x="330" y="1633"/>
                        <a:pt x="321" y="1651"/>
                        <a:pt x="312" y="1660"/>
                      </a:cubicBezTo>
                      <a:cubicBezTo>
                        <a:pt x="294" y="1669"/>
                        <a:pt x="286" y="1677"/>
                        <a:pt x="268" y="1677"/>
                      </a:cubicBezTo>
                      <a:cubicBezTo>
                        <a:pt x="263" y="1682"/>
                        <a:pt x="257" y="1684"/>
                        <a:pt x="249" y="1684"/>
                      </a:cubicBezTo>
                      <a:cubicBezTo>
                        <a:pt x="241" y="1684"/>
                        <a:pt x="232" y="1682"/>
                        <a:pt x="223" y="1677"/>
                      </a:cubicBezTo>
                      <a:lnTo>
                        <a:pt x="0" y="1677"/>
                      </a:lnTo>
                      <a:lnTo>
                        <a:pt x="0" y="1686"/>
                      </a:lnTo>
                      <a:lnTo>
                        <a:pt x="0" y="1695"/>
                      </a:lnTo>
                      <a:lnTo>
                        <a:pt x="223" y="1695"/>
                      </a:lnTo>
                      <a:cubicBezTo>
                        <a:pt x="232" y="1700"/>
                        <a:pt x="241" y="1702"/>
                        <a:pt x="250" y="1702"/>
                      </a:cubicBezTo>
                      <a:cubicBezTo>
                        <a:pt x="259" y="1702"/>
                        <a:pt x="268" y="1700"/>
                        <a:pt x="277" y="1695"/>
                      </a:cubicBezTo>
                      <a:cubicBezTo>
                        <a:pt x="294" y="1695"/>
                        <a:pt x="303" y="1686"/>
                        <a:pt x="321" y="1677"/>
                      </a:cubicBezTo>
                      <a:cubicBezTo>
                        <a:pt x="330" y="1660"/>
                        <a:pt x="339" y="1642"/>
                        <a:pt x="339" y="1624"/>
                      </a:cubicBezTo>
                      <a:cubicBezTo>
                        <a:pt x="348" y="1606"/>
                        <a:pt x="348" y="1597"/>
                        <a:pt x="348" y="1579"/>
                      </a:cubicBezTo>
                      <a:cubicBezTo>
                        <a:pt x="348" y="1544"/>
                        <a:pt x="357" y="1499"/>
                        <a:pt x="357" y="1463"/>
                      </a:cubicBezTo>
                      <a:cubicBezTo>
                        <a:pt x="366" y="1392"/>
                        <a:pt x="375" y="1312"/>
                        <a:pt x="384" y="1222"/>
                      </a:cubicBezTo>
                      <a:cubicBezTo>
                        <a:pt x="419" y="888"/>
                        <a:pt x="454" y="484"/>
                        <a:pt x="498" y="36"/>
                      </a:cubicBezTo>
                      <a:lnTo>
                        <a:pt x="498" y="36"/>
                      </a:lnTo>
                      <a:lnTo>
                        <a:pt x="625" y="45"/>
                      </a:lnTo>
                      <a:lnTo>
                        <a:pt x="659" y="45"/>
                      </a:lnTo>
                      <a:cubicBezTo>
                        <a:pt x="606" y="666"/>
                        <a:pt x="553" y="1224"/>
                        <a:pt x="509" y="1633"/>
                      </a:cubicBezTo>
                      <a:cubicBezTo>
                        <a:pt x="509" y="1722"/>
                        <a:pt x="455" y="1802"/>
                        <a:pt x="375" y="1847"/>
                      </a:cubicBezTo>
                      <a:cubicBezTo>
                        <a:pt x="344" y="1860"/>
                        <a:pt x="311" y="1869"/>
                        <a:pt x="278" y="1873"/>
                      </a:cubicBezTo>
                      <a:lnTo>
                        <a:pt x="278" y="1873"/>
                      </a:lnTo>
                      <a:cubicBezTo>
                        <a:pt x="408" y="1868"/>
                        <a:pt x="518" y="1763"/>
                        <a:pt x="526" y="1624"/>
                      </a:cubicBezTo>
                      <a:cubicBezTo>
                        <a:pt x="571" y="1222"/>
                        <a:pt x="616" y="660"/>
                        <a:pt x="678" y="36"/>
                      </a:cubicBezTo>
                      <a:lnTo>
                        <a:pt x="678" y="18"/>
                      </a:lnTo>
                      <a:lnTo>
                        <a:pt x="625" y="18"/>
                      </a:lnTo>
                      <a:lnTo>
                        <a:pt x="491" y="0"/>
                      </a:lnTo>
                      <a:close/>
                      <a:moveTo>
                        <a:pt x="278" y="1873"/>
                      </a:moveTo>
                      <a:cubicBezTo>
                        <a:pt x="275" y="1874"/>
                        <a:pt x="271" y="1874"/>
                        <a:pt x="268" y="1874"/>
                      </a:cubicBezTo>
                      <a:lnTo>
                        <a:pt x="178" y="1874"/>
                      </a:lnTo>
                      <a:cubicBezTo>
                        <a:pt x="194" y="1876"/>
                        <a:pt x="210" y="1877"/>
                        <a:pt x="227" y="1877"/>
                      </a:cubicBezTo>
                      <a:cubicBezTo>
                        <a:pt x="244" y="1877"/>
                        <a:pt x="261" y="1876"/>
                        <a:pt x="278" y="18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3" name="Google Shape;2853;p52"/>
                <p:cNvSpPr/>
                <p:nvPr/>
              </p:nvSpPr>
              <p:spPr>
                <a:xfrm>
                  <a:off x="3785958" y="4151887"/>
                  <a:ext cx="157861" cy="628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" h="4622" extrusionOk="0">
                      <a:moveTo>
                        <a:pt x="616" y="0"/>
                      </a:moveTo>
                      <a:lnTo>
                        <a:pt x="0" y="4621"/>
                      </a:lnTo>
                      <a:lnTo>
                        <a:pt x="241" y="4621"/>
                      </a:lnTo>
                      <a:lnTo>
                        <a:pt x="1160" y="170"/>
                      </a:lnTo>
                      <a:lnTo>
                        <a:pt x="6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4" name="Google Shape;2854;p52"/>
                <p:cNvSpPr/>
                <p:nvPr/>
              </p:nvSpPr>
              <p:spPr>
                <a:xfrm>
                  <a:off x="3784734" y="4151887"/>
                  <a:ext cx="160309" cy="62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" h="4631" extrusionOk="0">
                      <a:moveTo>
                        <a:pt x="625" y="0"/>
                      </a:moveTo>
                      <a:lnTo>
                        <a:pt x="661" y="9"/>
                      </a:lnTo>
                      <a:lnTo>
                        <a:pt x="689" y="16"/>
                      </a:lnTo>
                      <a:lnTo>
                        <a:pt x="689" y="16"/>
                      </a:lnTo>
                      <a:lnTo>
                        <a:pt x="670" y="9"/>
                      </a:lnTo>
                      <a:lnTo>
                        <a:pt x="625" y="0"/>
                      </a:lnTo>
                      <a:close/>
                      <a:moveTo>
                        <a:pt x="689" y="16"/>
                      </a:moveTo>
                      <a:lnTo>
                        <a:pt x="768" y="45"/>
                      </a:lnTo>
                      <a:lnTo>
                        <a:pt x="1167" y="178"/>
                      </a:lnTo>
                      <a:lnTo>
                        <a:pt x="1167" y="178"/>
                      </a:lnTo>
                      <a:cubicBezTo>
                        <a:pt x="997" y="984"/>
                        <a:pt x="659" y="2621"/>
                        <a:pt x="259" y="4514"/>
                      </a:cubicBezTo>
                      <a:cubicBezTo>
                        <a:pt x="259" y="4547"/>
                        <a:pt x="252" y="4580"/>
                        <a:pt x="244" y="4612"/>
                      </a:cubicBezTo>
                      <a:lnTo>
                        <a:pt x="20" y="4612"/>
                      </a:lnTo>
                      <a:cubicBezTo>
                        <a:pt x="197" y="3331"/>
                        <a:pt x="349" y="2175"/>
                        <a:pt x="455" y="1347"/>
                      </a:cubicBezTo>
                      <a:cubicBezTo>
                        <a:pt x="509" y="928"/>
                        <a:pt x="554" y="598"/>
                        <a:pt x="580" y="366"/>
                      </a:cubicBezTo>
                      <a:cubicBezTo>
                        <a:pt x="598" y="250"/>
                        <a:pt x="607" y="161"/>
                        <a:pt x="616" y="98"/>
                      </a:cubicBezTo>
                      <a:cubicBezTo>
                        <a:pt x="625" y="63"/>
                        <a:pt x="625" y="36"/>
                        <a:pt x="625" y="27"/>
                      </a:cubicBezTo>
                      <a:lnTo>
                        <a:pt x="625" y="18"/>
                      </a:lnTo>
                      <a:cubicBezTo>
                        <a:pt x="625" y="36"/>
                        <a:pt x="616" y="63"/>
                        <a:pt x="616" y="89"/>
                      </a:cubicBezTo>
                      <a:cubicBezTo>
                        <a:pt x="607" y="152"/>
                        <a:pt x="589" y="241"/>
                        <a:pt x="580" y="357"/>
                      </a:cubicBezTo>
                      <a:cubicBezTo>
                        <a:pt x="545" y="589"/>
                        <a:pt x="500" y="919"/>
                        <a:pt x="438" y="1338"/>
                      </a:cubicBezTo>
                      <a:lnTo>
                        <a:pt x="1" y="4612"/>
                      </a:lnTo>
                      <a:lnTo>
                        <a:pt x="1" y="4630"/>
                      </a:lnTo>
                      <a:lnTo>
                        <a:pt x="259" y="4630"/>
                      </a:lnTo>
                      <a:lnTo>
                        <a:pt x="259" y="4621"/>
                      </a:lnTo>
                      <a:cubicBezTo>
                        <a:pt x="268" y="4586"/>
                        <a:pt x="277" y="4550"/>
                        <a:pt x="286" y="4514"/>
                      </a:cubicBezTo>
                      <a:cubicBezTo>
                        <a:pt x="679" y="2614"/>
                        <a:pt x="1009" y="964"/>
                        <a:pt x="1178" y="170"/>
                      </a:cubicBezTo>
                      <a:lnTo>
                        <a:pt x="1178" y="161"/>
                      </a:lnTo>
                      <a:lnTo>
                        <a:pt x="1169" y="161"/>
                      </a:lnTo>
                      <a:lnTo>
                        <a:pt x="768" y="36"/>
                      </a:lnTo>
                      <a:lnTo>
                        <a:pt x="689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5" name="Google Shape;2855;p52"/>
                <p:cNvSpPr/>
                <p:nvPr/>
              </p:nvSpPr>
              <p:spPr>
                <a:xfrm>
                  <a:off x="3828382" y="4099674"/>
                  <a:ext cx="630901" cy="75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0" h="554" extrusionOk="0">
                      <a:moveTo>
                        <a:pt x="277" y="1"/>
                      </a:moveTo>
                      <a:cubicBezTo>
                        <a:pt x="126" y="1"/>
                        <a:pt x="1" y="126"/>
                        <a:pt x="1" y="277"/>
                      </a:cubicBezTo>
                      <a:cubicBezTo>
                        <a:pt x="1" y="429"/>
                        <a:pt x="126" y="554"/>
                        <a:pt x="277" y="554"/>
                      </a:cubicBezTo>
                      <a:lnTo>
                        <a:pt x="4363" y="554"/>
                      </a:lnTo>
                      <a:cubicBezTo>
                        <a:pt x="4524" y="554"/>
                        <a:pt x="4640" y="429"/>
                        <a:pt x="4640" y="277"/>
                      </a:cubicBezTo>
                      <a:cubicBezTo>
                        <a:pt x="4640" y="126"/>
                        <a:pt x="4524" y="1"/>
                        <a:pt x="43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6" name="Google Shape;2856;p52"/>
                <p:cNvSpPr/>
                <p:nvPr/>
              </p:nvSpPr>
              <p:spPr>
                <a:xfrm>
                  <a:off x="4464055" y="3269698"/>
                  <a:ext cx="156637" cy="67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" h="4974" extrusionOk="0">
                      <a:moveTo>
                        <a:pt x="852" y="1"/>
                      </a:moveTo>
                      <a:cubicBezTo>
                        <a:pt x="721" y="1"/>
                        <a:pt x="597" y="103"/>
                        <a:pt x="580" y="244"/>
                      </a:cubicBezTo>
                      <a:lnTo>
                        <a:pt x="18" y="4659"/>
                      </a:lnTo>
                      <a:cubicBezTo>
                        <a:pt x="0" y="4811"/>
                        <a:pt x="107" y="4945"/>
                        <a:pt x="259" y="4972"/>
                      </a:cubicBezTo>
                      <a:cubicBezTo>
                        <a:pt x="270" y="4973"/>
                        <a:pt x="281" y="4974"/>
                        <a:pt x="292" y="4974"/>
                      </a:cubicBezTo>
                      <a:cubicBezTo>
                        <a:pt x="431" y="4974"/>
                        <a:pt x="555" y="4871"/>
                        <a:pt x="571" y="4731"/>
                      </a:cubicBezTo>
                      <a:lnTo>
                        <a:pt x="1124" y="315"/>
                      </a:lnTo>
                      <a:cubicBezTo>
                        <a:pt x="1151" y="163"/>
                        <a:pt x="1044" y="21"/>
                        <a:pt x="892" y="3"/>
                      </a:cubicBezTo>
                      <a:lnTo>
                        <a:pt x="883" y="3"/>
                      </a:lnTo>
                      <a:cubicBezTo>
                        <a:pt x="873" y="1"/>
                        <a:pt x="863" y="1"/>
                        <a:pt x="8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7" name="Google Shape;2857;p52"/>
                <p:cNvSpPr/>
                <p:nvPr/>
              </p:nvSpPr>
              <p:spPr>
                <a:xfrm>
                  <a:off x="3861151" y="4173643"/>
                  <a:ext cx="569034" cy="2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5" h="19" extrusionOk="0">
                      <a:moveTo>
                        <a:pt x="2097" y="1"/>
                      </a:moveTo>
                      <a:cubicBezTo>
                        <a:pt x="946" y="1"/>
                        <a:pt x="1" y="1"/>
                        <a:pt x="1" y="10"/>
                      </a:cubicBezTo>
                      <a:cubicBezTo>
                        <a:pt x="1" y="19"/>
                        <a:pt x="937" y="19"/>
                        <a:pt x="2097" y="19"/>
                      </a:cubicBezTo>
                      <a:cubicBezTo>
                        <a:pt x="3248" y="19"/>
                        <a:pt x="4185" y="19"/>
                        <a:pt x="4185" y="10"/>
                      </a:cubicBezTo>
                      <a:cubicBezTo>
                        <a:pt x="4185" y="1"/>
                        <a:pt x="3248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8" name="Google Shape;2858;p52"/>
                <p:cNvSpPr/>
                <p:nvPr/>
              </p:nvSpPr>
              <p:spPr>
                <a:xfrm>
                  <a:off x="4026086" y="3041944"/>
                  <a:ext cx="456315" cy="81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" h="6023" extrusionOk="0">
                      <a:moveTo>
                        <a:pt x="2195" y="1"/>
                      </a:moveTo>
                      <a:lnTo>
                        <a:pt x="830" y="429"/>
                      </a:lnTo>
                      <a:lnTo>
                        <a:pt x="839" y="866"/>
                      </a:lnTo>
                      <a:lnTo>
                        <a:pt x="233" y="1838"/>
                      </a:lnTo>
                      <a:cubicBezTo>
                        <a:pt x="63" y="2266"/>
                        <a:pt x="1" y="2507"/>
                        <a:pt x="152" y="2998"/>
                      </a:cubicBezTo>
                      <a:lnTo>
                        <a:pt x="518" y="4506"/>
                      </a:lnTo>
                      <a:lnTo>
                        <a:pt x="144" y="5041"/>
                      </a:lnTo>
                      <a:lnTo>
                        <a:pt x="3319" y="6022"/>
                      </a:lnTo>
                      <a:cubicBezTo>
                        <a:pt x="3346" y="5523"/>
                        <a:pt x="3355" y="5362"/>
                        <a:pt x="3230" y="4880"/>
                      </a:cubicBezTo>
                      <a:lnTo>
                        <a:pt x="3150" y="4550"/>
                      </a:lnTo>
                      <a:cubicBezTo>
                        <a:pt x="3150" y="4550"/>
                        <a:pt x="3061" y="2909"/>
                        <a:pt x="3043" y="1865"/>
                      </a:cubicBezTo>
                      <a:cubicBezTo>
                        <a:pt x="3016" y="812"/>
                        <a:pt x="2329" y="295"/>
                        <a:pt x="2329" y="295"/>
                      </a:cubicBezTo>
                      <a:lnTo>
                        <a:pt x="219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59" name="Google Shape;2859;p52"/>
                <p:cNvSpPr/>
                <p:nvPr/>
              </p:nvSpPr>
              <p:spPr>
                <a:xfrm>
                  <a:off x="4094073" y="3653276"/>
                  <a:ext cx="214833" cy="6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501" extrusionOk="0">
                      <a:moveTo>
                        <a:pt x="0" y="1"/>
                      </a:moveTo>
                      <a:cubicBezTo>
                        <a:pt x="0" y="10"/>
                        <a:pt x="348" y="126"/>
                        <a:pt x="785" y="259"/>
                      </a:cubicBezTo>
                      <a:cubicBezTo>
                        <a:pt x="1207" y="388"/>
                        <a:pt x="1545" y="501"/>
                        <a:pt x="1577" y="501"/>
                      </a:cubicBezTo>
                      <a:cubicBezTo>
                        <a:pt x="1578" y="501"/>
                        <a:pt x="1579" y="501"/>
                        <a:pt x="1579" y="500"/>
                      </a:cubicBezTo>
                      <a:cubicBezTo>
                        <a:pt x="1579" y="491"/>
                        <a:pt x="1223" y="375"/>
                        <a:pt x="794" y="242"/>
                      </a:cubicBezTo>
                      <a:cubicBezTo>
                        <a:pt x="357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0" name="Google Shape;2860;p52"/>
                <p:cNvSpPr/>
                <p:nvPr/>
              </p:nvSpPr>
              <p:spPr>
                <a:xfrm>
                  <a:off x="4153493" y="3641175"/>
                  <a:ext cx="132299" cy="12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3" extrusionOk="0">
                      <a:moveTo>
                        <a:pt x="973" y="0"/>
                      </a:moveTo>
                      <a:lnTo>
                        <a:pt x="973" y="0"/>
                      </a:lnTo>
                      <a:cubicBezTo>
                        <a:pt x="973" y="0"/>
                        <a:pt x="750" y="9"/>
                        <a:pt x="482" y="36"/>
                      </a:cubicBezTo>
                      <a:cubicBezTo>
                        <a:pt x="215" y="63"/>
                        <a:pt x="1" y="90"/>
                        <a:pt x="1" y="90"/>
                      </a:cubicBezTo>
                      <a:cubicBezTo>
                        <a:pt x="1" y="91"/>
                        <a:pt x="8" y="92"/>
                        <a:pt x="21" y="92"/>
                      </a:cubicBezTo>
                      <a:cubicBezTo>
                        <a:pt x="81" y="92"/>
                        <a:pt x="264" y="78"/>
                        <a:pt x="482" y="63"/>
                      </a:cubicBezTo>
                      <a:cubicBezTo>
                        <a:pt x="750" y="36"/>
                        <a:pt x="973" y="9"/>
                        <a:pt x="973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1" name="Google Shape;2861;p52"/>
                <p:cNvSpPr/>
                <p:nvPr/>
              </p:nvSpPr>
              <p:spPr>
                <a:xfrm>
                  <a:off x="3634348" y="3599023"/>
                  <a:ext cx="251137" cy="100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739" extrusionOk="0">
                      <a:moveTo>
                        <a:pt x="881" y="1"/>
                      </a:moveTo>
                      <a:cubicBezTo>
                        <a:pt x="785" y="1"/>
                        <a:pt x="692" y="31"/>
                        <a:pt x="616" y="87"/>
                      </a:cubicBezTo>
                      <a:lnTo>
                        <a:pt x="598" y="96"/>
                      </a:lnTo>
                      <a:lnTo>
                        <a:pt x="259" y="266"/>
                      </a:lnTo>
                      <a:lnTo>
                        <a:pt x="45" y="587"/>
                      </a:lnTo>
                      <a:lnTo>
                        <a:pt x="0" y="623"/>
                      </a:lnTo>
                      <a:lnTo>
                        <a:pt x="1847" y="739"/>
                      </a:lnTo>
                      <a:lnTo>
                        <a:pt x="1847" y="25"/>
                      </a:lnTo>
                      <a:lnTo>
                        <a:pt x="1481" y="123"/>
                      </a:lnTo>
                      <a:cubicBezTo>
                        <a:pt x="1321" y="96"/>
                        <a:pt x="1142" y="52"/>
                        <a:pt x="999" y="16"/>
                      </a:cubicBezTo>
                      <a:cubicBezTo>
                        <a:pt x="960" y="6"/>
                        <a:pt x="921" y="1"/>
                        <a:pt x="881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2" name="Google Shape;2862;p52"/>
                <p:cNvSpPr/>
                <p:nvPr/>
              </p:nvSpPr>
              <p:spPr>
                <a:xfrm>
                  <a:off x="3856256" y="3100140"/>
                  <a:ext cx="559381" cy="61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4544" extrusionOk="0">
                      <a:moveTo>
                        <a:pt x="3061" y="1"/>
                      </a:moveTo>
                      <a:cubicBezTo>
                        <a:pt x="2624" y="81"/>
                        <a:pt x="2534" y="955"/>
                        <a:pt x="2534" y="955"/>
                      </a:cubicBezTo>
                      <a:lnTo>
                        <a:pt x="2472" y="3096"/>
                      </a:lnTo>
                      <a:lnTo>
                        <a:pt x="1" y="3614"/>
                      </a:lnTo>
                      <a:lnTo>
                        <a:pt x="54" y="4488"/>
                      </a:lnTo>
                      <a:cubicBezTo>
                        <a:pt x="54" y="4488"/>
                        <a:pt x="1705" y="4506"/>
                        <a:pt x="2454" y="4542"/>
                      </a:cubicBezTo>
                      <a:cubicBezTo>
                        <a:pt x="2486" y="4543"/>
                        <a:pt x="2517" y="4544"/>
                        <a:pt x="2547" y="4544"/>
                      </a:cubicBezTo>
                      <a:cubicBezTo>
                        <a:pt x="3228" y="4544"/>
                        <a:pt x="3502" y="4164"/>
                        <a:pt x="3801" y="3703"/>
                      </a:cubicBezTo>
                      <a:cubicBezTo>
                        <a:pt x="4105" y="3221"/>
                        <a:pt x="4051" y="1972"/>
                        <a:pt x="4113" y="1312"/>
                      </a:cubicBezTo>
                      <a:lnTo>
                        <a:pt x="30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3" name="Google Shape;2863;p52"/>
                <p:cNvSpPr/>
                <p:nvPr/>
              </p:nvSpPr>
              <p:spPr>
                <a:xfrm>
                  <a:off x="4191157" y="3522335"/>
                  <a:ext cx="25562" cy="5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9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9"/>
                        <a:pt x="54" y="81"/>
                        <a:pt x="107" y="188"/>
                      </a:cubicBezTo>
                      <a:cubicBezTo>
                        <a:pt x="152" y="295"/>
                        <a:pt x="178" y="393"/>
                        <a:pt x="187" y="393"/>
                      </a:cubicBezTo>
                      <a:cubicBezTo>
                        <a:pt x="187" y="312"/>
                        <a:pt x="161" y="241"/>
                        <a:pt x="125" y="179"/>
                      </a:cubicBezTo>
                      <a:cubicBezTo>
                        <a:pt x="98" y="107"/>
                        <a:pt x="63" y="54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4" name="Google Shape;2864;p52"/>
                <p:cNvSpPr/>
                <p:nvPr/>
              </p:nvSpPr>
              <p:spPr>
                <a:xfrm>
                  <a:off x="3855032" y="3180228"/>
                  <a:ext cx="560604" cy="538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3" h="3963" extrusionOk="0">
                      <a:moveTo>
                        <a:pt x="2615" y="1"/>
                      </a:moveTo>
                      <a:cubicBezTo>
                        <a:pt x="2597" y="63"/>
                        <a:pt x="2579" y="116"/>
                        <a:pt x="2570" y="179"/>
                      </a:cubicBezTo>
                      <a:cubicBezTo>
                        <a:pt x="2561" y="232"/>
                        <a:pt x="2552" y="304"/>
                        <a:pt x="2543" y="384"/>
                      </a:cubicBezTo>
                      <a:cubicBezTo>
                        <a:pt x="2535" y="473"/>
                        <a:pt x="2535" y="571"/>
                        <a:pt x="2526" y="679"/>
                      </a:cubicBezTo>
                      <a:cubicBezTo>
                        <a:pt x="2517" y="1114"/>
                        <a:pt x="2499" y="1736"/>
                        <a:pt x="2472" y="2500"/>
                      </a:cubicBezTo>
                      <a:lnTo>
                        <a:pt x="2472" y="2500"/>
                      </a:lnTo>
                      <a:lnTo>
                        <a:pt x="10" y="3016"/>
                      </a:lnTo>
                      <a:lnTo>
                        <a:pt x="1" y="3016"/>
                      </a:lnTo>
                      <a:lnTo>
                        <a:pt x="1" y="3025"/>
                      </a:lnTo>
                      <a:cubicBezTo>
                        <a:pt x="19" y="3301"/>
                        <a:pt x="37" y="3596"/>
                        <a:pt x="54" y="3899"/>
                      </a:cubicBezTo>
                      <a:lnTo>
                        <a:pt x="54" y="3908"/>
                      </a:lnTo>
                      <a:lnTo>
                        <a:pt x="63" y="3908"/>
                      </a:lnTo>
                      <a:lnTo>
                        <a:pt x="367" y="3917"/>
                      </a:lnTo>
                      <a:cubicBezTo>
                        <a:pt x="795" y="3917"/>
                        <a:pt x="1214" y="3926"/>
                        <a:pt x="1616" y="3935"/>
                      </a:cubicBezTo>
                      <a:cubicBezTo>
                        <a:pt x="1821" y="3944"/>
                        <a:pt x="2017" y="3944"/>
                        <a:pt x="2213" y="3953"/>
                      </a:cubicBezTo>
                      <a:cubicBezTo>
                        <a:pt x="2285" y="3959"/>
                        <a:pt x="2358" y="3962"/>
                        <a:pt x="2431" y="3962"/>
                      </a:cubicBezTo>
                      <a:cubicBezTo>
                        <a:pt x="2549" y="3962"/>
                        <a:pt x="2669" y="3955"/>
                        <a:pt x="2784" y="3944"/>
                      </a:cubicBezTo>
                      <a:cubicBezTo>
                        <a:pt x="2882" y="3935"/>
                        <a:pt x="2972" y="3908"/>
                        <a:pt x="3052" y="3881"/>
                      </a:cubicBezTo>
                      <a:cubicBezTo>
                        <a:pt x="3141" y="3845"/>
                        <a:pt x="3221" y="3801"/>
                        <a:pt x="3293" y="3747"/>
                      </a:cubicBezTo>
                      <a:cubicBezTo>
                        <a:pt x="3427" y="3640"/>
                        <a:pt x="3552" y="3515"/>
                        <a:pt x="3650" y="3382"/>
                      </a:cubicBezTo>
                      <a:cubicBezTo>
                        <a:pt x="3694" y="3310"/>
                        <a:pt x="3739" y="3239"/>
                        <a:pt x="3783" y="3176"/>
                      </a:cubicBezTo>
                      <a:lnTo>
                        <a:pt x="3819" y="3123"/>
                      </a:lnTo>
                      <a:cubicBezTo>
                        <a:pt x="3828" y="3105"/>
                        <a:pt x="3837" y="3087"/>
                        <a:pt x="3846" y="3069"/>
                      </a:cubicBezTo>
                      <a:cubicBezTo>
                        <a:pt x="3855" y="3051"/>
                        <a:pt x="3864" y="3034"/>
                        <a:pt x="3873" y="3016"/>
                      </a:cubicBezTo>
                      <a:cubicBezTo>
                        <a:pt x="3882" y="2998"/>
                        <a:pt x="3891" y="2980"/>
                        <a:pt x="3891" y="2962"/>
                      </a:cubicBezTo>
                      <a:cubicBezTo>
                        <a:pt x="3944" y="2828"/>
                        <a:pt x="3980" y="2686"/>
                        <a:pt x="4006" y="2534"/>
                      </a:cubicBezTo>
                      <a:cubicBezTo>
                        <a:pt x="4042" y="2284"/>
                        <a:pt x="4069" y="2035"/>
                        <a:pt x="4078" y="1785"/>
                      </a:cubicBezTo>
                      <a:cubicBezTo>
                        <a:pt x="4087" y="1562"/>
                        <a:pt x="4096" y="1365"/>
                        <a:pt x="4096" y="1205"/>
                      </a:cubicBezTo>
                      <a:cubicBezTo>
                        <a:pt x="4105" y="1053"/>
                        <a:pt x="4114" y="928"/>
                        <a:pt x="4114" y="848"/>
                      </a:cubicBezTo>
                      <a:cubicBezTo>
                        <a:pt x="4114" y="803"/>
                        <a:pt x="4122" y="777"/>
                        <a:pt x="4122" y="750"/>
                      </a:cubicBezTo>
                      <a:lnTo>
                        <a:pt x="4122" y="723"/>
                      </a:lnTo>
                      <a:cubicBezTo>
                        <a:pt x="4122" y="723"/>
                        <a:pt x="4122" y="732"/>
                        <a:pt x="4114" y="750"/>
                      </a:cubicBezTo>
                      <a:cubicBezTo>
                        <a:pt x="4114" y="777"/>
                        <a:pt x="4114" y="803"/>
                        <a:pt x="4105" y="848"/>
                      </a:cubicBezTo>
                      <a:cubicBezTo>
                        <a:pt x="4105" y="928"/>
                        <a:pt x="4096" y="1053"/>
                        <a:pt x="4087" y="1205"/>
                      </a:cubicBezTo>
                      <a:cubicBezTo>
                        <a:pt x="4078" y="1365"/>
                        <a:pt x="4078" y="1562"/>
                        <a:pt x="4060" y="1785"/>
                      </a:cubicBezTo>
                      <a:cubicBezTo>
                        <a:pt x="4051" y="2035"/>
                        <a:pt x="4024" y="2284"/>
                        <a:pt x="3989" y="2534"/>
                      </a:cubicBezTo>
                      <a:cubicBezTo>
                        <a:pt x="3962" y="2677"/>
                        <a:pt x="3926" y="2820"/>
                        <a:pt x="3873" y="2962"/>
                      </a:cubicBezTo>
                      <a:cubicBezTo>
                        <a:pt x="3864" y="2980"/>
                        <a:pt x="3864" y="2998"/>
                        <a:pt x="3855" y="3016"/>
                      </a:cubicBezTo>
                      <a:lnTo>
                        <a:pt x="3828" y="3060"/>
                      </a:lnTo>
                      <a:cubicBezTo>
                        <a:pt x="3819" y="3078"/>
                        <a:pt x="3810" y="3096"/>
                        <a:pt x="3801" y="3114"/>
                      </a:cubicBezTo>
                      <a:lnTo>
                        <a:pt x="3766" y="3167"/>
                      </a:lnTo>
                      <a:cubicBezTo>
                        <a:pt x="3721" y="3230"/>
                        <a:pt x="3676" y="3301"/>
                        <a:pt x="3632" y="3364"/>
                      </a:cubicBezTo>
                      <a:cubicBezTo>
                        <a:pt x="3534" y="3506"/>
                        <a:pt x="3418" y="3631"/>
                        <a:pt x="3275" y="3729"/>
                      </a:cubicBezTo>
                      <a:cubicBezTo>
                        <a:pt x="3204" y="3783"/>
                        <a:pt x="3132" y="3819"/>
                        <a:pt x="3043" y="3854"/>
                      </a:cubicBezTo>
                      <a:cubicBezTo>
                        <a:pt x="2963" y="3890"/>
                        <a:pt x="2874" y="3908"/>
                        <a:pt x="2784" y="3926"/>
                      </a:cubicBezTo>
                      <a:cubicBezTo>
                        <a:pt x="2691" y="3935"/>
                        <a:pt x="2595" y="3939"/>
                        <a:pt x="2499" y="3939"/>
                      </a:cubicBezTo>
                      <a:cubicBezTo>
                        <a:pt x="2403" y="3939"/>
                        <a:pt x="2307" y="3935"/>
                        <a:pt x="2213" y="3926"/>
                      </a:cubicBezTo>
                      <a:cubicBezTo>
                        <a:pt x="2017" y="3917"/>
                        <a:pt x="1821" y="3917"/>
                        <a:pt x="1616" y="3908"/>
                      </a:cubicBezTo>
                      <a:cubicBezTo>
                        <a:pt x="1214" y="3899"/>
                        <a:pt x="795" y="3890"/>
                        <a:pt x="367" y="3890"/>
                      </a:cubicBezTo>
                      <a:lnTo>
                        <a:pt x="80" y="3890"/>
                      </a:lnTo>
                      <a:cubicBezTo>
                        <a:pt x="54" y="3592"/>
                        <a:pt x="37" y="3304"/>
                        <a:pt x="19" y="3032"/>
                      </a:cubicBezTo>
                      <a:lnTo>
                        <a:pt x="19" y="3032"/>
                      </a:lnTo>
                      <a:lnTo>
                        <a:pt x="2481" y="2516"/>
                      </a:lnTo>
                      <a:lnTo>
                        <a:pt x="2490" y="2516"/>
                      </a:lnTo>
                      <a:lnTo>
                        <a:pt x="2490" y="2507"/>
                      </a:lnTo>
                      <a:cubicBezTo>
                        <a:pt x="2508" y="1740"/>
                        <a:pt x="2526" y="1116"/>
                        <a:pt x="2535" y="679"/>
                      </a:cubicBezTo>
                      <a:cubicBezTo>
                        <a:pt x="2535" y="571"/>
                        <a:pt x="2543" y="473"/>
                        <a:pt x="2552" y="384"/>
                      </a:cubicBezTo>
                      <a:cubicBezTo>
                        <a:pt x="2552" y="304"/>
                        <a:pt x="2561" y="232"/>
                        <a:pt x="2579" y="179"/>
                      </a:cubicBezTo>
                      <a:cubicBezTo>
                        <a:pt x="2588" y="116"/>
                        <a:pt x="2597" y="72"/>
                        <a:pt x="2606" y="45"/>
                      </a:cubicBezTo>
                      <a:cubicBezTo>
                        <a:pt x="2606" y="36"/>
                        <a:pt x="2606" y="18"/>
                        <a:pt x="2615" y="18"/>
                      </a:cubicBezTo>
                      <a:cubicBezTo>
                        <a:pt x="2615" y="9"/>
                        <a:pt x="2615" y="1"/>
                        <a:pt x="26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5" name="Google Shape;2865;p52"/>
                <p:cNvSpPr/>
                <p:nvPr/>
              </p:nvSpPr>
              <p:spPr>
                <a:xfrm>
                  <a:off x="4147654" y="2931369"/>
                  <a:ext cx="40102" cy="3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6" extrusionOk="0">
                      <a:moveTo>
                        <a:pt x="160" y="1"/>
                      </a:moveTo>
                      <a:cubicBezTo>
                        <a:pt x="134" y="1"/>
                        <a:pt x="106" y="10"/>
                        <a:pt x="81" y="26"/>
                      </a:cubicBezTo>
                      <a:cubicBezTo>
                        <a:pt x="28" y="62"/>
                        <a:pt x="1" y="133"/>
                        <a:pt x="10" y="196"/>
                      </a:cubicBezTo>
                      <a:cubicBezTo>
                        <a:pt x="46" y="232"/>
                        <a:pt x="81" y="258"/>
                        <a:pt x="135" y="258"/>
                      </a:cubicBezTo>
                      <a:cubicBezTo>
                        <a:pt x="139" y="263"/>
                        <a:pt x="141" y="265"/>
                        <a:pt x="144" y="265"/>
                      </a:cubicBezTo>
                      <a:cubicBezTo>
                        <a:pt x="146" y="265"/>
                        <a:pt x="148" y="263"/>
                        <a:pt x="153" y="258"/>
                      </a:cubicBezTo>
                      <a:cubicBezTo>
                        <a:pt x="188" y="258"/>
                        <a:pt x="224" y="249"/>
                        <a:pt x="251" y="223"/>
                      </a:cubicBezTo>
                      <a:cubicBezTo>
                        <a:pt x="286" y="196"/>
                        <a:pt x="295" y="151"/>
                        <a:pt x="295" y="116"/>
                      </a:cubicBezTo>
                      <a:cubicBezTo>
                        <a:pt x="286" y="80"/>
                        <a:pt x="269" y="53"/>
                        <a:pt x="242" y="35"/>
                      </a:cubicBezTo>
                      <a:cubicBezTo>
                        <a:pt x="218" y="12"/>
                        <a:pt x="190" y="1"/>
                        <a:pt x="1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6" name="Google Shape;2866;p52"/>
                <p:cNvSpPr/>
                <p:nvPr/>
              </p:nvSpPr>
              <p:spPr>
                <a:xfrm>
                  <a:off x="4071514" y="2855093"/>
                  <a:ext cx="21948" cy="2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53" extrusionOk="0">
                      <a:moveTo>
                        <a:pt x="81" y="1"/>
                      </a:moveTo>
                      <a:cubicBezTo>
                        <a:pt x="37" y="1"/>
                        <a:pt x="1" y="27"/>
                        <a:pt x="1" y="72"/>
                      </a:cubicBezTo>
                      <a:cubicBezTo>
                        <a:pt x="10" y="117"/>
                        <a:pt x="45" y="152"/>
                        <a:pt x="90" y="152"/>
                      </a:cubicBezTo>
                      <a:cubicBezTo>
                        <a:pt x="126" y="152"/>
                        <a:pt x="161" y="117"/>
                        <a:pt x="161" y="72"/>
                      </a:cubicBezTo>
                      <a:cubicBezTo>
                        <a:pt x="161" y="27"/>
                        <a:pt x="126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7" name="Google Shape;2867;p52"/>
                <p:cNvSpPr/>
                <p:nvPr/>
              </p:nvSpPr>
              <p:spPr>
                <a:xfrm>
                  <a:off x="4069210" y="2817700"/>
                  <a:ext cx="4606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0" extrusionOk="0">
                      <a:moveTo>
                        <a:pt x="178" y="1"/>
                      </a:moveTo>
                      <a:cubicBezTo>
                        <a:pt x="126" y="1"/>
                        <a:pt x="76" y="19"/>
                        <a:pt x="36" y="54"/>
                      </a:cubicBezTo>
                      <a:cubicBezTo>
                        <a:pt x="9" y="71"/>
                        <a:pt x="0" y="89"/>
                        <a:pt x="9" y="98"/>
                      </a:cubicBezTo>
                      <a:cubicBezTo>
                        <a:pt x="10" y="99"/>
                        <a:pt x="11" y="99"/>
                        <a:pt x="12" y="99"/>
                      </a:cubicBezTo>
                      <a:cubicBezTo>
                        <a:pt x="28" y="99"/>
                        <a:pt x="87" y="54"/>
                        <a:pt x="161" y="54"/>
                      </a:cubicBezTo>
                      <a:cubicBezTo>
                        <a:pt x="169" y="53"/>
                        <a:pt x="177" y="52"/>
                        <a:pt x="185" y="52"/>
                      </a:cubicBezTo>
                      <a:cubicBezTo>
                        <a:pt x="248" y="52"/>
                        <a:pt x="299" y="76"/>
                        <a:pt x="320" y="76"/>
                      </a:cubicBezTo>
                      <a:cubicBezTo>
                        <a:pt x="325" y="76"/>
                        <a:pt x="329" y="74"/>
                        <a:pt x="330" y="71"/>
                      </a:cubicBezTo>
                      <a:cubicBezTo>
                        <a:pt x="339" y="63"/>
                        <a:pt x="321" y="54"/>
                        <a:pt x="294" y="36"/>
                      </a:cubicBezTo>
                      <a:cubicBezTo>
                        <a:pt x="259" y="12"/>
                        <a:pt x="218" y="1"/>
                        <a:pt x="1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8" name="Google Shape;2868;p52"/>
                <p:cNvSpPr/>
                <p:nvPr/>
              </p:nvSpPr>
              <p:spPr>
                <a:xfrm>
                  <a:off x="4113919" y="2821223"/>
                  <a:ext cx="31567" cy="99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731" extrusionOk="0">
                      <a:moveTo>
                        <a:pt x="222" y="1"/>
                      </a:moveTo>
                      <a:cubicBezTo>
                        <a:pt x="211" y="1"/>
                        <a:pt x="141" y="194"/>
                        <a:pt x="71" y="438"/>
                      </a:cubicBezTo>
                      <a:cubicBezTo>
                        <a:pt x="54" y="500"/>
                        <a:pt x="36" y="554"/>
                        <a:pt x="18" y="607"/>
                      </a:cubicBezTo>
                      <a:cubicBezTo>
                        <a:pt x="0" y="634"/>
                        <a:pt x="0" y="670"/>
                        <a:pt x="9" y="697"/>
                      </a:cubicBezTo>
                      <a:cubicBezTo>
                        <a:pt x="18" y="715"/>
                        <a:pt x="36" y="723"/>
                        <a:pt x="45" y="723"/>
                      </a:cubicBezTo>
                      <a:lnTo>
                        <a:pt x="89" y="723"/>
                      </a:lnTo>
                      <a:cubicBezTo>
                        <a:pt x="112" y="728"/>
                        <a:pt x="134" y="730"/>
                        <a:pt x="157" y="730"/>
                      </a:cubicBezTo>
                      <a:cubicBezTo>
                        <a:pt x="181" y="730"/>
                        <a:pt x="205" y="728"/>
                        <a:pt x="232" y="723"/>
                      </a:cubicBezTo>
                      <a:cubicBezTo>
                        <a:pt x="179" y="706"/>
                        <a:pt x="134" y="706"/>
                        <a:pt x="89" y="706"/>
                      </a:cubicBezTo>
                      <a:cubicBezTo>
                        <a:pt x="63" y="706"/>
                        <a:pt x="45" y="706"/>
                        <a:pt x="36" y="688"/>
                      </a:cubicBezTo>
                      <a:cubicBezTo>
                        <a:pt x="36" y="661"/>
                        <a:pt x="36" y="643"/>
                        <a:pt x="45" y="616"/>
                      </a:cubicBezTo>
                      <a:cubicBezTo>
                        <a:pt x="63" y="563"/>
                        <a:pt x="80" y="509"/>
                        <a:pt x="107" y="447"/>
                      </a:cubicBezTo>
                      <a:cubicBezTo>
                        <a:pt x="179" y="206"/>
                        <a:pt x="232" y="1"/>
                        <a:pt x="223" y="1"/>
                      </a:cubicBezTo>
                      <a:cubicBezTo>
                        <a:pt x="223" y="1"/>
                        <a:pt x="223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69" name="Google Shape;2869;p52"/>
                <p:cNvSpPr/>
                <p:nvPr/>
              </p:nvSpPr>
              <p:spPr>
                <a:xfrm>
                  <a:off x="4144131" y="2925272"/>
                  <a:ext cx="38747" cy="3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" h="259" extrusionOk="0">
                      <a:moveTo>
                        <a:pt x="268" y="0"/>
                      </a:moveTo>
                      <a:cubicBezTo>
                        <a:pt x="250" y="0"/>
                        <a:pt x="259" y="89"/>
                        <a:pt x="179" y="161"/>
                      </a:cubicBezTo>
                      <a:cubicBezTo>
                        <a:pt x="107" y="232"/>
                        <a:pt x="0" y="232"/>
                        <a:pt x="0" y="241"/>
                      </a:cubicBezTo>
                      <a:cubicBezTo>
                        <a:pt x="0" y="259"/>
                        <a:pt x="27" y="259"/>
                        <a:pt x="72" y="259"/>
                      </a:cubicBezTo>
                      <a:cubicBezTo>
                        <a:pt x="125" y="259"/>
                        <a:pt x="179" y="232"/>
                        <a:pt x="214" y="196"/>
                      </a:cubicBezTo>
                      <a:cubicBezTo>
                        <a:pt x="259" y="161"/>
                        <a:pt x="277" y="107"/>
                        <a:pt x="277" y="62"/>
                      </a:cubicBezTo>
                      <a:cubicBezTo>
                        <a:pt x="286" y="18"/>
                        <a:pt x="268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0" name="Google Shape;2870;p52"/>
                <p:cNvSpPr/>
                <p:nvPr/>
              </p:nvSpPr>
              <p:spPr>
                <a:xfrm>
                  <a:off x="4071514" y="2775701"/>
                  <a:ext cx="44844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1" extrusionOk="0">
                      <a:moveTo>
                        <a:pt x="166" y="0"/>
                      </a:moveTo>
                      <a:cubicBezTo>
                        <a:pt x="121" y="0"/>
                        <a:pt x="77" y="11"/>
                        <a:pt x="37" y="34"/>
                      </a:cubicBezTo>
                      <a:cubicBezTo>
                        <a:pt x="10" y="51"/>
                        <a:pt x="1" y="69"/>
                        <a:pt x="10" y="78"/>
                      </a:cubicBezTo>
                      <a:cubicBezTo>
                        <a:pt x="13" y="85"/>
                        <a:pt x="25" y="86"/>
                        <a:pt x="42" y="86"/>
                      </a:cubicBezTo>
                      <a:cubicBezTo>
                        <a:pt x="61" y="86"/>
                        <a:pt x="86" y="84"/>
                        <a:pt x="114" y="84"/>
                      </a:cubicBezTo>
                      <a:cubicBezTo>
                        <a:pt x="129" y="84"/>
                        <a:pt x="145" y="85"/>
                        <a:pt x="161" y="87"/>
                      </a:cubicBezTo>
                      <a:cubicBezTo>
                        <a:pt x="215" y="87"/>
                        <a:pt x="261" y="91"/>
                        <a:pt x="290" y="91"/>
                      </a:cubicBezTo>
                      <a:cubicBezTo>
                        <a:pt x="305" y="91"/>
                        <a:pt x="316" y="90"/>
                        <a:pt x="322" y="87"/>
                      </a:cubicBezTo>
                      <a:cubicBezTo>
                        <a:pt x="331" y="69"/>
                        <a:pt x="322" y="51"/>
                        <a:pt x="295" y="34"/>
                      </a:cubicBezTo>
                      <a:cubicBezTo>
                        <a:pt x="255" y="11"/>
                        <a:pt x="211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1" name="Google Shape;2871;p52"/>
                <p:cNvSpPr/>
                <p:nvPr/>
              </p:nvSpPr>
              <p:spPr>
                <a:xfrm>
                  <a:off x="4176782" y="2851435"/>
                  <a:ext cx="21812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2" extrusionOk="0">
                      <a:moveTo>
                        <a:pt x="80" y="1"/>
                      </a:moveTo>
                      <a:cubicBezTo>
                        <a:pt x="36" y="10"/>
                        <a:pt x="0" y="45"/>
                        <a:pt x="0" y="90"/>
                      </a:cubicBezTo>
                      <a:cubicBezTo>
                        <a:pt x="9" y="135"/>
                        <a:pt x="45" y="161"/>
                        <a:pt x="89" y="161"/>
                      </a:cubicBezTo>
                      <a:cubicBezTo>
                        <a:pt x="125" y="153"/>
                        <a:pt x="161" y="117"/>
                        <a:pt x="161" y="72"/>
                      </a:cubicBezTo>
                      <a:cubicBezTo>
                        <a:pt x="161" y="28"/>
                        <a:pt x="116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2" name="Google Shape;2872;p52"/>
                <p:cNvSpPr/>
                <p:nvPr/>
              </p:nvSpPr>
              <p:spPr>
                <a:xfrm>
                  <a:off x="4187621" y="2814042"/>
                  <a:ext cx="43625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91" extrusionOk="0">
                      <a:moveTo>
                        <a:pt x="161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1"/>
                        <a:pt x="9" y="90"/>
                      </a:cubicBezTo>
                      <a:cubicBezTo>
                        <a:pt x="10" y="90"/>
                        <a:pt x="11" y="91"/>
                        <a:pt x="13" y="91"/>
                      </a:cubicBezTo>
                      <a:cubicBezTo>
                        <a:pt x="30" y="91"/>
                        <a:pt x="88" y="54"/>
                        <a:pt x="161" y="54"/>
                      </a:cubicBezTo>
                      <a:cubicBezTo>
                        <a:pt x="169" y="53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1"/>
                        <a:pt x="321" y="81"/>
                      </a:cubicBezTo>
                      <a:cubicBezTo>
                        <a:pt x="321" y="72"/>
                        <a:pt x="313" y="54"/>
                        <a:pt x="286" y="36"/>
                      </a:cubicBezTo>
                      <a:cubicBezTo>
                        <a:pt x="250" y="9"/>
                        <a:pt x="205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3" name="Google Shape;2873;p52"/>
                <p:cNvSpPr/>
                <p:nvPr/>
              </p:nvSpPr>
              <p:spPr>
                <a:xfrm>
                  <a:off x="4186401" y="2773534"/>
                  <a:ext cx="46063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3" extrusionOk="0">
                      <a:moveTo>
                        <a:pt x="173" y="0"/>
                      </a:moveTo>
                      <a:cubicBezTo>
                        <a:pt x="128" y="0"/>
                        <a:pt x="81" y="14"/>
                        <a:pt x="36" y="41"/>
                      </a:cubicBezTo>
                      <a:cubicBezTo>
                        <a:pt x="9" y="58"/>
                        <a:pt x="0" y="76"/>
                        <a:pt x="9" y="85"/>
                      </a:cubicBezTo>
                      <a:cubicBezTo>
                        <a:pt x="17" y="97"/>
                        <a:pt x="33" y="100"/>
                        <a:pt x="55" y="100"/>
                      </a:cubicBezTo>
                      <a:cubicBezTo>
                        <a:pt x="84" y="100"/>
                        <a:pt x="124" y="94"/>
                        <a:pt x="170" y="94"/>
                      </a:cubicBezTo>
                      <a:cubicBezTo>
                        <a:pt x="223" y="94"/>
                        <a:pt x="273" y="102"/>
                        <a:pt x="305" y="102"/>
                      </a:cubicBezTo>
                      <a:cubicBezTo>
                        <a:pt x="322" y="102"/>
                        <a:pt x="333" y="100"/>
                        <a:pt x="339" y="94"/>
                      </a:cubicBezTo>
                      <a:cubicBezTo>
                        <a:pt x="339" y="76"/>
                        <a:pt x="330" y="58"/>
                        <a:pt x="304" y="41"/>
                      </a:cubicBezTo>
                      <a:cubicBezTo>
                        <a:pt x="264" y="14"/>
                        <a:pt x="219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4" name="Google Shape;2874;p52"/>
                <p:cNvSpPr/>
                <p:nvPr/>
              </p:nvSpPr>
              <p:spPr>
                <a:xfrm>
                  <a:off x="4306031" y="2863087"/>
                  <a:ext cx="65708" cy="89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659" extrusionOk="0">
                      <a:moveTo>
                        <a:pt x="194" y="1"/>
                      </a:moveTo>
                      <a:cubicBezTo>
                        <a:pt x="157" y="1"/>
                        <a:pt x="120" y="6"/>
                        <a:pt x="90" y="13"/>
                      </a:cubicBezTo>
                      <a:cubicBezTo>
                        <a:pt x="45" y="22"/>
                        <a:pt x="1" y="138"/>
                        <a:pt x="1" y="182"/>
                      </a:cubicBezTo>
                      <a:cubicBezTo>
                        <a:pt x="9" y="334"/>
                        <a:pt x="54" y="637"/>
                        <a:pt x="54" y="646"/>
                      </a:cubicBezTo>
                      <a:cubicBezTo>
                        <a:pt x="54" y="651"/>
                        <a:pt x="85" y="658"/>
                        <a:pt x="130" y="658"/>
                      </a:cubicBezTo>
                      <a:cubicBezTo>
                        <a:pt x="254" y="658"/>
                        <a:pt x="484" y="603"/>
                        <a:pt x="464" y="290"/>
                      </a:cubicBezTo>
                      <a:cubicBezTo>
                        <a:pt x="444" y="53"/>
                        <a:pt x="312" y="1"/>
                        <a:pt x="194" y="1"/>
                      </a:cubicBezTo>
                      <a:close/>
                    </a:path>
                  </a:pathLst>
                </a:custGeom>
                <a:solidFill>
                  <a:srgbClr val="BE75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5" name="Google Shape;2875;p52"/>
                <p:cNvSpPr/>
                <p:nvPr/>
              </p:nvSpPr>
              <p:spPr>
                <a:xfrm>
                  <a:off x="4327843" y="2881647"/>
                  <a:ext cx="25470" cy="51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80" extrusionOk="0">
                      <a:moveTo>
                        <a:pt x="63" y="1"/>
                      </a:moveTo>
                      <a:cubicBezTo>
                        <a:pt x="45" y="1"/>
                        <a:pt x="27" y="1"/>
                        <a:pt x="18" y="10"/>
                      </a:cubicBezTo>
                      <a:cubicBezTo>
                        <a:pt x="9" y="19"/>
                        <a:pt x="9" y="28"/>
                        <a:pt x="9" y="45"/>
                      </a:cubicBezTo>
                      <a:cubicBezTo>
                        <a:pt x="0" y="63"/>
                        <a:pt x="9" y="63"/>
                        <a:pt x="9" y="63"/>
                      </a:cubicBezTo>
                      <a:cubicBezTo>
                        <a:pt x="18" y="63"/>
                        <a:pt x="9" y="54"/>
                        <a:pt x="18" y="45"/>
                      </a:cubicBezTo>
                      <a:cubicBezTo>
                        <a:pt x="27" y="28"/>
                        <a:pt x="45" y="19"/>
                        <a:pt x="63" y="19"/>
                      </a:cubicBezTo>
                      <a:cubicBezTo>
                        <a:pt x="89" y="28"/>
                        <a:pt x="107" y="45"/>
                        <a:pt x="125" y="72"/>
                      </a:cubicBezTo>
                      <a:cubicBezTo>
                        <a:pt x="143" y="108"/>
                        <a:pt x="152" y="144"/>
                        <a:pt x="152" y="179"/>
                      </a:cubicBezTo>
                      <a:cubicBezTo>
                        <a:pt x="161" y="242"/>
                        <a:pt x="134" y="313"/>
                        <a:pt x="80" y="349"/>
                      </a:cubicBezTo>
                      <a:cubicBezTo>
                        <a:pt x="63" y="358"/>
                        <a:pt x="36" y="358"/>
                        <a:pt x="18" y="358"/>
                      </a:cubicBezTo>
                      <a:cubicBezTo>
                        <a:pt x="9" y="349"/>
                        <a:pt x="0" y="340"/>
                        <a:pt x="0" y="340"/>
                      </a:cubicBezTo>
                      <a:lnTo>
                        <a:pt x="0" y="340"/>
                      </a:lnTo>
                      <a:cubicBezTo>
                        <a:pt x="0" y="349"/>
                        <a:pt x="0" y="358"/>
                        <a:pt x="9" y="367"/>
                      </a:cubicBezTo>
                      <a:cubicBezTo>
                        <a:pt x="28" y="373"/>
                        <a:pt x="47" y="379"/>
                        <a:pt x="63" y="379"/>
                      </a:cubicBezTo>
                      <a:cubicBezTo>
                        <a:pt x="69" y="379"/>
                        <a:pt x="75" y="378"/>
                        <a:pt x="80" y="376"/>
                      </a:cubicBezTo>
                      <a:cubicBezTo>
                        <a:pt x="152" y="331"/>
                        <a:pt x="187" y="260"/>
                        <a:pt x="179" y="179"/>
                      </a:cubicBezTo>
                      <a:cubicBezTo>
                        <a:pt x="179" y="135"/>
                        <a:pt x="161" y="99"/>
                        <a:pt x="143" y="63"/>
                      </a:cubicBezTo>
                      <a:cubicBezTo>
                        <a:pt x="125" y="28"/>
                        <a:pt x="98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6" name="Google Shape;2876;p52"/>
                <p:cNvSpPr/>
                <p:nvPr/>
              </p:nvSpPr>
              <p:spPr>
                <a:xfrm>
                  <a:off x="4023282" y="2609737"/>
                  <a:ext cx="373518" cy="26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937" extrusionOk="0">
                      <a:moveTo>
                        <a:pt x="312" y="456"/>
                      </a:moveTo>
                      <a:cubicBezTo>
                        <a:pt x="303" y="482"/>
                        <a:pt x="294" y="509"/>
                        <a:pt x="277" y="536"/>
                      </a:cubicBezTo>
                      <a:cubicBezTo>
                        <a:pt x="259" y="563"/>
                        <a:pt x="241" y="581"/>
                        <a:pt x="214" y="598"/>
                      </a:cubicBezTo>
                      <a:cubicBezTo>
                        <a:pt x="196" y="616"/>
                        <a:pt x="170" y="634"/>
                        <a:pt x="152" y="652"/>
                      </a:cubicBezTo>
                      <a:cubicBezTo>
                        <a:pt x="134" y="670"/>
                        <a:pt x="116" y="696"/>
                        <a:pt x="107" y="714"/>
                      </a:cubicBezTo>
                      <a:cubicBezTo>
                        <a:pt x="80" y="759"/>
                        <a:pt x="62" y="804"/>
                        <a:pt x="54" y="857"/>
                      </a:cubicBezTo>
                      <a:cubicBezTo>
                        <a:pt x="54" y="881"/>
                        <a:pt x="54" y="908"/>
                        <a:pt x="56" y="937"/>
                      </a:cubicBezTo>
                      <a:lnTo>
                        <a:pt x="56" y="937"/>
                      </a:lnTo>
                      <a:cubicBezTo>
                        <a:pt x="55" y="912"/>
                        <a:pt x="57" y="884"/>
                        <a:pt x="62" y="857"/>
                      </a:cubicBezTo>
                      <a:cubicBezTo>
                        <a:pt x="62" y="812"/>
                        <a:pt x="80" y="768"/>
                        <a:pt x="107" y="723"/>
                      </a:cubicBezTo>
                      <a:cubicBezTo>
                        <a:pt x="116" y="696"/>
                        <a:pt x="134" y="679"/>
                        <a:pt x="152" y="661"/>
                      </a:cubicBezTo>
                      <a:cubicBezTo>
                        <a:pt x="178" y="643"/>
                        <a:pt x="196" y="625"/>
                        <a:pt x="214" y="607"/>
                      </a:cubicBezTo>
                      <a:cubicBezTo>
                        <a:pt x="241" y="589"/>
                        <a:pt x="259" y="572"/>
                        <a:pt x="277" y="545"/>
                      </a:cubicBezTo>
                      <a:cubicBezTo>
                        <a:pt x="294" y="518"/>
                        <a:pt x="312" y="491"/>
                        <a:pt x="312" y="456"/>
                      </a:cubicBezTo>
                      <a:close/>
                      <a:moveTo>
                        <a:pt x="56" y="937"/>
                      </a:moveTo>
                      <a:cubicBezTo>
                        <a:pt x="57" y="953"/>
                        <a:pt x="59" y="968"/>
                        <a:pt x="62" y="982"/>
                      </a:cubicBezTo>
                      <a:cubicBezTo>
                        <a:pt x="59" y="967"/>
                        <a:pt x="57" y="952"/>
                        <a:pt x="56" y="937"/>
                      </a:cubicBezTo>
                      <a:close/>
                      <a:moveTo>
                        <a:pt x="62" y="982"/>
                      </a:moveTo>
                      <a:cubicBezTo>
                        <a:pt x="62" y="1017"/>
                        <a:pt x="71" y="1043"/>
                        <a:pt x="71" y="1078"/>
                      </a:cubicBezTo>
                      <a:lnTo>
                        <a:pt x="71" y="1078"/>
                      </a:lnTo>
                      <a:cubicBezTo>
                        <a:pt x="71" y="1046"/>
                        <a:pt x="71" y="1014"/>
                        <a:pt x="62" y="982"/>
                      </a:cubicBezTo>
                      <a:close/>
                      <a:moveTo>
                        <a:pt x="71" y="1078"/>
                      </a:moveTo>
                      <a:cubicBezTo>
                        <a:pt x="71" y="1079"/>
                        <a:pt x="71" y="1080"/>
                        <a:pt x="71" y="1081"/>
                      </a:cubicBezTo>
                      <a:lnTo>
                        <a:pt x="71" y="1081"/>
                      </a:lnTo>
                      <a:cubicBezTo>
                        <a:pt x="71" y="1081"/>
                        <a:pt x="71" y="1080"/>
                        <a:pt x="71" y="1080"/>
                      </a:cubicBezTo>
                      <a:cubicBezTo>
                        <a:pt x="71" y="1079"/>
                        <a:pt x="71" y="1079"/>
                        <a:pt x="71" y="1078"/>
                      </a:cubicBezTo>
                      <a:close/>
                      <a:moveTo>
                        <a:pt x="71" y="1081"/>
                      </a:moveTo>
                      <a:lnTo>
                        <a:pt x="71" y="1081"/>
                      </a:lnTo>
                      <a:cubicBezTo>
                        <a:pt x="71" y="1116"/>
                        <a:pt x="62" y="1143"/>
                        <a:pt x="54" y="1169"/>
                      </a:cubicBezTo>
                      <a:cubicBezTo>
                        <a:pt x="62" y="1143"/>
                        <a:pt x="71" y="1116"/>
                        <a:pt x="71" y="1089"/>
                      </a:cubicBezTo>
                      <a:cubicBezTo>
                        <a:pt x="71" y="1086"/>
                        <a:pt x="71" y="1084"/>
                        <a:pt x="71" y="1081"/>
                      </a:cubicBezTo>
                      <a:close/>
                      <a:moveTo>
                        <a:pt x="54" y="1169"/>
                      </a:moveTo>
                      <a:lnTo>
                        <a:pt x="54" y="1169"/>
                      </a:lnTo>
                      <a:cubicBezTo>
                        <a:pt x="36" y="1187"/>
                        <a:pt x="27" y="1205"/>
                        <a:pt x="18" y="1223"/>
                      </a:cubicBezTo>
                      <a:cubicBezTo>
                        <a:pt x="27" y="1214"/>
                        <a:pt x="36" y="1196"/>
                        <a:pt x="54" y="1169"/>
                      </a:cubicBezTo>
                      <a:close/>
                      <a:moveTo>
                        <a:pt x="18" y="1223"/>
                      </a:moveTo>
                      <a:cubicBezTo>
                        <a:pt x="11" y="1230"/>
                        <a:pt x="3" y="1243"/>
                        <a:pt x="1" y="1258"/>
                      </a:cubicBezTo>
                      <a:lnTo>
                        <a:pt x="1" y="1258"/>
                      </a:lnTo>
                      <a:cubicBezTo>
                        <a:pt x="9" y="1249"/>
                        <a:pt x="9" y="1240"/>
                        <a:pt x="18" y="1223"/>
                      </a:cubicBezTo>
                      <a:close/>
                      <a:moveTo>
                        <a:pt x="1" y="1258"/>
                      </a:moveTo>
                      <a:cubicBezTo>
                        <a:pt x="1" y="1258"/>
                        <a:pt x="0" y="1258"/>
                        <a:pt x="0" y="1259"/>
                      </a:cubicBezTo>
                      <a:cubicBezTo>
                        <a:pt x="0" y="1259"/>
                        <a:pt x="0" y="1267"/>
                        <a:pt x="0" y="1267"/>
                      </a:cubicBezTo>
                      <a:cubicBezTo>
                        <a:pt x="0" y="1264"/>
                        <a:pt x="0" y="1261"/>
                        <a:pt x="1" y="1258"/>
                      </a:cubicBezTo>
                      <a:close/>
                      <a:moveTo>
                        <a:pt x="1365" y="1"/>
                      </a:moveTo>
                      <a:cubicBezTo>
                        <a:pt x="1320" y="1"/>
                        <a:pt x="1285" y="1"/>
                        <a:pt x="1240" y="10"/>
                      </a:cubicBezTo>
                      <a:cubicBezTo>
                        <a:pt x="1195" y="18"/>
                        <a:pt x="1160" y="27"/>
                        <a:pt x="1115" y="36"/>
                      </a:cubicBezTo>
                      <a:cubicBezTo>
                        <a:pt x="1079" y="54"/>
                        <a:pt x="1044" y="63"/>
                        <a:pt x="1008" y="72"/>
                      </a:cubicBezTo>
                      <a:cubicBezTo>
                        <a:pt x="987" y="82"/>
                        <a:pt x="963" y="87"/>
                        <a:pt x="940" y="87"/>
                      </a:cubicBezTo>
                      <a:cubicBezTo>
                        <a:pt x="923" y="87"/>
                        <a:pt x="907" y="85"/>
                        <a:pt x="892" y="81"/>
                      </a:cubicBezTo>
                      <a:lnTo>
                        <a:pt x="839" y="72"/>
                      </a:lnTo>
                      <a:lnTo>
                        <a:pt x="776" y="72"/>
                      </a:lnTo>
                      <a:cubicBezTo>
                        <a:pt x="740" y="81"/>
                        <a:pt x="705" y="81"/>
                        <a:pt x="660" y="99"/>
                      </a:cubicBezTo>
                      <a:cubicBezTo>
                        <a:pt x="633" y="108"/>
                        <a:pt x="598" y="126"/>
                        <a:pt x="562" y="143"/>
                      </a:cubicBezTo>
                      <a:cubicBezTo>
                        <a:pt x="446" y="215"/>
                        <a:pt x="357" y="322"/>
                        <a:pt x="312" y="456"/>
                      </a:cubicBezTo>
                      <a:cubicBezTo>
                        <a:pt x="339" y="402"/>
                        <a:pt x="366" y="340"/>
                        <a:pt x="410" y="295"/>
                      </a:cubicBezTo>
                      <a:cubicBezTo>
                        <a:pt x="455" y="233"/>
                        <a:pt x="509" y="188"/>
                        <a:pt x="562" y="152"/>
                      </a:cubicBezTo>
                      <a:cubicBezTo>
                        <a:pt x="598" y="134"/>
                        <a:pt x="625" y="126"/>
                        <a:pt x="660" y="117"/>
                      </a:cubicBezTo>
                      <a:cubicBezTo>
                        <a:pt x="696" y="99"/>
                        <a:pt x="732" y="99"/>
                        <a:pt x="767" y="90"/>
                      </a:cubicBezTo>
                      <a:lnTo>
                        <a:pt x="830" y="90"/>
                      </a:lnTo>
                      <a:lnTo>
                        <a:pt x="883" y="99"/>
                      </a:lnTo>
                      <a:lnTo>
                        <a:pt x="946" y="99"/>
                      </a:lnTo>
                      <a:cubicBezTo>
                        <a:pt x="972" y="99"/>
                        <a:pt x="990" y="99"/>
                        <a:pt x="1008" y="90"/>
                      </a:cubicBezTo>
                      <a:cubicBezTo>
                        <a:pt x="1044" y="81"/>
                        <a:pt x="1079" y="63"/>
                        <a:pt x="1124" y="54"/>
                      </a:cubicBezTo>
                      <a:cubicBezTo>
                        <a:pt x="1160" y="36"/>
                        <a:pt x="1195" y="27"/>
                        <a:pt x="1240" y="27"/>
                      </a:cubicBezTo>
                      <a:cubicBezTo>
                        <a:pt x="1285" y="18"/>
                        <a:pt x="1320" y="18"/>
                        <a:pt x="1365" y="18"/>
                      </a:cubicBezTo>
                      <a:cubicBezTo>
                        <a:pt x="1410" y="18"/>
                        <a:pt x="1445" y="18"/>
                        <a:pt x="1490" y="27"/>
                      </a:cubicBezTo>
                      <a:cubicBezTo>
                        <a:pt x="1570" y="45"/>
                        <a:pt x="1650" y="90"/>
                        <a:pt x="1704" y="152"/>
                      </a:cubicBezTo>
                      <a:lnTo>
                        <a:pt x="1722" y="179"/>
                      </a:lnTo>
                      <a:lnTo>
                        <a:pt x="1731" y="179"/>
                      </a:lnTo>
                      <a:cubicBezTo>
                        <a:pt x="1770" y="169"/>
                        <a:pt x="1810" y="164"/>
                        <a:pt x="1849" y="164"/>
                      </a:cubicBezTo>
                      <a:cubicBezTo>
                        <a:pt x="2056" y="164"/>
                        <a:pt x="2243" y="298"/>
                        <a:pt x="2311" y="500"/>
                      </a:cubicBezTo>
                      <a:lnTo>
                        <a:pt x="2311" y="509"/>
                      </a:lnTo>
                      <a:cubicBezTo>
                        <a:pt x="2364" y="527"/>
                        <a:pt x="2418" y="545"/>
                        <a:pt x="2462" y="572"/>
                      </a:cubicBezTo>
                      <a:cubicBezTo>
                        <a:pt x="2516" y="598"/>
                        <a:pt x="2560" y="634"/>
                        <a:pt x="2596" y="670"/>
                      </a:cubicBezTo>
                      <a:cubicBezTo>
                        <a:pt x="2623" y="714"/>
                        <a:pt x="2650" y="759"/>
                        <a:pt x="2659" y="812"/>
                      </a:cubicBezTo>
                      <a:cubicBezTo>
                        <a:pt x="2659" y="857"/>
                        <a:pt x="2650" y="911"/>
                        <a:pt x="2623" y="946"/>
                      </a:cubicBezTo>
                      <a:lnTo>
                        <a:pt x="2623" y="955"/>
                      </a:lnTo>
                      <a:lnTo>
                        <a:pt x="2632" y="955"/>
                      </a:lnTo>
                      <a:cubicBezTo>
                        <a:pt x="2685" y="1009"/>
                        <a:pt x="2730" y="1080"/>
                        <a:pt x="2739" y="1160"/>
                      </a:cubicBezTo>
                      <a:cubicBezTo>
                        <a:pt x="2748" y="1232"/>
                        <a:pt x="2739" y="1303"/>
                        <a:pt x="2703" y="1374"/>
                      </a:cubicBezTo>
                      <a:cubicBezTo>
                        <a:pt x="2703" y="1383"/>
                        <a:pt x="2694" y="1401"/>
                        <a:pt x="2685" y="1410"/>
                      </a:cubicBezTo>
                      <a:cubicBezTo>
                        <a:pt x="2676" y="1428"/>
                        <a:pt x="2667" y="1437"/>
                        <a:pt x="2659" y="1455"/>
                      </a:cubicBezTo>
                      <a:cubicBezTo>
                        <a:pt x="2650" y="1473"/>
                        <a:pt x="2641" y="1482"/>
                        <a:pt x="2641" y="1499"/>
                      </a:cubicBezTo>
                      <a:cubicBezTo>
                        <a:pt x="2641" y="1517"/>
                        <a:pt x="2641" y="1535"/>
                        <a:pt x="2650" y="1544"/>
                      </a:cubicBezTo>
                      <a:cubicBezTo>
                        <a:pt x="2650" y="1529"/>
                        <a:pt x="2650" y="1516"/>
                        <a:pt x="2650" y="1508"/>
                      </a:cubicBezTo>
                      <a:cubicBezTo>
                        <a:pt x="2650" y="1490"/>
                        <a:pt x="2650" y="1473"/>
                        <a:pt x="2659" y="1464"/>
                      </a:cubicBezTo>
                      <a:cubicBezTo>
                        <a:pt x="2667" y="1446"/>
                        <a:pt x="2676" y="1437"/>
                        <a:pt x="2685" y="1419"/>
                      </a:cubicBezTo>
                      <a:cubicBezTo>
                        <a:pt x="2694" y="1410"/>
                        <a:pt x="2703" y="1392"/>
                        <a:pt x="2712" y="1374"/>
                      </a:cubicBezTo>
                      <a:cubicBezTo>
                        <a:pt x="2748" y="1312"/>
                        <a:pt x="2757" y="1232"/>
                        <a:pt x="2748" y="1160"/>
                      </a:cubicBezTo>
                      <a:cubicBezTo>
                        <a:pt x="2730" y="1082"/>
                        <a:pt x="2696" y="1003"/>
                        <a:pt x="2635" y="949"/>
                      </a:cubicBezTo>
                      <a:lnTo>
                        <a:pt x="2635" y="949"/>
                      </a:lnTo>
                      <a:cubicBezTo>
                        <a:pt x="2660" y="906"/>
                        <a:pt x="2676" y="855"/>
                        <a:pt x="2667" y="804"/>
                      </a:cubicBezTo>
                      <a:cubicBezTo>
                        <a:pt x="2659" y="759"/>
                        <a:pt x="2632" y="705"/>
                        <a:pt x="2605" y="661"/>
                      </a:cubicBezTo>
                      <a:cubicBezTo>
                        <a:pt x="2569" y="625"/>
                        <a:pt x="2525" y="589"/>
                        <a:pt x="2471" y="563"/>
                      </a:cubicBezTo>
                      <a:cubicBezTo>
                        <a:pt x="2418" y="536"/>
                        <a:pt x="2373" y="509"/>
                        <a:pt x="2320" y="491"/>
                      </a:cubicBezTo>
                      <a:lnTo>
                        <a:pt x="2320" y="500"/>
                      </a:lnTo>
                      <a:cubicBezTo>
                        <a:pt x="2252" y="282"/>
                        <a:pt x="2058" y="147"/>
                        <a:pt x="1843" y="147"/>
                      </a:cubicBezTo>
                      <a:cubicBezTo>
                        <a:pt x="1806" y="147"/>
                        <a:pt x="1767" y="151"/>
                        <a:pt x="1729" y="160"/>
                      </a:cubicBezTo>
                      <a:lnTo>
                        <a:pt x="1729" y="160"/>
                      </a:lnTo>
                      <a:lnTo>
                        <a:pt x="1713" y="143"/>
                      </a:lnTo>
                      <a:cubicBezTo>
                        <a:pt x="1650" y="81"/>
                        <a:pt x="1579" y="36"/>
                        <a:pt x="1490" y="18"/>
                      </a:cubicBezTo>
                      <a:cubicBezTo>
                        <a:pt x="1445" y="10"/>
                        <a:pt x="1410" y="1"/>
                        <a:pt x="1365" y="1"/>
                      </a:cubicBezTo>
                      <a:close/>
                      <a:moveTo>
                        <a:pt x="2650" y="1544"/>
                      </a:moveTo>
                      <a:cubicBezTo>
                        <a:pt x="2650" y="1547"/>
                        <a:pt x="2650" y="1550"/>
                        <a:pt x="2650" y="1553"/>
                      </a:cubicBezTo>
                      <a:cubicBezTo>
                        <a:pt x="2653" y="1571"/>
                        <a:pt x="2655" y="1590"/>
                        <a:pt x="2656" y="1609"/>
                      </a:cubicBezTo>
                      <a:lnTo>
                        <a:pt x="2656" y="1609"/>
                      </a:lnTo>
                      <a:cubicBezTo>
                        <a:pt x="2655" y="1587"/>
                        <a:pt x="2653" y="1566"/>
                        <a:pt x="2650" y="1544"/>
                      </a:cubicBezTo>
                      <a:close/>
                      <a:moveTo>
                        <a:pt x="2656" y="1609"/>
                      </a:moveTo>
                      <a:cubicBezTo>
                        <a:pt x="2657" y="1641"/>
                        <a:pt x="2655" y="1673"/>
                        <a:pt x="2650" y="1705"/>
                      </a:cubicBezTo>
                      <a:cubicBezTo>
                        <a:pt x="2650" y="1749"/>
                        <a:pt x="2641" y="1794"/>
                        <a:pt x="2623" y="1829"/>
                      </a:cubicBezTo>
                      <a:cubicBezTo>
                        <a:pt x="2605" y="1865"/>
                        <a:pt x="2587" y="1883"/>
                        <a:pt x="2560" y="1910"/>
                      </a:cubicBezTo>
                      <a:cubicBezTo>
                        <a:pt x="2587" y="1892"/>
                        <a:pt x="2605" y="1865"/>
                        <a:pt x="2623" y="1838"/>
                      </a:cubicBezTo>
                      <a:cubicBezTo>
                        <a:pt x="2641" y="1794"/>
                        <a:pt x="2650" y="1758"/>
                        <a:pt x="2659" y="1713"/>
                      </a:cubicBezTo>
                      <a:cubicBezTo>
                        <a:pt x="2659" y="1679"/>
                        <a:pt x="2659" y="1644"/>
                        <a:pt x="2656" y="1609"/>
                      </a:cubicBezTo>
                      <a:close/>
                      <a:moveTo>
                        <a:pt x="2560" y="1910"/>
                      </a:moveTo>
                      <a:lnTo>
                        <a:pt x="2560" y="1910"/>
                      </a:lnTo>
                      <a:cubicBezTo>
                        <a:pt x="2534" y="1919"/>
                        <a:pt x="2516" y="1928"/>
                        <a:pt x="2507" y="1937"/>
                      </a:cubicBezTo>
                      <a:cubicBezTo>
                        <a:pt x="2516" y="1937"/>
                        <a:pt x="2543" y="1928"/>
                        <a:pt x="2560" y="191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7" name="Google Shape;2877;p52"/>
                <p:cNvSpPr/>
                <p:nvPr/>
              </p:nvSpPr>
              <p:spPr>
                <a:xfrm>
                  <a:off x="4144131" y="2615292"/>
                  <a:ext cx="85894" cy="61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451" extrusionOk="0">
                      <a:moveTo>
                        <a:pt x="598" y="31"/>
                      </a:moveTo>
                      <a:cubicBezTo>
                        <a:pt x="625" y="40"/>
                        <a:pt x="634" y="49"/>
                        <a:pt x="634" y="49"/>
                      </a:cubicBezTo>
                      <a:lnTo>
                        <a:pt x="625" y="40"/>
                      </a:lnTo>
                      <a:cubicBezTo>
                        <a:pt x="616" y="40"/>
                        <a:pt x="607" y="31"/>
                        <a:pt x="598" y="31"/>
                      </a:cubicBezTo>
                      <a:close/>
                      <a:moveTo>
                        <a:pt x="465" y="1"/>
                      </a:moveTo>
                      <a:cubicBezTo>
                        <a:pt x="429" y="1"/>
                        <a:pt x="390" y="11"/>
                        <a:pt x="357" y="31"/>
                      </a:cubicBezTo>
                      <a:cubicBezTo>
                        <a:pt x="303" y="58"/>
                        <a:pt x="259" y="102"/>
                        <a:pt x="232" y="156"/>
                      </a:cubicBezTo>
                      <a:cubicBezTo>
                        <a:pt x="223" y="174"/>
                        <a:pt x="214" y="192"/>
                        <a:pt x="214" y="209"/>
                      </a:cubicBezTo>
                      <a:cubicBezTo>
                        <a:pt x="208" y="221"/>
                        <a:pt x="210" y="237"/>
                        <a:pt x="215" y="252"/>
                      </a:cubicBezTo>
                      <a:lnTo>
                        <a:pt x="215" y="252"/>
                      </a:lnTo>
                      <a:cubicBezTo>
                        <a:pt x="208" y="251"/>
                        <a:pt x="200" y="251"/>
                        <a:pt x="193" y="251"/>
                      </a:cubicBezTo>
                      <a:cubicBezTo>
                        <a:pt x="156" y="251"/>
                        <a:pt x="123" y="261"/>
                        <a:pt x="89" y="281"/>
                      </a:cubicBezTo>
                      <a:cubicBezTo>
                        <a:pt x="36" y="316"/>
                        <a:pt x="0" y="388"/>
                        <a:pt x="9" y="450"/>
                      </a:cubicBezTo>
                      <a:cubicBezTo>
                        <a:pt x="9" y="424"/>
                        <a:pt x="18" y="397"/>
                        <a:pt x="27" y="379"/>
                      </a:cubicBezTo>
                      <a:cubicBezTo>
                        <a:pt x="36" y="343"/>
                        <a:pt x="63" y="316"/>
                        <a:pt x="89" y="290"/>
                      </a:cubicBezTo>
                      <a:cubicBezTo>
                        <a:pt x="122" y="277"/>
                        <a:pt x="155" y="268"/>
                        <a:pt x="187" y="268"/>
                      </a:cubicBezTo>
                      <a:cubicBezTo>
                        <a:pt x="199" y="268"/>
                        <a:pt x="211" y="269"/>
                        <a:pt x="223" y="272"/>
                      </a:cubicBezTo>
                      <a:lnTo>
                        <a:pt x="241" y="272"/>
                      </a:lnTo>
                      <a:lnTo>
                        <a:pt x="232" y="263"/>
                      </a:lnTo>
                      <a:cubicBezTo>
                        <a:pt x="231" y="261"/>
                        <a:pt x="231" y="260"/>
                        <a:pt x="230" y="258"/>
                      </a:cubicBezTo>
                      <a:lnTo>
                        <a:pt x="230" y="258"/>
                      </a:lnTo>
                      <a:lnTo>
                        <a:pt x="232" y="254"/>
                      </a:lnTo>
                      <a:cubicBezTo>
                        <a:pt x="231" y="254"/>
                        <a:pt x="229" y="254"/>
                        <a:pt x="228" y="253"/>
                      </a:cubicBezTo>
                      <a:lnTo>
                        <a:pt x="228" y="253"/>
                      </a:lnTo>
                      <a:cubicBezTo>
                        <a:pt x="223" y="239"/>
                        <a:pt x="223" y="226"/>
                        <a:pt x="223" y="218"/>
                      </a:cubicBezTo>
                      <a:cubicBezTo>
                        <a:pt x="232" y="201"/>
                        <a:pt x="232" y="183"/>
                        <a:pt x="241" y="165"/>
                      </a:cubicBezTo>
                      <a:cubicBezTo>
                        <a:pt x="268" y="111"/>
                        <a:pt x="312" y="67"/>
                        <a:pt x="366" y="40"/>
                      </a:cubicBezTo>
                      <a:cubicBezTo>
                        <a:pt x="402" y="25"/>
                        <a:pt x="439" y="11"/>
                        <a:pt x="475" y="11"/>
                      </a:cubicBezTo>
                      <a:cubicBezTo>
                        <a:pt x="483" y="11"/>
                        <a:pt x="492" y="12"/>
                        <a:pt x="500" y="13"/>
                      </a:cubicBezTo>
                      <a:cubicBezTo>
                        <a:pt x="535" y="13"/>
                        <a:pt x="571" y="22"/>
                        <a:pt x="598" y="31"/>
                      </a:cubicBezTo>
                      <a:cubicBezTo>
                        <a:pt x="571" y="13"/>
                        <a:pt x="535" y="4"/>
                        <a:pt x="500" y="4"/>
                      </a:cubicBezTo>
                      <a:cubicBezTo>
                        <a:pt x="489" y="2"/>
                        <a:pt x="477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8" name="Google Shape;2878;p52"/>
                <p:cNvSpPr/>
                <p:nvPr/>
              </p:nvSpPr>
              <p:spPr>
                <a:xfrm>
                  <a:off x="4251703" y="2682220"/>
                  <a:ext cx="76275" cy="2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189" extrusionOk="0">
                      <a:moveTo>
                        <a:pt x="0" y="170"/>
                      </a:moveTo>
                      <a:cubicBezTo>
                        <a:pt x="3" y="170"/>
                        <a:pt x="5" y="170"/>
                        <a:pt x="7" y="171"/>
                      </a:cubicBezTo>
                      <a:lnTo>
                        <a:pt x="7" y="171"/>
                      </a:lnTo>
                      <a:cubicBezTo>
                        <a:pt x="5" y="170"/>
                        <a:pt x="3" y="170"/>
                        <a:pt x="0" y="170"/>
                      </a:cubicBezTo>
                      <a:close/>
                      <a:moveTo>
                        <a:pt x="562" y="1"/>
                      </a:moveTo>
                      <a:cubicBezTo>
                        <a:pt x="562" y="1"/>
                        <a:pt x="535" y="19"/>
                        <a:pt x="500" y="46"/>
                      </a:cubicBezTo>
                      <a:cubicBezTo>
                        <a:pt x="473" y="63"/>
                        <a:pt x="446" y="72"/>
                        <a:pt x="419" y="72"/>
                      </a:cubicBezTo>
                      <a:cubicBezTo>
                        <a:pt x="410" y="75"/>
                        <a:pt x="400" y="76"/>
                        <a:pt x="391" y="76"/>
                      </a:cubicBezTo>
                      <a:cubicBezTo>
                        <a:pt x="365" y="76"/>
                        <a:pt x="341" y="67"/>
                        <a:pt x="321" y="54"/>
                      </a:cubicBezTo>
                      <a:lnTo>
                        <a:pt x="312" y="46"/>
                      </a:lnTo>
                      <a:lnTo>
                        <a:pt x="312" y="54"/>
                      </a:lnTo>
                      <a:lnTo>
                        <a:pt x="295" y="72"/>
                      </a:lnTo>
                      <a:lnTo>
                        <a:pt x="286" y="90"/>
                      </a:lnTo>
                      <a:cubicBezTo>
                        <a:pt x="259" y="117"/>
                        <a:pt x="223" y="144"/>
                        <a:pt x="187" y="161"/>
                      </a:cubicBezTo>
                      <a:cubicBezTo>
                        <a:pt x="152" y="170"/>
                        <a:pt x="125" y="179"/>
                        <a:pt x="89" y="179"/>
                      </a:cubicBezTo>
                      <a:cubicBezTo>
                        <a:pt x="65" y="179"/>
                        <a:pt x="33" y="172"/>
                        <a:pt x="7" y="171"/>
                      </a:cubicBezTo>
                      <a:lnTo>
                        <a:pt x="7" y="171"/>
                      </a:lnTo>
                      <a:cubicBezTo>
                        <a:pt x="13" y="171"/>
                        <a:pt x="18" y="173"/>
                        <a:pt x="18" y="179"/>
                      </a:cubicBezTo>
                      <a:cubicBezTo>
                        <a:pt x="45" y="179"/>
                        <a:pt x="63" y="188"/>
                        <a:pt x="89" y="188"/>
                      </a:cubicBezTo>
                      <a:cubicBezTo>
                        <a:pt x="125" y="188"/>
                        <a:pt x="161" y="179"/>
                        <a:pt x="187" y="170"/>
                      </a:cubicBezTo>
                      <a:cubicBezTo>
                        <a:pt x="232" y="153"/>
                        <a:pt x="268" y="126"/>
                        <a:pt x="295" y="99"/>
                      </a:cubicBezTo>
                      <a:lnTo>
                        <a:pt x="303" y="81"/>
                      </a:lnTo>
                      <a:lnTo>
                        <a:pt x="318" y="67"/>
                      </a:lnTo>
                      <a:lnTo>
                        <a:pt x="318" y="67"/>
                      </a:lnTo>
                      <a:cubicBezTo>
                        <a:pt x="337" y="78"/>
                        <a:pt x="364" y="85"/>
                        <a:pt x="389" y="85"/>
                      </a:cubicBezTo>
                      <a:cubicBezTo>
                        <a:pt x="400" y="85"/>
                        <a:pt x="410" y="84"/>
                        <a:pt x="419" y="81"/>
                      </a:cubicBezTo>
                      <a:cubicBezTo>
                        <a:pt x="446" y="81"/>
                        <a:pt x="473" y="72"/>
                        <a:pt x="500" y="54"/>
                      </a:cubicBezTo>
                      <a:cubicBezTo>
                        <a:pt x="518" y="46"/>
                        <a:pt x="535" y="28"/>
                        <a:pt x="544" y="19"/>
                      </a:cubicBezTo>
                      <a:cubicBezTo>
                        <a:pt x="553" y="10"/>
                        <a:pt x="562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79" name="Google Shape;2879;p52"/>
                <p:cNvSpPr/>
                <p:nvPr/>
              </p:nvSpPr>
              <p:spPr>
                <a:xfrm>
                  <a:off x="4270941" y="2731806"/>
                  <a:ext cx="90772" cy="1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117" extrusionOk="0">
                      <a:moveTo>
                        <a:pt x="331" y="1"/>
                      </a:moveTo>
                      <a:cubicBezTo>
                        <a:pt x="304" y="36"/>
                        <a:pt x="260" y="63"/>
                        <a:pt x="215" y="90"/>
                      </a:cubicBezTo>
                      <a:cubicBezTo>
                        <a:pt x="179" y="99"/>
                        <a:pt x="144" y="108"/>
                        <a:pt x="99" y="108"/>
                      </a:cubicBezTo>
                      <a:cubicBezTo>
                        <a:pt x="81" y="108"/>
                        <a:pt x="54" y="99"/>
                        <a:pt x="28" y="81"/>
                      </a:cubicBezTo>
                      <a:cubicBezTo>
                        <a:pt x="10" y="72"/>
                        <a:pt x="1" y="63"/>
                        <a:pt x="1" y="63"/>
                      </a:cubicBezTo>
                      <a:lnTo>
                        <a:pt x="1" y="63"/>
                      </a:lnTo>
                      <a:cubicBezTo>
                        <a:pt x="10" y="72"/>
                        <a:pt x="10" y="72"/>
                        <a:pt x="10" y="72"/>
                      </a:cubicBezTo>
                      <a:cubicBezTo>
                        <a:pt x="19" y="81"/>
                        <a:pt x="19" y="81"/>
                        <a:pt x="28" y="90"/>
                      </a:cubicBezTo>
                      <a:cubicBezTo>
                        <a:pt x="45" y="99"/>
                        <a:pt x="72" y="117"/>
                        <a:pt x="99" y="117"/>
                      </a:cubicBezTo>
                      <a:cubicBezTo>
                        <a:pt x="144" y="117"/>
                        <a:pt x="188" y="117"/>
                        <a:pt x="224" y="99"/>
                      </a:cubicBezTo>
                      <a:cubicBezTo>
                        <a:pt x="265" y="74"/>
                        <a:pt x="306" y="50"/>
                        <a:pt x="340" y="18"/>
                      </a:cubicBezTo>
                      <a:lnTo>
                        <a:pt x="340" y="18"/>
                      </a:lnTo>
                      <a:lnTo>
                        <a:pt x="340" y="19"/>
                      </a:lnTo>
                      <a:cubicBezTo>
                        <a:pt x="358" y="45"/>
                        <a:pt x="376" y="63"/>
                        <a:pt x="402" y="72"/>
                      </a:cubicBezTo>
                      <a:cubicBezTo>
                        <a:pt x="429" y="81"/>
                        <a:pt x="447" y="90"/>
                        <a:pt x="474" y="90"/>
                      </a:cubicBezTo>
                      <a:cubicBezTo>
                        <a:pt x="495" y="100"/>
                        <a:pt x="519" y="105"/>
                        <a:pt x="544" y="105"/>
                      </a:cubicBezTo>
                      <a:cubicBezTo>
                        <a:pt x="562" y="105"/>
                        <a:pt x="580" y="102"/>
                        <a:pt x="599" y="99"/>
                      </a:cubicBezTo>
                      <a:cubicBezTo>
                        <a:pt x="625" y="90"/>
                        <a:pt x="643" y="72"/>
                        <a:pt x="661" y="45"/>
                      </a:cubicBezTo>
                      <a:cubicBezTo>
                        <a:pt x="670" y="45"/>
                        <a:pt x="670" y="36"/>
                        <a:pt x="670" y="27"/>
                      </a:cubicBezTo>
                      <a:lnTo>
                        <a:pt x="670" y="19"/>
                      </a:lnTo>
                      <a:cubicBezTo>
                        <a:pt x="661" y="27"/>
                        <a:pt x="661" y="36"/>
                        <a:pt x="652" y="45"/>
                      </a:cubicBezTo>
                      <a:cubicBezTo>
                        <a:pt x="634" y="63"/>
                        <a:pt x="607" y="81"/>
                        <a:pt x="590" y="90"/>
                      </a:cubicBezTo>
                      <a:cubicBezTo>
                        <a:pt x="577" y="92"/>
                        <a:pt x="564" y="94"/>
                        <a:pt x="552" y="94"/>
                      </a:cubicBezTo>
                      <a:cubicBezTo>
                        <a:pt x="523" y="94"/>
                        <a:pt x="496" y="87"/>
                        <a:pt x="465" y="81"/>
                      </a:cubicBezTo>
                      <a:cubicBezTo>
                        <a:pt x="447" y="72"/>
                        <a:pt x="420" y="63"/>
                        <a:pt x="402" y="54"/>
                      </a:cubicBezTo>
                      <a:cubicBezTo>
                        <a:pt x="376" y="45"/>
                        <a:pt x="358" y="27"/>
                        <a:pt x="349" y="10"/>
                      </a:cubicBezTo>
                      <a:lnTo>
                        <a:pt x="3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0" name="Google Shape;2880;p52"/>
                <p:cNvSpPr/>
                <p:nvPr/>
              </p:nvSpPr>
              <p:spPr>
                <a:xfrm>
                  <a:off x="4351959" y="2523978"/>
                  <a:ext cx="56902" cy="12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941" extrusionOk="0">
                      <a:moveTo>
                        <a:pt x="411" y="0"/>
                      </a:moveTo>
                      <a:cubicBezTo>
                        <a:pt x="393" y="0"/>
                        <a:pt x="375" y="18"/>
                        <a:pt x="366" y="27"/>
                      </a:cubicBezTo>
                      <a:cubicBezTo>
                        <a:pt x="340" y="54"/>
                        <a:pt x="331" y="89"/>
                        <a:pt x="331" y="116"/>
                      </a:cubicBezTo>
                      <a:cubicBezTo>
                        <a:pt x="331" y="161"/>
                        <a:pt x="340" y="197"/>
                        <a:pt x="357" y="232"/>
                      </a:cubicBezTo>
                      <a:cubicBezTo>
                        <a:pt x="304" y="232"/>
                        <a:pt x="250" y="250"/>
                        <a:pt x="206" y="286"/>
                      </a:cubicBezTo>
                      <a:cubicBezTo>
                        <a:pt x="179" y="304"/>
                        <a:pt x="161" y="330"/>
                        <a:pt x="152" y="357"/>
                      </a:cubicBezTo>
                      <a:cubicBezTo>
                        <a:pt x="134" y="384"/>
                        <a:pt x="125" y="420"/>
                        <a:pt x="134" y="446"/>
                      </a:cubicBezTo>
                      <a:cubicBezTo>
                        <a:pt x="134" y="504"/>
                        <a:pt x="157" y="554"/>
                        <a:pt x="196" y="589"/>
                      </a:cubicBezTo>
                      <a:lnTo>
                        <a:pt x="196" y="589"/>
                      </a:lnTo>
                      <a:cubicBezTo>
                        <a:pt x="137" y="593"/>
                        <a:pt x="79" y="628"/>
                        <a:pt x="45" y="678"/>
                      </a:cubicBezTo>
                      <a:cubicBezTo>
                        <a:pt x="9" y="714"/>
                        <a:pt x="1" y="767"/>
                        <a:pt x="1" y="812"/>
                      </a:cubicBezTo>
                      <a:cubicBezTo>
                        <a:pt x="1" y="848"/>
                        <a:pt x="9" y="883"/>
                        <a:pt x="18" y="910"/>
                      </a:cubicBezTo>
                      <a:cubicBezTo>
                        <a:pt x="27" y="919"/>
                        <a:pt x="27" y="928"/>
                        <a:pt x="36" y="937"/>
                      </a:cubicBezTo>
                      <a:cubicBezTo>
                        <a:pt x="42" y="937"/>
                        <a:pt x="44" y="941"/>
                        <a:pt x="45" y="941"/>
                      </a:cubicBezTo>
                      <a:cubicBezTo>
                        <a:pt x="45" y="941"/>
                        <a:pt x="45" y="940"/>
                        <a:pt x="45" y="937"/>
                      </a:cubicBezTo>
                      <a:cubicBezTo>
                        <a:pt x="45" y="937"/>
                        <a:pt x="36" y="928"/>
                        <a:pt x="27" y="910"/>
                      </a:cubicBezTo>
                      <a:cubicBezTo>
                        <a:pt x="9" y="883"/>
                        <a:pt x="9" y="848"/>
                        <a:pt x="9" y="812"/>
                      </a:cubicBezTo>
                      <a:cubicBezTo>
                        <a:pt x="9" y="767"/>
                        <a:pt x="18" y="723"/>
                        <a:pt x="54" y="678"/>
                      </a:cubicBezTo>
                      <a:cubicBezTo>
                        <a:pt x="90" y="634"/>
                        <a:pt x="152" y="607"/>
                        <a:pt x="215" y="598"/>
                      </a:cubicBezTo>
                      <a:lnTo>
                        <a:pt x="233" y="598"/>
                      </a:lnTo>
                      <a:lnTo>
                        <a:pt x="215" y="589"/>
                      </a:lnTo>
                      <a:cubicBezTo>
                        <a:pt x="170" y="553"/>
                        <a:pt x="143" y="509"/>
                        <a:pt x="143" y="446"/>
                      </a:cubicBezTo>
                      <a:cubicBezTo>
                        <a:pt x="143" y="393"/>
                        <a:pt x="170" y="330"/>
                        <a:pt x="215" y="295"/>
                      </a:cubicBezTo>
                      <a:cubicBezTo>
                        <a:pt x="259" y="259"/>
                        <a:pt x="304" y="241"/>
                        <a:pt x="357" y="241"/>
                      </a:cubicBezTo>
                      <a:lnTo>
                        <a:pt x="366" y="241"/>
                      </a:lnTo>
                      <a:lnTo>
                        <a:pt x="366" y="232"/>
                      </a:lnTo>
                      <a:cubicBezTo>
                        <a:pt x="357" y="197"/>
                        <a:pt x="348" y="161"/>
                        <a:pt x="340" y="116"/>
                      </a:cubicBezTo>
                      <a:cubicBezTo>
                        <a:pt x="340" y="89"/>
                        <a:pt x="348" y="63"/>
                        <a:pt x="366" y="36"/>
                      </a:cubicBezTo>
                      <a:cubicBezTo>
                        <a:pt x="384" y="18"/>
                        <a:pt x="402" y="9"/>
                        <a:pt x="4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1" name="Google Shape;2881;p52"/>
                <p:cNvSpPr/>
                <p:nvPr/>
              </p:nvSpPr>
              <p:spPr>
                <a:xfrm>
                  <a:off x="4367675" y="2633988"/>
                  <a:ext cx="154854" cy="26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" h="197" extrusionOk="0">
                      <a:moveTo>
                        <a:pt x="741" y="0"/>
                      </a:moveTo>
                      <a:lnTo>
                        <a:pt x="741" y="9"/>
                      </a:lnTo>
                      <a:cubicBezTo>
                        <a:pt x="705" y="71"/>
                        <a:pt x="643" y="125"/>
                        <a:pt x="563" y="143"/>
                      </a:cubicBezTo>
                      <a:cubicBezTo>
                        <a:pt x="549" y="146"/>
                        <a:pt x="535" y="147"/>
                        <a:pt x="522" y="147"/>
                      </a:cubicBezTo>
                      <a:cubicBezTo>
                        <a:pt x="456" y="147"/>
                        <a:pt x="394" y="111"/>
                        <a:pt x="357" y="45"/>
                      </a:cubicBezTo>
                      <a:lnTo>
                        <a:pt x="348" y="36"/>
                      </a:lnTo>
                      <a:lnTo>
                        <a:pt x="348" y="54"/>
                      </a:lnTo>
                      <a:cubicBezTo>
                        <a:pt x="331" y="98"/>
                        <a:pt x="286" y="143"/>
                        <a:pt x="241" y="161"/>
                      </a:cubicBezTo>
                      <a:cubicBezTo>
                        <a:pt x="197" y="178"/>
                        <a:pt x="152" y="187"/>
                        <a:pt x="117" y="187"/>
                      </a:cubicBezTo>
                      <a:cubicBezTo>
                        <a:pt x="81" y="187"/>
                        <a:pt x="54" y="187"/>
                        <a:pt x="27" y="178"/>
                      </a:cubicBezTo>
                      <a:lnTo>
                        <a:pt x="1" y="178"/>
                      </a:lnTo>
                      <a:cubicBezTo>
                        <a:pt x="9" y="187"/>
                        <a:pt x="18" y="187"/>
                        <a:pt x="27" y="187"/>
                      </a:cubicBezTo>
                      <a:cubicBezTo>
                        <a:pt x="54" y="196"/>
                        <a:pt x="81" y="196"/>
                        <a:pt x="117" y="196"/>
                      </a:cubicBezTo>
                      <a:cubicBezTo>
                        <a:pt x="161" y="196"/>
                        <a:pt x="197" y="187"/>
                        <a:pt x="241" y="178"/>
                      </a:cubicBezTo>
                      <a:cubicBezTo>
                        <a:pt x="268" y="161"/>
                        <a:pt x="286" y="152"/>
                        <a:pt x="313" y="134"/>
                      </a:cubicBezTo>
                      <a:cubicBezTo>
                        <a:pt x="329" y="110"/>
                        <a:pt x="344" y="87"/>
                        <a:pt x="354" y="63"/>
                      </a:cubicBezTo>
                      <a:lnTo>
                        <a:pt x="354" y="63"/>
                      </a:lnTo>
                      <a:cubicBezTo>
                        <a:pt x="392" y="124"/>
                        <a:pt x="457" y="156"/>
                        <a:pt x="521" y="156"/>
                      </a:cubicBezTo>
                      <a:cubicBezTo>
                        <a:pt x="535" y="156"/>
                        <a:pt x="549" y="155"/>
                        <a:pt x="563" y="152"/>
                      </a:cubicBezTo>
                      <a:cubicBezTo>
                        <a:pt x="641" y="134"/>
                        <a:pt x="711" y="92"/>
                        <a:pt x="747" y="15"/>
                      </a:cubicBezTo>
                      <a:lnTo>
                        <a:pt x="747" y="15"/>
                      </a:lnTo>
                      <a:cubicBezTo>
                        <a:pt x="790" y="56"/>
                        <a:pt x="842" y="81"/>
                        <a:pt x="893" y="98"/>
                      </a:cubicBezTo>
                      <a:cubicBezTo>
                        <a:pt x="924" y="105"/>
                        <a:pt x="956" y="111"/>
                        <a:pt x="987" y="111"/>
                      </a:cubicBezTo>
                      <a:cubicBezTo>
                        <a:pt x="1000" y="111"/>
                        <a:pt x="1013" y="110"/>
                        <a:pt x="1026" y="107"/>
                      </a:cubicBezTo>
                      <a:cubicBezTo>
                        <a:pt x="1062" y="98"/>
                        <a:pt x="1089" y="89"/>
                        <a:pt x="1116" y="80"/>
                      </a:cubicBezTo>
                      <a:cubicBezTo>
                        <a:pt x="1125" y="80"/>
                        <a:pt x="1134" y="71"/>
                        <a:pt x="1134" y="71"/>
                      </a:cubicBezTo>
                      <a:lnTo>
                        <a:pt x="1142" y="63"/>
                      </a:lnTo>
                      <a:lnTo>
                        <a:pt x="1142" y="63"/>
                      </a:lnTo>
                      <a:cubicBezTo>
                        <a:pt x="1107" y="80"/>
                        <a:pt x="1062" y="89"/>
                        <a:pt x="1026" y="98"/>
                      </a:cubicBezTo>
                      <a:cubicBezTo>
                        <a:pt x="982" y="98"/>
                        <a:pt x="937" y="98"/>
                        <a:pt x="893" y="89"/>
                      </a:cubicBezTo>
                      <a:cubicBezTo>
                        <a:pt x="839" y="71"/>
                        <a:pt x="786" y="45"/>
                        <a:pt x="7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2" name="Google Shape;2882;p52"/>
                <p:cNvSpPr/>
                <p:nvPr/>
              </p:nvSpPr>
              <p:spPr>
                <a:xfrm>
                  <a:off x="4376075" y="2684658"/>
                  <a:ext cx="90907" cy="4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67" extrusionOk="0">
                      <a:moveTo>
                        <a:pt x="661" y="349"/>
                      </a:moveTo>
                      <a:cubicBezTo>
                        <a:pt x="661" y="349"/>
                        <a:pt x="661" y="350"/>
                        <a:pt x="661" y="351"/>
                      </a:cubicBezTo>
                      <a:lnTo>
                        <a:pt x="661" y="351"/>
                      </a:lnTo>
                      <a:cubicBezTo>
                        <a:pt x="664" y="350"/>
                        <a:pt x="667" y="349"/>
                        <a:pt x="670" y="349"/>
                      </a:cubicBezTo>
                      <a:close/>
                      <a:moveTo>
                        <a:pt x="1" y="1"/>
                      </a:moveTo>
                      <a:cubicBezTo>
                        <a:pt x="10" y="19"/>
                        <a:pt x="10" y="28"/>
                        <a:pt x="19" y="36"/>
                      </a:cubicBezTo>
                      <a:cubicBezTo>
                        <a:pt x="46" y="54"/>
                        <a:pt x="72" y="81"/>
                        <a:pt x="99" y="99"/>
                      </a:cubicBezTo>
                      <a:cubicBezTo>
                        <a:pt x="135" y="117"/>
                        <a:pt x="179" y="135"/>
                        <a:pt x="224" y="143"/>
                      </a:cubicBezTo>
                      <a:cubicBezTo>
                        <a:pt x="235" y="145"/>
                        <a:pt x="246" y="146"/>
                        <a:pt x="257" y="146"/>
                      </a:cubicBezTo>
                      <a:cubicBezTo>
                        <a:pt x="302" y="146"/>
                        <a:pt x="345" y="134"/>
                        <a:pt x="385" y="116"/>
                      </a:cubicBezTo>
                      <a:lnTo>
                        <a:pt x="385" y="116"/>
                      </a:lnTo>
                      <a:cubicBezTo>
                        <a:pt x="386" y="173"/>
                        <a:pt x="397" y="228"/>
                        <a:pt x="429" y="268"/>
                      </a:cubicBezTo>
                      <a:cubicBezTo>
                        <a:pt x="456" y="313"/>
                        <a:pt x="501" y="340"/>
                        <a:pt x="545" y="358"/>
                      </a:cubicBezTo>
                      <a:cubicBezTo>
                        <a:pt x="581" y="367"/>
                        <a:pt x="608" y="367"/>
                        <a:pt x="643" y="367"/>
                      </a:cubicBezTo>
                      <a:cubicBezTo>
                        <a:pt x="651" y="367"/>
                        <a:pt x="660" y="359"/>
                        <a:pt x="661" y="351"/>
                      </a:cubicBezTo>
                      <a:lnTo>
                        <a:pt x="661" y="351"/>
                      </a:lnTo>
                      <a:cubicBezTo>
                        <a:pt x="655" y="354"/>
                        <a:pt x="649" y="358"/>
                        <a:pt x="643" y="358"/>
                      </a:cubicBezTo>
                      <a:cubicBezTo>
                        <a:pt x="608" y="358"/>
                        <a:pt x="581" y="358"/>
                        <a:pt x="545" y="349"/>
                      </a:cubicBezTo>
                      <a:cubicBezTo>
                        <a:pt x="447" y="313"/>
                        <a:pt x="385" y="206"/>
                        <a:pt x="402" y="108"/>
                      </a:cubicBezTo>
                      <a:lnTo>
                        <a:pt x="402" y="90"/>
                      </a:lnTo>
                      <a:lnTo>
                        <a:pt x="394" y="99"/>
                      </a:lnTo>
                      <a:cubicBezTo>
                        <a:pt x="392" y="100"/>
                        <a:pt x="391" y="100"/>
                        <a:pt x="389" y="101"/>
                      </a:cubicBezTo>
                      <a:lnTo>
                        <a:pt x="389" y="101"/>
                      </a:lnTo>
                      <a:lnTo>
                        <a:pt x="385" y="99"/>
                      </a:lnTo>
                      <a:lnTo>
                        <a:pt x="385" y="99"/>
                      </a:lnTo>
                      <a:cubicBezTo>
                        <a:pt x="385" y="100"/>
                        <a:pt x="385" y="102"/>
                        <a:pt x="385" y="103"/>
                      </a:cubicBezTo>
                      <a:lnTo>
                        <a:pt x="385" y="103"/>
                      </a:lnTo>
                      <a:cubicBezTo>
                        <a:pt x="334" y="127"/>
                        <a:pt x="283" y="135"/>
                        <a:pt x="233" y="135"/>
                      </a:cubicBezTo>
                      <a:cubicBezTo>
                        <a:pt x="179" y="126"/>
                        <a:pt x="135" y="108"/>
                        <a:pt x="99" y="90"/>
                      </a:cubicBezTo>
                      <a:cubicBezTo>
                        <a:pt x="63" y="63"/>
                        <a:pt x="28" y="36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3" name="Google Shape;2883;p52"/>
                <p:cNvSpPr/>
                <p:nvPr/>
              </p:nvSpPr>
              <p:spPr>
                <a:xfrm>
                  <a:off x="4281915" y="2533597"/>
                  <a:ext cx="53244" cy="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706" extrusionOk="0">
                      <a:moveTo>
                        <a:pt x="18" y="1"/>
                      </a:moveTo>
                      <a:cubicBezTo>
                        <a:pt x="17" y="8"/>
                        <a:pt x="15" y="15"/>
                        <a:pt x="14" y="23"/>
                      </a:cubicBezTo>
                      <a:lnTo>
                        <a:pt x="14" y="23"/>
                      </a:lnTo>
                      <a:cubicBezTo>
                        <a:pt x="16" y="18"/>
                        <a:pt x="18" y="14"/>
                        <a:pt x="18" y="10"/>
                      </a:cubicBezTo>
                      <a:cubicBezTo>
                        <a:pt x="18" y="1"/>
                        <a:pt x="18" y="1"/>
                        <a:pt x="18" y="1"/>
                      </a:cubicBezTo>
                      <a:close/>
                      <a:moveTo>
                        <a:pt x="14" y="23"/>
                      </a:moveTo>
                      <a:cubicBezTo>
                        <a:pt x="11" y="27"/>
                        <a:pt x="9" y="32"/>
                        <a:pt x="9" y="36"/>
                      </a:cubicBezTo>
                      <a:cubicBezTo>
                        <a:pt x="0" y="63"/>
                        <a:pt x="0" y="99"/>
                        <a:pt x="0" y="134"/>
                      </a:cubicBezTo>
                      <a:cubicBezTo>
                        <a:pt x="9" y="179"/>
                        <a:pt x="27" y="233"/>
                        <a:pt x="54" y="268"/>
                      </a:cubicBezTo>
                      <a:cubicBezTo>
                        <a:pt x="107" y="348"/>
                        <a:pt x="195" y="401"/>
                        <a:pt x="293" y="402"/>
                      </a:cubicBezTo>
                      <a:lnTo>
                        <a:pt x="293" y="402"/>
                      </a:lnTo>
                      <a:cubicBezTo>
                        <a:pt x="285" y="445"/>
                        <a:pt x="277" y="494"/>
                        <a:pt x="286" y="536"/>
                      </a:cubicBezTo>
                      <a:cubicBezTo>
                        <a:pt x="295" y="580"/>
                        <a:pt x="303" y="616"/>
                        <a:pt x="321" y="652"/>
                      </a:cubicBezTo>
                      <a:cubicBezTo>
                        <a:pt x="330" y="661"/>
                        <a:pt x="339" y="670"/>
                        <a:pt x="339" y="688"/>
                      </a:cubicBezTo>
                      <a:cubicBezTo>
                        <a:pt x="348" y="696"/>
                        <a:pt x="357" y="705"/>
                        <a:pt x="375" y="705"/>
                      </a:cubicBezTo>
                      <a:cubicBezTo>
                        <a:pt x="384" y="705"/>
                        <a:pt x="384" y="696"/>
                        <a:pt x="393" y="696"/>
                      </a:cubicBezTo>
                      <a:cubicBezTo>
                        <a:pt x="393" y="688"/>
                        <a:pt x="393" y="688"/>
                        <a:pt x="393" y="688"/>
                      </a:cubicBezTo>
                      <a:lnTo>
                        <a:pt x="384" y="688"/>
                      </a:lnTo>
                      <a:cubicBezTo>
                        <a:pt x="384" y="696"/>
                        <a:pt x="375" y="696"/>
                        <a:pt x="366" y="696"/>
                      </a:cubicBezTo>
                      <a:cubicBezTo>
                        <a:pt x="357" y="696"/>
                        <a:pt x="348" y="688"/>
                        <a:pt x="348" y="679"/>
                      </a:cubicBezTo>
                      <a:cubicBezTo>
                        <a:pt x="295" y="598"/>
                        <a:pt x="277" y="491"/>
                        <a:pt x="303" y="402"/>
                      </a:cubicBezTo>
                      <a:lnTo>
                        <a:pt x="303" y="393"/>
                      </a:lnTo>
                      <a:lnTo>
                        <a:pt x="295" y="393"/>
                      </a:lnTo>
                      <a:cubicBezTo>
                        <a:pt x="152" y="384"/>
                        <a:pt x="27" y="277"/>
                        <a:pt x="9" y="134"/>
                      </a:cubicBezTo>
                      <a:cubicBezTo>
                        <a:pt x="2" y="97"/>
                        <a:pt x="7" y="60"/>
                        <a:pt x="14" y="2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884" name="Google Shape;2884;p52"/>
              <p:cNvGrpSpPr/>
              <p:nvPr/>
            </p:nvGrpSpPr>
            <p:grpSpPr>
              <a:xfrm>
                <a:off x="1603629" y="2371932"/>
                <a:ext cx="939243" cy="2411524"/>
                <a:chOff x="551664" y="1883261"/>
                <a:chExt cx="1083950" cy="2783063"/>
              </a:xfrm>
            </p:grpSpPr>
            <p:sp>
              <p:nvSpPr>
                <p:cNvPr id="2885" name="Google Shape;2885;p52"/>
                <p:cNvSpPr/>
                <p:nvPr/>
              </p:nvSpPr>
              <p:spPr>
                <a:xfrm>
                  <a:off x="574765" y="2454161"/>
                  <a:ext cx="1017556" cy="2212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9" h="13694" extrusionOk="0">
                      <a:moveTo>
                        <a:pt x="6299" y="0"/>
                      </a:moveTo>
                      <a:lnTo>
                        <a:pt x="2614" y="27"/>
                      </a:lnTo>
                      <a:lnTo>
                        <a:pt x="1" y="2409"/>
                      </a:lnTo>
                      <a:lnTo>
                        <a:pt x="1" y="13694"/>
                      </a:lnTo>
                      <a:lnTo>
                        <a:pt x="6281" y="13694"/>
                      </a:lnTo>
                      <a:lnTo>
                        <a:pt x="6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6" name="Google Shape;2886;p52"/>
                <p:cNvSpPr/>
                <p:nvPr/>
              </p:nvSpPr>
              <p:spPr>
                <a:xfrm>
                  <a:off x="551664" y="2445437"/>
                  <a:ext cx="1083950" cy="49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3088" extrusionOk="0">
                      <a:moveTo>
                        <a:pt x="6709" y="1"/>
                      </a:moveTo>
                      <a:lnTo>
                        <a:pt x="2757" y="10"/>
                      </a:lnTo>
                      <a:lnTo>
                        <a:pt x="1" y="2490"/>
                      </a:lnTo>
                      <a:lnTo>
                        <a:pt x="1" y="3087"/>
                      </a:lnTo>
                      <a:lnTo>
                        <a:pt x="2909" y="473"/>
                      </a:lnTo>
                      <a:lnTo>
                        <a:pt x="6709" y="465"/>
                      </a:lnTo>
                      <a:lnTo>
                        <a:pt x="6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7" name="Google Shape;2887;p52"/>
                <p:cNvSpPr/>
                <p:nvPr/>
              </p:nvSpPr>
              <p:spPr>
                <a:xfrm>
                  <a:off x="1020146" y="2521848"/>
                  <a:ext cx="7269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13151" extrusionOk="0">
                      <a:moveTo>
                        <a:pt x="9" y="0"/>
                      </a:moveTo>
                      <a:cubicBezTo>
                        <a:pt x="0" y="0"/>
                        <a:pt x="0" y="2953"/>
                        <a:pt x="9" y="6584"/>
                      </a:cubicBezTo>
                      <a:cubicBezTo>
                        <a:pt x="9" y="10206"/>
                        <a:pt x="27" y="13150"/>
                        <a:pt x="36" y="13150"/>
                      </a:cubicBezTo>
                      <a:cubicBezTo>
                        <a:pt x="45" y="13150"/>
                        <a:pt x="45" y="10215"/>
                        <a:pt x="36" y="6584"/>
                      </a:cubicBezTo>
                      <a:cubicBezTo>
                        <a:pt x="36" y="2944"/>
                        <a:pt x="18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8" name="Google Shape;2888;p52"/>
                <p:cNvSpPr/>
                <p:nvPr/>
              </p:nvSpPr>
              <p:spPr>
                <a:xfrm>
                  <a:off x="1586524" y="2521848"/>
                  <a:ext cx="5816" cy="2124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3151" extrusionOk="0">
                      <a:moveTo>
                        <a:pt x="18" y="0"/>
                      </a:moveTo>
                      <a:cubicBezTo>
                        <a:pt x="9" y="0"/>
                        <a:pt x="0" y="2953"/>
                        <a:pt x="0" y="6584"/>
                      </a:cubicBezTo>
                      <a:cubicBezTo>
                        <a:pt x="0" y="10206"/>
                        <a:pt x="9" y="13150"/>
                        <a:pt x="18" y="13150"/>
                      </a:cubicBezTo>
                      <a:cubicBezTo>
                        <a:pt x="27" y="13150"/>
                        <a:pt x="36" y="10215"/>
                        <a:pt x="36" y="6584"/>
                      </a:cubicBezTo>
                      <a:cubicBezTo>
                        <a:pt x="36" y="2944"/>
                        <a:pt x="27" y="0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89" name="Google Shape;2889;p52"/>
                <p:cNvSpPr/>
                <p:nvPr/>
              </p:nvSpPr>
              <p:spPr>
                <a:xfrm>
                  <a:off x="551664" y="2518940"/>
                  <a:ext cx="1083950" cy="42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" h="2633" extrusionOk="0">
                      <a:moveTo>
                        <a:pt x="5603" y="1"/>
                      </a:moveTo>
                      <a:lnTo>
                        <a:pt x="2909" y="10"/>
                      </a:lnTo>
                      <a:lnTo>
                        <a:pt x="2900" y="10"/>
                      </a:lnTo>
                      <a:lnTo>
                        <a:pt x="2856" y="45"/>
                      </a:lnTo>
                      <a:lnTo>
                        <a:pt x="831" y="1874"/>
                      </a:lnTo>
                      <a:lnTo>
                        <a:pt x="224" y="2427"/>
                      </a:lnTo>
                      <a:lnTo>
                        <a:pt x="54" y="2579"/>
                      </a:lnTo>
                      <a:lnTo>
                        <a:pt x="10" y="2623"/>
                      </a:lnTo>
                      <a:cubicBezTo>
                        <a:pt x="10" y="2623"/>
                        <a:pt x="1" y="2632"/>
                        <a:pt x="1" y="2632"/>
                      </a:cubicBezTo>
                      <a:lnTo>
                        <a:pt x="19" y="2623"/>
                      </a:lnTo>
                      <a:lnTo>
                        <a:pt x="63" y="2588"/>
                      </a:lnTo>
                      <a:lnTo>
                        <a:pt x="233" y="2436"/>
                      </a:lnTo>
                      <a:lnTo>
                        <a:pt x="848" y="1883"/>
                      </a:lnTo>
                      <a:lnTo>
                        <a:pt x="2882" y="72"/>
                      </a:lnTo>
                      <a:lnTo>
                        <a:pt x="2927" y="36"/>
                      </a:lnTo>
                      <a:lnTo>
                        <a:pt x="2918" y="36"/>
                      </a:lnTo>
                      <a:lnTo>
                        <a:pt x="5603" y="18"/>
                      </a:lnTo>
                      <a:lnTo>
                        <a:pt x="6415" y="10"/>
                      </a:lnTo>
                      <a:lnTo>
                        <a:pt x="6709" y="10"/>
                      </a:lnTo>
                      <a:cubicBezTo>
                        <a:pt x="6709" y="10"/>
                        <a:pt x="6701" y="1"/>
                        <a:pt x="66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90" name="Google Shape;2890;p52"/>
                <p:cNvSpPr/>
                <p:nvPr/>
              </p:nvSpPr>
              <p:spPr>
                <a:xfrm>
                  <a:off x="1388954" y="1938186"/>
                  <a:ext cx="158796" cy="507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141" extrusionOk="0">
                      <a:moveTo>
                        <a:pt x="28" y="0"/>
                      </a:moveTo>
                      <a:lnTo>
                        <a:pt x="1" y="54"/>
                      </a:lnTo>
                      <a:lnTo>
                        <a:pt x="483" y="304"/>
                      </a:lnTo>
                      <a:cubicBezTo>
                        <a:pt x="750" y="438"/>
                        <a:pt x="920" y="705"/>
                        <a:pt x="920" y="1000"/>
                      </a:cubicBezTo>
                      <a:lnTo>
                        <a:pt x="920" y="3141"/>
                      </a:lnTo>
                      <a:lnTo>
                        <a:pt x="982" y="3141"/>
                      </a:lnTo>
                      <a:lnTo>
                        <a:pt x="982" y="1000"/>
                      </a:lnTo>
                      <a:cubicBezTo>
                        <a:pt x="982" y="678"/>
                        <a:pt x="795" y="393"/>
                        <a:pt x="509" y="24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891" name="Google Shape;2891;p52"/>
                <p:cNvSpPr/>
                <p:nvPr/>
              </p:nvSpPr>
              <p:spPr>
                <a:xfrm>
                  <a:off x="1301073" y="1883261"/>
                  <a:ext cx="124226" cy="89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555" extrusionOk="0">
                      <a:moveTo>
                        <a:pt x="235" y="1"/>
                      </a:moveTo>
                      <a:cubicBezTo>
                        <a:pt x="160" y="1"/>
                        <a:pt x="86" y="41"/>
                        <a:pt x="54" y="117"/>
                      </a:cubicBezTo>
                      <a:lnTo>
                        <a:pt x="45" y="126"/>
                      </a:lnTo>
                      <a:cubicBezTo>
                        <a:pt x="1" y="224"/>
                        <a:pt x="45" y="340"/>
                        <a:pt x="144" y="394"/>
                      </a:cubicBezTo>
                      <a:lnTo>
                        <a:pt x="447" y="537"/>
                      </a:lnTo>
                      <a:cubicBezTo>
                        <a:pt x="475" y="549"/>
                        <a:pt x="504" y="554"/>
                        <a:pt x="532" y="554"/>
                      </a:cubicBezTo>
                      <a:cubicBezTo>
                        <a:pt x="610" y="554"/>
                        <a:pt x="682" y="511"/>
                        <a:pt x="714" y="439"/>
                      </a:cubicBezTo>
                      <a:lnTo>
                        <a:pt x="723" y="430"/>
                      </a:lnTo>
                      <a:cubicBezTo>
                        <a:pt x="768" y="332"/>
                        <a:pt x="723" y="216"/>
                        <a:pt x="625" y="171"/>
                      </a:cubicBezTo>
                      <a:lnTo>
                        <a:pt x="322" y="19"/>
                      </a:lnTo>
                      <a:cubicBezTo>
                        <a:pt x="294" y="7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892" name="Google Shape;2892;p52"/>
              <p:cNvGrpSpPr/>
              <p:nvPr/>
            </p:nvGrpSpPr>
            <p:grpSpPr>
              <a:xfrm>
                <a:off x="713229" y="1857091"/>
                <a:ext cx="1242725" cy="2926391"/>
                <a:chOff x="713229" y="1844086"/>
                <a:chExt cx="1242725" cy="2926391"/>
              </a:xfrm>
            </p:grpSpPr>
            <p:grpSp>
              <p:nvGrpSpPr>
                <p:cNvPr id="2893" name="Google Shape;2893;p52"/>
                <p:cNvGrpSpPr/>
                <p:nvPr/>
              </p:nvGrpSpPr>
              <p:grpSpPr>
                <a:xfrm>
                  <a:off x="713229" y="1844086"/>
                  <a:ext cx="1242725" cy="2926391"/>
                  <a:chOff x="-692075" y="1289098"/>
                  <a:chExt cx="1434189" cy="3377255"/>
                </a:xfrm>
              </p:grpSpPr>
              <p:sp>
                <p:nvSpPr>
                  <p:cNvPr id="2894" name="Google Shape;2894;p52"/>
                  <p:cNvSpPr/>
                  <p:nvPr/>
                </p:nvSpPr>
                <p:spPr>
                  <a:xfrm>
                    <a:off x="-348953" y="1289098"/>
                    <a:ext cx="590922" cy="614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8" h="3804" extrusionOk="0">
                        <a:moveTo>
                          <a:pt x="1127" y="1"/>
                        </a:moveTo>
                        <a:cubicBezTo>
                          <a:pt x="1082" y="1"/>
                          <a:pt x="1036" y="5"/>
                          <a:pt x="990" y="13"/>
                        </a:cubicBezTo>
                        <a:cubicBezTo>
                          <a:pt x="821" y="40"/>
                          <a:pt x="669" y="138"/>
                          <a:pt x="589" y="289"/>
                        </a:cubicBezTo>
                        <a:cubicBezTo>
                          <a:pt x="509" y="450"/>
                          <a:pt x="544" y="655"/>
                          <a:pt x="696" y="744"/>
                        </a:cubicBezTo>
                        <a:lnTo>
                          <a:pt x="241" y="1708"/>
                        </a:lnTo>
                        <a:cubicBezTo>
                          <a:pt x="223" y="1753"/>
                          <a:pt x="205" y="1797"/>
                          <a:pt x="188" y="1851"/>
                        </a:cubicBezTo>
                        <a:cubicBezTo>
                          <a:pt x="0" y="2422"/>
                          <a:pt x="312" y="3037"/>
                          <a:pt x="883" y="3225"/>
                        </a:cubicBezTo>
                        <a:cubicBezTo>
                          <a:pt x="1017" y="3260"/>
                          <a:pt x="1169" y="3287"/>
                          <a:pt x="1276" y="3376"/>
                        </a:cubicBezTo>
                        <a:cubicBezTo>
                          <a:pt x="1356" y="3448"/>
                          <a:pt x="1401" y="3546"/>
                          <a:pt x="1463" y="3635"/>
                        </a:cubicBezTo>
                        <a:cubicBezTo>
                          <a:pt x="1527" y="3715"/>
                          <a:pt x="1613" y="3780"/>
                          <a:pt x="1707" y="3780"/>
                        </a:cubicBezTo>
                        <a:cubicBezTo>
                          <a:pt x="1718" y="3780"/>
                          <a:pt x="1729" y="3779"/>
                          <a:pt x="1740" y="3778"/>
                        </a:cubicBezTo>
                        <a:cubicBezTo>
                          <a:pt x="1820" y="3760"/>
                          <a:pt x="1883" y="3688"/>
                          <a:pt x="1963" y="3679"/>
                        </a:cubicBezTo>
                        <a:cubicBezTo>
                          <a:pt x="1968" y="3679"/>
                          <a:pt x="1973" y="3679"/>
                          <a:pt x="1978" y="3679"/>
                        </a:cubicBezTo>
                        <a:cubicBezTo>
                          <a:pt x="2052" y="3679"/>
                          <a:pt x="2120" y="3735"/>
                          <a:pt x="2195" y="3769"/>
                        </a:cubicBezTo>
                        <a:cubicBezTo>
                          <a:pt x="2247" y="3792"/>
                          <a:pt x="2303" y="3803"/>
                          <a:pt x="2359" y="3803"/>
                        </a:cubicBezTo>
                        <a:cubicBezTo>
                          <a:pt x="2494" y="3803"/>
                          <a:pt x="2630" y="3737"/>
                          <a:pt x="2712" y="3617"/>
                        </a:cubicBezTo>
                        <a:cubicBezTo>
                          <a:pt x="2766" y="3537"/>
                          <a:pt x="2801" y="3430"/>
                          <a:pt x="2891" y="3385"/>
                        </a:cubicBezTo>
                        <a:cubicBezTo>
                          <a:pt x="2927" y="3367"/>
                          <a:pt x="2966" y="3362"/>
                          <a:pt x="3006" y="3362"/>
                        </a:cubicBezTo>
                        <a:cubicBezTo>
                          <a:pt x="3053" y="3362"/>
                          <a:pt x="3102" y="3369"/>
                          <a:pt x="3149" y="3369"/>
                        </a:cubicBezTo>
                        <a:cubicBezTo>
                          <a:pt x="3161" y="3369"/>
                          <a:pt x="3173" y="3368"/>
                          <a:pt x="3185" y="3367"/>
                        </a:cubicBezTo>
                        <a:cubicBezTo>
                          <a:pt x="3203" y="3367"/>
                          <a:pt x="3221" y="3358"/>
                          <a:pt x="3230" y="3358"/>
                        </a:cubicBezTo>
                        <a:cubicBezTo>
                          <a:pt x="3417" y="3305"/>
                          <a:pt x="3524" y="3117"/>
                          <a:pt x="3470" y="2930"/>
                        </a:cubicBezTo>
                        <a:cubicBezTo>
                          <a:pt x="3444" y="2859"/>
                          <a:pt x="3399" y="2796"/>
                          <a:pt x="3399" y="2716"/>
                        </a:cubicBezTo>
                        <a:cubicBezTo>
                          <a:pt x="3408" y="2627"/>
                          <a:pt x="3470" y="2564"/>
                          <a:pt x="3515" y="2493"/>
                        </a:cubicBezTo>
                        <a:cubicBezTo>
                          <a:pt x="3658" y="2261"/>
                          <a:pt x="3586" y="1949"/>
                          <a:pt x="3355" y="1797"/>
                        </a:cubicBezTo>
                        <a:cubicBezTo>
                          <a:pt x="3230" y="1735"/>
                          <a:pt x="3078" y="1717"/>
                          <a:pt x="2980" y="1610"/>
                        </a:cubicBezTo>
                        <a:cubicBezTo>
                          <a:pt x="2882" y="1512"/>
                          <a:pt x="2864" y="1351"/>
                          <a:pt x="2846" y="1208"/>
                        </a:cubicBezTo>
                        <a:cubicBezTo>
                          <a:pt x="2828" y="1048"/>
                          <a:pt x="2784" y="896"/>
                          <a:pt x="2703" y="762"/>
                        </a:cubicBezTo>
                        <a:cubicBezTo>
                          <a:pt x="2623" y="620"/>
                          <a:pt x="2489" y="521"/>
                          <a:pt x="2329" y="504"/>
                        </a:cubicBezTo>
                        <a:cubicBezTo>
                          <a:pt x="2302" y="500"/>
                          <a:pt x="2276" y="498"/>
                          <a:pt x="2249" y="498"/>
                        </a:cubicBezTo>
                        <a:cubicBezTo>
                          <a:pt x="2201" y="498"/>
                          <a:pt x="2152" y="502"/>
                          <a:pt x="2105" y="502"/>
                        </a:cubicBezTo>
                        <a:cubicBezTo>
                          <a:pt x="2062" y="502"/>
                          <a:pt x="2020" y="499"/>
                          <a:pt x="1981" y="486"/>
                        </a:cubicBezTo>
                        <a:cubicBezTo>
                          <a:pt x="1847" y="441"/>
                          <a:pt x="1775" y="325"/>
                          <a:pt x="1677" y="227"/>
                        </a:cubicBezTo>
                        <a:cubicBezTo>
                          <a:pt x="1531" y="81"/>
                          <a:pt x="133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895" name="Google Shape;2895;p52"/>
                  <p:cNvSpPr/>
                  <p:nvPr/>
                </p:nvSpPr>
                <p:spPr>
                  <a:xfrm>
                    <a:off x="-321651" y="1407026"/>
                    <a:ext cx="370578" cy="757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4" h="4690" extrusionOk="0">
                        <a:moveTo>
                          <a:pt x="1533" y="0"/>
                        </a:moveTo>
                        <a:cubicBezTo>
                          <a:pt x="1510" y="0"/>
                          <a:pt x="1487" y="2"/>
                          <a:pt x="1464" y="6"/>
                        </a:cubicBezTo>
                        <a:lnTo>
                          <a:pt x="206" y="389"/>
                        </a:lnTo>
                        <a:cubicBezTo>
                          <a:pt x="81" y="407"/>
                          <a:pt x="1" y="514"/>
                          <a:pt x="1" y="639"/>
                        </a:cubicBezTo>
                        <a:lnTo>
                          <a:pt x="206" y="3449"/>
                        </a:lnTo>
                        <a:lnTo>
                          <a:pt x="1812" y="4689"/>
                        </a:lnTo>
                        <a:lnTo>
                          <a:pt x="1642" y="3931"/>
                        </a:lnTo>
                        <a:cubicBezTo>
                          <a:pt x="1633" y="3681"/>
                          <a:pt x="1624" y="2985"/>
                          <a:pt x="1624" y="2985"/>
                        </a:cubicBezTo>
                        <a:cubicBezTo>
                          <a:pt x="1624" y="2985"/>
                          <a:pt x="2186" y="2869"/>
                          <a:pt x="2258" y="2182"/>
                        </a:cubicBezTo>
                        <a:cubicBezTo>
                          <a:pt x="2293" y="1843"/>
                          <a:pt x="2258" y="1290"/>
                          <a:pt x="2204" y="835"/>
                        </a:cubicBezTo>
                        <a:cubicBezTo>
                          <a:pt x="2162" y="457"/>
                          <a:pt x="1899" y="0"/>
                          <a:pt x="1533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896" name="Google Shape;2896;p52"/>
                  <p:cNvSpPr/>
                  <p:nvPr/>
                </p:nvSpPr>
                <p:spPr>
                  <a:xfrm>
                    <a:off x="-201946" y="1855960"/>
                    <a:ext cx="142804" cy="67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416" extrusionOk="0">
                        <a:moveTo>
                          <a:pt x="0" y="1"/>
                        </a:moveTo>
                        <a:cubicBezTo>
                          <a:pt x="0" y="1"/>
                          <a:pt x="170" y="415"/>
                          <a:pt x="713" y="415"/>
                        </a:cubicBezTo>
                        <a:cubicBezTo>
                          <a:pt x="766" y="415"/>
                          <a:pt x="823" y="411"/>
                          <a:pt x="883" y="402"/>
                        </a:cubicBezTo>
                        <a:lnTo>
                          <a:pt x="883" y="206"/>
                        </a:lnTo>
                        <a:cubicBezTo>
                          <a:pt x="866" y="207"/>
                          <a:pt x="849" y="207"/>
                          <a:pt x="833" y="207"/>
                        </a:cubicBezTo>
                        <a:cubicBezTo>
                          <a:pt x="545" y="207"/>
                          <a:pt x="253" y="13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E996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897" name="Google Shape;2897;p52"/>
                  <p:cNvSpPr/>
                  <p:nvPr/>
                </p:nvSpPr>
                <p:spPr>
                  <a:xfrm>
                    <a:off x="-233771" y="1352262"/>
                    <a:ext cx="350386" cy="218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352" extrusionOk="0">
                        <a:moveTo>
                          <a:pt x="448" y="0"/>
                        </a:moveTo>
                        <a:cubicBezTo>
                          <a:pt x="278" y="0"/>
                          <a:pt x="129" y="128"/>
                          <a:pt x="1" y="255"/>
                        </a:cubicBezTo>
                        <a:cubicBezTo>
                          <a:pt x="1" y="398"/>
                          <a:pt x="117" y="487"/>
                          <a:pt x="224" y="568"/>
                        </a:cubicBezTo>
                        <a:cubicBezTo>
                          <a:pt x="308" y="637"/>
                          <a:pt x="413" y="674"/>
                          <a:pt x="519" y="674"/>
                        </a:cubicBezTo>
                        <a:cubicBezTo>
                          <a:pt x="549" y="674"/>
                          <a:pt x="578" y="672"/>
                          <a:pt x="608" y="666"/>
                        </a:cubicBezTo>
                        <a:cubicBezTo>
                          <a:pt x="684" y="653"/>
                          <a:pt x="764" y="618"/>
                          <a:pt x="837" y="618"/>
                        </a:cubicBezTo>
                        <a:cubicBezTo>
                          <a:pt x="866" y="618"/>
                          <a:pt x="894" y="624"/>
                          <a:pt x="920" y="639"/>
                        </a:cubicBezTo>
                        <a:cubicBezTo>
                          <a:pt x="1018" y="692"/>
                          <a:pt x="1027" y="844"/>
                          <a:pt x="1107" y="915"/>
                        </a:cubicBezTo>
                        <a:cubicBezTo>
                          <a:pt x="1153" y="951"/>
                          <a:pt x="1207" y="961"/>
                          <a:pt x="1265" y="961"/>
                        </a:cubicBezTo>
                        <a:cubicBezTo>
                          <a:pt x="1332" y="961"/>
                          <a:pt x="1406" y="948"/>
                          <a:pt x="1477" y="948"/>
                        </a:cubicBezTo>
                        <a:cubicBezTo>
                          <a:pt x="1512" y="948"/>
                          <a:pt x="1547" y="951"/>
                          <a:pt x="1580" y="960"/>
                        </a:cubicBezTo>
                        <a:cubicBezTo>
                          <a:pt x="1696" y="996"/>
                          <a:pt x="1776" y="1103"/>
                          <a:pt x="1856" y="1201"/>
                        </a:cubicBezTo>
                        <a:cubicBezTo>
                          <a:pt x="1924" y="1276"/>
                          <a:pt x="2018" y="1352"/>
                          <a:pt x="2115" y="1352"/>
                        </a:cubicBezTo>
                        <a:cubicBezTo>
                          <a:pt x="2133" y="1352"/>
                          <a:pt x="2151" y="1349"/>
                          <a:pt x="2169" y="1344"/>
                        </a:cubicBezTo>
                        <a:cubicBezTo>
                          <a:pt x="2169" y="1237"/>
                          <a:pt x="2151" y="1130"/>
                          <a:pt x="2115" y="1023"/>
                        </a:cubicBezTo>
                        <a:cubicBezTo>
                          <a:pt x="2088" y="924"/>
                          <a:pt x="2026" y="826"/>
                          <a:pt x="1937" y="773"/>
                        </a:cubicBezTo>
                        <a:cubicBezTo>
                          <a:pt x="1883" y="746"/>
                          <a:pt x="1830" y="719"/>
                          <a:pt x="1776" y="684"/>
                        </a:cubicBezTo>
                        <a:cubicBezTo>
                          <a:pt x="1678" y="603"/>
                          <a:pt x="1651" y="469"/>
                          <a:pt x="1589" y="362"/>
                        </a:cubicBezTo>
                        <a:cubicBezTo>
                          <a:pt x="1509" y="220"/>
                          <a:pt x="1357" y="122"/>
                          <a:pt x="1196" y="113"/>
                        </a:cubicBezTo>
                        <a:cubicBezTo>
                          <a:pt x="1173" y="109"/>
                          <a:pt x="1149" y="108"/>
                          <a:pt x="1125" y="108"/>
                        </a:cubicBezTo>
                        <a:cubicBezTo>
                          <a:pt x="1046" y="108"/>
                          <a:pt x="965" y="121"/>
                          <a:pt x="889" y="121"/>
                        </a:cubicBezTo>
                        <a:cubicBezTo>
                          <a:pt x="857" y="121"/>
                          <a:pt x="825" y="119"/>
                          <a:pt x="795" y="113"/>
                        </a:cubicBezTo>
                        <a:cubicBezTo>
                          <a:pt x="697" y="86"/>
                          <a:pt x="608" y="23"/>
                          <a:pt x="509" y="6"/>
                        </a:cubicBezTo>
                        <a:cubicBezTo>
                          <a:pt x="489" y="2"/>
                          <a:pt x="468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898" name="Google Shape;2898;p52"/>
                  <p:cNvSpPr/>
                  <p:nvPr/>
                </p:nvSpPr>
                <p:spPr>
                  <a:xfrm>
                    <a:off x="-500321" y="1363086"/>
                    <a:ext cx="380433" cy="512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5" h="3170" extrusionOk="0">
                        <a:moveTo>
                          <a:pt x="1567" y="0"/>
                        </a:moveTo>
                        <a:cubicBezTo>
                          <a:pt x="1560" y="0"/>
                          <a:pt x="1552" y="1"/>
                          <a:pt x="1544" y="1"/>
                        </a:cubicBezTo>
                        <a:cubicBezTo>
                          <a:pt x="1348" y="19"/>
                          <a:pt x="1196" y="162"/>
                          <a:pt x="1160" y="349"/>
                        </a:cubicBezTo>
                        <a:cubicBezTo>
                          <a:pt x="928" y="358"/>
                          <a:pt x="723" y="501"/>
                          <a:pt x="625" y="706"/>
                        </a:cubicBezTo>
                        <a:cubicBezTo>
                          <a:pt x="616" y="733"/>
                          <a:pt x="607" y="759"/>
                          <a:pt x="598" y="786"/>
                        </a:cubicBezTo>
                        <a:cubicBezTo>
                          <a:pt x="527" y="902"/>
                          <a:pt x="518" y="1054"/>
                          <a:pt x="571" y="1179"/>
                        </a:cubicBezTo>
                        <a:cubicBezTo>
                          <a:pt x="607" y="1259"/>
                          <a:pt x="652" y="1348"/>
                          <a:pt x="616" y="1419"/>
                        </a:cubicBezTo>
                        <a:cubicBezTo>
                          <a:pt x="580" y="1491"/>
                          <a:pt x="473" y="1500"/>
                          <a:pt x="393" y="1526"/>
                        </a:cubicBezTo>
                        <a:cubicBezTo>
                          <a:pt x="250" y="1580"/>
                          <a:pt x="170" y="1732"/>
                          <a:pt x="206" y="1883"/>
                        </a:cubicBezTo>
                        <a:cubicBezTo>
                          <a:pt x="224" y="1928"/>
                          <a:pt x="232" y="1981"/>
                          <a:pt x="232" y="2035"/>
                        </a:cubicBezTo>
                        <a:cubicBezTo>
                          <a:pt x="215" y="2089"/>
                          <a:pt x="179" y="2133"/>
                          <a:pt x="143" y="2169"/>
                        </a:cubicBezTo>
                        <a:cubicBezTo>
                          <a:pt x="0" y="2338"/>
                          <a:pt x="27" y="2588"/>
                          <a:pt x="197" y="2722"/>
                        </a:cubicBezTo>
                        <a:cubicBezTo>
                          <a:pt x="250" y="2767"/>
                          <a:pt x="313" y="2793"/>
                          <a:pt x="384" y="2802"/>
                        </a:cubicBezTo>
                        <a:cubicBezTo>
                          <a:pt x="447" y="2811"/>
                          <a:pt x="509" y="2820"/>
                          <a:pt x="563" y="2847"/>
                        </a:cubicBezTo>
                        <a:cubicBezTo>
                          <a:pt x="625" y="2882"/>
                          <a:pt x="652" y="2954"/>
                          <a:pt x="696" y="3007"/>
                        </a:cubicBezTo>
                        <a:cubicBezTo>
                          <a:pt x="762" y="3087"/>
                          <a:pt x="858" y="3132"/>
                          <a:pt x="957" y="3132"/>
                        </a:cubicBezTo>
                        <a:cubicBezTo>
                          <a:pt x="992" y="3132"/>
                          <a:pt x="1027" y="3126"/>
                          <a:pt x="1062" y="3114"/>
                        </a:cubicBezTo>
                        <a:cubicBezTo>
                          <a:pt x="1089" y="3106"/>
                          <a:pt x="1116" y="3097"/>
                          <a:pt x="1142" y="3079"/>
                        </a:cubicBezTo>
                        <a:cubicBezTo>
                          <a:pt x="1181" y="3141"/>
                          <a:pt x="1255" y="3170"/>
                          <a:pt x="1327" y="3170"/>
                        </a:cubicBezTo>
                        <a:cubicBezTo>
                          <a:pt x="1337" y="3170"/>
                          <a:pt x="1347" y="3169"/>
                          <a:pt x="1356" y="3168"/>
                        </a:cubicBezTo>
                        <a:lnTo>
                          <a:pt x="1303" y="1741"/>
                        </a:lnTo>
                        <a:lnTo>
                          <a:pt x="1303" y="1741"/>
                        </a:lnTo>
                        <a:cubicBezTo>
                          <a:pt x="1321" y="1776"/>
                          <a:pt x="1356" y="1794"/>
                          <a:pt x="1392" y="1803"/>
                        </a:cubicBezTo>
                        <a:cubicBezTo>
                          <a:pt x="1403" y="1805"/>
                          <a:pt x="1413" y="1806"/>
                          <a:pt x="1422" y="1806"/>
                        </a:cubicBezTo>
                        <a:cubicBezTo>
                          <a:pt x="1626" y="1806"/>
                          <a:pt x="1648" y="1369"/>
                          <a:pt x="1597" y="1250"/>
                        </a:cubicBezTo>
                        <a:cubicBezTo>
                          <a:pt x="1678" y="1179"/>
                          <a:pt x="1758" y="1089"/>
                          <a:pt x="1820" y="1000"/>
                        </a:cubicBezTo>
                        <a:cubicBezTo>
                          <a:pt x="1892" y="857"/>
                          <a:pt x="1927" y="697"/>
                          <a:pt x="1919" y="527"/>
                        </a:cubicBezTo>
                        <a:lnTo>
                          <a:pt x="1919" y="527"/>
                        </a:lnTo>
                        <a:cubicBezTo>
                          <a:pt x="1922" y="528"/>
                          <a:pt x="1925" y="528"/>
                          <a:pt x="1929" y="528"/>
                        </a:cubicBezTo>
                        <a:cubicBezTo>
                          <a:pt x="2031" y="528"/>
                          <a:pt x="2354" y="411"/>
                          <a:pt x="2320" y="402"/>
                        </a:cubicBezTo>
                        <a:cubicBezTo>
                          <a:pt x="2231" y="376"/>
                          <a:pt x="2052" y="322"/>
                          <a:pt x="2008" y="251"/>
                        </a:cubicBezTo>
                        <a:cubicBezTo>
                          <a:pt x="1914" y="97"/>
                          <a:pt x="1746" y="0"/>
                          <a:pt x="1567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899" name="Google Shape;2899;p52"/>
                  <p:cNvSpPr/>
                  <p:nvPr/>
                </p:nvSpPr>
                <p:spPr>
                  <a:xfrm>
                    <a:off x="-348953" y="1639489"/>
                    <a:ext cx="72209" cy="101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31" extrusionOk="0">
                        <a:moveTo>
                          <a:pt x="265" y="0"/>
                        </a:moveTo>
                        <a:cubicBezTo>
                          <a:pt x="219" y="0"/>
                          <a:pt x="169" y="13"/>
                          <a:pt x="125" y="39"/>
                        </a:cubicBezTo>
                        <a:cubicBezTo>
                          <a:pt x="54" y="83"/>
                          <a:pt x="0" y="163"/>
                          <a:pt x="9" y="315"/>
                        </a:cubicBezTo>
                        <a:cubicBezTo>
                          <a:pt x="26" y="579"/>
                          <a:pt x="195" y="631"/>
                          <a:pt x="317" y="631"/>
                        </a:cubicBezTo>
                        <a:cubicBezTo>
                          <a:pt x="390" y="631"/>
                          <a:pt x="446" y="613"/>
                          <a:pt x="446" y="609"/>
                        </a:cubicBezTo>
                        <a:cubicBezTo>
                          <a:pt x="446" y="601"/>
                          <a:pt x="446" y="315"/>
                          <a:pt x="437" y="137"/>
                        </a:cubicBezTo>
                        <a:cubicBezTo>
                          <a:pt x="426" y="44"/>
                          <a:pt x="351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0" name="Google Shape;2900;p52"/>
                  <p:cNvSpPr/>
                  <p:nvPr/>
                </p:nvSpPr>
                <p:spPr>
                  <a:xfrm>
                    <a:off x="-483035" y="4189316"/>
                    <a:ext cx="312908" cy="4439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7" h="2748" extrusionOk="0">
                        <a:moveTo>
                          <a:pt x="1267" y="0"/>
                        </a:moveTo>
                        <a:lnTo>
                          <a:pt x="1" y="1160"/>
                        </a:lnTo>
                        <a:lnTo>
                          <a:pt x="1437" y="2748"/>
                        </a:lnTo>
                        <a:cubicBezTo>
                          <a:pt x="1580" y="2596"/>
                          <a:pt x="1142" y="1508"/>
                          <a:pt x="1142" y="1508"/>
                        </a:cubicBezTo>
                        <a:lnTo>
                          <a:pt x="1936" y="741"/>
                        </a:lnTo>
                        <a:lnTo>
                          <a:pt x="126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1" name="Google Shape;2901;p52"/>
                  <p:cNvSpPr/>
                  <p:nvPr/>
                </p:nvSpPr>
                <p:spPr>
                  <a:xfrm>
                    <a:off x="-330213" y="4421779"/>
                    <a:ext cx="37639" cy="140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" h="87" extrusionOk="0">
                        <a:moveTo>
                          <a:pt x="77" y="0"/>
                        </a:moveTo>
                        <a:cubicBezTo>
                          <a:pt x="31" y="0"/>
                          <a:pt x="0" y="17"/>
                          <a:pt x="0" y="24"/>
                        </a:cubicBezTo>
                        <a:cubicBezTo>
                          <a:pt x="9" y="33"/>
                          <a:pt x="63" y="24"/>
                          <a:pt x="116" y="42"/>
                        </a:cubicBezTo>
                        <a:cubicBezTo>
                          <a:pt x="179" y="60"/>
                          <a:pt x="214" y="87"/>
                          <a:pt x="223" y="87"/>
                        </a:cubicBezTo>
                        <a:cubicBezTo>
                          <a:pt x="232" y="78"/>
                          <a:pt x="205" y="24"/>
                          <a:pt x="125" y="6"/>
                        </a:cubicBezTo>
                        <a:cubicBezTo>
                          <a:pt x="108" y="2"/>
                          <a:pt x="92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2" name="Google Shape;2902;p52"/>
                  <p:cNvSpPr/>
                  <p:nvPr/>
                </p:nvSpPr>
                <p:spPr>
                  <a:xfrm>
                    <a:off x="-315836" y="4464427"/>
                    <a:ext cx="36186" cy="92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" h="57" extrusionOk="0">
                        <a:moveTo>
                          <a:pt x="107" y="1"/>
                        </a:moveTo>
                        <a:cubicBezTo>
                          <a:pt x="36" y="10"/>
                          <a:pt x="0" y="55"/>
                          <a:pt x="9" y="55"/>
                        </a:cubicBezTo>
                        <a:cubicBezTo>
                          <a:pt x="9" y="56"/>
                          <a:pt x="11" y="57"/>
                          <a:pt x="14" y="57"/>
                        </a:cubicBezTo>
                        <a:cubicBezTo>
                          <a:pt x="27" y="57"/>
                          <a:pt x="64" y="44"/>
                          <a:pt x="107" y="37"/>
                        </a:cubicBezTo>
                        <a:cubicBezTo>
                          <a:pt x="157" y="37"/>
                          <a:pt x="196" y="48"/>
                          <a:pt x="209" y="48"/>
                        </a:cubicBezTo>
                        <a:cubicBezTo>
                          <a:pt x="213" y="48"/>
                          <a:pt x="214" y="47"/>
                          <a:pt x="214" y="46"/>
                        </a:cubicBezTo>
                        <a:cubicBezTo>
                          <a:pt x="223" y="46"/>
                          <a:pt x="179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3" name="Google Shape;2903;p52"/>
                  <p:cNvSpPr/>
                  <p:nvPr/>
                </p:nvSpPr>
                <p:spPr>
                  <a:xfrm>
                    <a:off x="-301458" y="4503682"/>
                    <a:ext cx="33278" cy="13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" h="81" extrusionOk="0">
                        <a:moveTo>
                          <a:pt x="148" y="0"/>
                        </a:moveTo>
                        <a:cubicBezTo>
                          <a:pt x="134" y="0"/>
                          <a:pt x="117" y="3"/>
                          <a:pt x="99" y="8"/>
                        </a:cubicBezTo>
                        <a:cubicBezTo>
                          <a:pt x="27" y="35"/>
                          <a:pt x="1" y="70"/>
                          <a:pt x="18" y="79"/>
                        </a:cubicBezTo>
                        <a:cubicBezTo>
                          <a:pt x="18" y="80"/>
                          <a:pt x="19" y="81"/>
                          <a:pt x="20" y="81"/>
                        </a:cubicBezTo>
                        <a:cubicBezTo>
                          <a:pt x="29" y="81"/>
                          <a:pt x="61" y="59"/>
                          <a:pt x="108" y="43"/>
                        </a:cubicBezTo>
                        <a:cubicBezTo>
                          <a:pt x="152" y="26"/>
                          <a:pt x="197" y="35"/>
                          <a:pt x="206" y="26"/>
                        </a:cubicBezTo>
                        <a:cubicBezTo>
                          <a:pt x="206" y="13"/>
                          <a:pt x="183" y="0"/>
                          <a:pt x="14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4" name="Google Shape;2904;p52"/>
                  <p:cNvSpPr/>
                  <p:nvPr/>
                </p:nvSpPr>
                <p:spPr>
                  <a:xfrm>
                    <a:off x="-292735" y="4380423"/>
                    <a:ext cx="28916" cy="25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156" extrusionOk="0">
                        <a:moveTo>
                          <a:pt x="18" y="0"/>
                        </a:moveTo>
                        <a:cubicBezTo>
                          <a:pt x="12" y="0"/>
                          <a:pt x="9" y="2"/>
                          <a:pt x="9" y="4"/>
                        </a:cubicBezTo>
                        <a:cubicBezTo>
                          <a:pt x="0" y="12"/>
                          <a:pt x="54" y="30"/>
                          <a:pt x="89" y="75"/>
                        </a:cubicBezTo>
                        <a:cubicBezTo>
                          <a:pt x="134" y="120"/>
                          <a:pt x="152" y="155"/>
                          <a:pt x="170" y="155"/>
                        </a:cubicBezTo>
                        <a:cubicBezTo>
                          <a:pt x="179" y="155"/>
                          <a:pt x="161" y="93"/>
                          <a:pt x="116" y="48"/>
                        </a:cubicBezTo>
                        <a:cubicBezTo>
                          <a:pt x="82" y="14"/>
                          <a:pt x="36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375A6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5" name="Google Shape;2905;p52"/>
                  <p:cNvSpPr/>
                  <p:nvPr/>
                </p:nvSpPr>
                <p:spPr>
                  <a:xfrm>
                    <a:off x="-336029" y="4353607"/>
                    <a:ext cx="392225" cy="312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8" h="1936" extrusionOk="0">
                        <a:moveTo>
                          <a:pt x="0" y="0"/>
                        </a:moveTo>
                        <a:lnTo>
                          <a:pt x="18" y="1936"/>
                        </a:lnTo>
                        <a:lnTo>
                          <a:pt x="2427" y="1927"/>
                        </a:lnTo>
                        <a:cubicBezTo>
                          <a:pt x="2409" y="1695"/>
                          <a:pt x="1160" y="1240"/>
                          <a:pt x="1160" y="1240"/>
                        </a:cubicBez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6" name="Google Shape;2906;p52"/>
                  <p:cNvSpPr/>
                  <p:nvPr/>
                </p:nvSpPr>
                <p:spPr>
                  <a:xfrm>
                    <a:off x="-187569" y="4499159"/>
                    <a:ext cx="43293" cy="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" h="65" extrusionOk="0">
                        <a:moveTo>
                          <a:pt x="134" y="0"/>
                        </a:moveTo>
                        <a:cubicBezTo>
                          <a:pt x="54" y="9"/>
                          <a:pt x="0" y="54"/>
                          <a:pt x="9" y="63"/>
                        </a:cubicBezTo>
                        <a:cubicBezTo>
                          <a:pt x="11" y="64"/>
                          <a:pt x="13" y="64"/>
                          <a:pt x="15" y="64"/>
                        </a:cubicBezTo>
                        <a:cubicBezTo>
                          <a:pt x="31" y="64"/>
                          <a:pt x="73" y="45"/>
                          <a:pt x="134" y="45"/>
                        </a:cubicBezTo>
                        <a:cubicBezTo>
                          <a:pt x="147" y="43"/>
                          <a:pt x="160" y="42"/>
                          <a:pt x="172" y="42"/>
                        </a:cubicBezTo>
                        <a:cubicBezTo>
                          <a:pt x="205" y="42"/>
                          <a:pt x="233" y="47"/>
                          <a:pt x="248" y="47"/>
                        </a:cubicBezTo>
                        <a:cubicBezTo>
                          <a:pt x="253" y="47"/>
                          <a:pt x="257" y="47"/>
                          <a:pt x="259" y="45"/>
                        </a:cubicBezTo>
                        <a:cubicBezTo>
                          <a:pt x="268" y="36"/>
                          <a:pt x="214" y="0"/>
                          <a:pt x="134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7" name="Google Shape;2907;p52"/>
                  <p:cNvSpPr/>
                  <p:nvPr/>
                </p:nvSpPr>
                <p:spPr>
                  <a:xfrm>
                    <a:off x="-503229" y="2785651"/>
                    <a:ext cx="514674" cy="173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6" h="10768" extrusionOk="0">
                        <a:moveTo>
                          <a:pt x="821" y="0"/>
                        </a:moveTo>
                        <a:cubicBezTo>
                          <a:pt x="821" y="0"/>
                          <a:pt x="1" y="1606"/>
                          <a:pt x="1" y="2641"/>
                        </a:cubicBezTo>
                        <a:cubicBezTo>
                          <a:pt x="1" y="3113"/>
                          <a:pt x="634" y="6762"/>
                          <a:pt x="634" y="6762"/>
                        </a:cubicBezTo>
                        <a:cubicBezTo>
                          <a:pt x="634" y="6762"/>
                          <a:pt x="821" y="9421"/>
                          <a:pt x="928" y="10768"/>
                        </a:cubicBezTo>
                        <a:lnTo>
                          <a:pt x="2258" y="10732"/>
                        </a:lnTo>
                        <a:lnTo>
                          <a:pt x="2543" y="6842"/>
                        </a:lnTo>
                        <a:lnTo>
                          <a:pt x="2623" y="3675"/>
                        </a:lnTo>
                        <a:lnTo>
                          <a:pt x="3185" y="27"/>
                        </a:lnTo>
                        <a:lnTo>
                          <a:pt x="119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8" name="Google Shape;2908;p52"/>
                  <p:cNvSpPr/>
                  <p:nvPr/>
                </p:nvSpPr>
                <p:spPr>
                  <a:xfrm>
                    <a:off x="-318744" y="2789851"/>
                    <a:ext cx="588176" cy="1601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1" h="9912" extrusionOk="0">
                        <a:moveTo>
                          <a:pt x="1785" y="1"/>
                        </a:moveTo>
                        <a:lnTo>
                          <a:pt x="1071" y="2695"/>
                        </a:lnTo>
                        <a:lnTo>
                          <a:pt x="1669" y="5434"/>
                        </a:lnTo>
                        <a:lnTo>
                          <a:pt x="1" y="8663"/>
                        </a:lnTo>
                        <a:lnTo>
                          <a:pt x="1062" y="9912"/>
                        </a:lnTo>
                        <a:cubicBezTo>
                          <a:pt x="1062" y="9912"/>
                          <a:pt x="3408" y="6486"/>
                          <a:pt x="3498" y="5799"/>
                        </a:cubicBezTo>
                        <a:cubicBezTo>
                          <a:pt x="3640" y="4747"/>
                          <a:pt x="2989" y="848"/>
                          <a:pt x="2989" y="848"/>
                        </a:cubicBezTo>
                        <a:lnTo>
                          <a:pt x="2891" y="19"/>
                        </a:lnTo>
                        <a:lnTo>
                          <a:pt x="178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09" name="Google Shape;2909;p52"/>
                  <p:cNvSpPr/>
                  <p:nvPr/>
                </p:nvSpPr>
                <p:spPr>
                  <a:xfrm>
                    <a:off x="-419548" y="1939640"/>
                    <a:ext cx="546337" cy="88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2" h="5471" extrusionOk="0">
                        <a:moveTo>
                          <a:pt x="794" y="0"/>
                        </a:moveTo>
                        <a:lnTo>
                          <a:pt x="0" y="1240"/>
                        </a:lnTo>
                        <a:lnTo>
                          <a:pt x="500" y="5103"/>
                        </a:lnTo>
                        <a:lnTo>
                          <a:pt x="741" y="5291"/>
                        </a:lnTo>
                        <a:cubicBezTo>
                          <a:pt x="997" y="5414"/>
                          <a:pt x="1408" y="5470"/>
                          <a:pt x="1845" y="5470"/>
                        </a:cubicBezTo>
                        <a:cubicBezTo>
                          <a:pt x="2290" y="5470"/>
                          <a:pt x="2762" y="5412"/>
                          <a:pt x="3122" y="5308"/>
                        </a:cubicBezTo>
                        <a:cubicBezTo>
                          <a:pt x="3381" y="2944"/>
                          <a:pt x="3292" y="1258"/>
                          <a:pt x="2792" y="411"/>
                        </a:cubicBezTo>
                        <a:lnTo>
                          <a:pt x="2248" y="179"/>
                        </a:lnTo>
                        <a:cubicBezTo>
                          <a:pt x="2074" y="368"/>
                          <a:pt x="1880" y="450"/>
                          <a:pt x="1679" y="450"/>
                        </a:cubicBezTo>
                        <a:cubicBezTo>
                          <a:pt x="1387" y="450"/>
                          <a:pt x="1080" y="275"/>
                          <a:pt x="7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0" name="Google Shape;2910;p52"/>
                  <p:cNvSpPr/>
                  <p:nvPr/>
                </p:nvSpPr>
                <p:spPr>
                  <a:xfrm>
                    <a:off x="-566554" y="1894892"/>
                    <a:ext cx="430995" cy="130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8" h="8078" extrusionOk="0">
                        <a:moveTo>
                          <a:pt x="1668" y="1"/>
                        </a:moveTo>
                        <a:lnTo>
                          <a:pt x="1445" y="340"/>
                        </a:lnTo>
                        <a:lnTo>
                          <a:pt x="428" y="723"/>
                        </a:lnTo>
                        <a:lnTo>
                          <a:pt x="589" y="3114"/>
                        </a:lnTo>
                        <a:lnTo>
                          <a:pt x="946" y="4069"/>
                        </a:lnTo>
                        <a:lnTo>
                          <a:pt x="696" y="5086"/>
                        </a:lnTo>
                        <a:cubicBezTo>
                          <a:pt x="473" y="5630"/>
                          <a:pt x="303" y="6201"/>
                          <a:pt x="179" y="6772"/>
                        </a:cubicBezTo>
                        <a:lnTo>
                          <a:pt x="0" y="7869"/>
                        </a:lnTo>
                        <a:cubicBezTo>
                          <a:pt x="0" y="7869"/>
                          <a:pt x="904" y="8077"/>
                          <a:pt x="1454" y="8077"/>
                        </a:cubicBezTo>
                        <a:cubicBezTo>
                          <a:pt x="1606" y="8077"/>
                          <a:pt x="1731" y="8061"/>
                          <a:pt x="1802" y="8021"/>
                        </a:cubicBezTo>
                        <a:cubicBezTo>
                          <a:pt x="2123" y="7833"/>
                          <a:pt x="2275" y="5960"/>
                          <a:pt x="2391" y="5532"/>
                        </a:cubicBezTo>
                        <a:cubicBezTo>
                          <a:pt x="2507" y="5095"/>
                          <a:pt x="2668" y="3828"/>
                          <a:pt x="2569" y="3150"/>
                        </a:cubicBezTo>
                        <a:cubicBezTo>
                          <a:pt x="2471" y="2481"/>
                          <a:pt x="2311" y="1482"/>
                          <a:pt x="2230" y="1143"/>
                        </a:cubicBezTo>
                        <a:cubicBezTo>
                          <a:pt x="2150" y="804"/>
                          <a:pt x="1668" y="1"/>
                          <a:pt x="166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1" name="Google Shape;2911;p52"/>
                  <p:cNvSpPr/>
                  <p:nvPr/>
                </p:nvSpPr>
                <p:spPr>
                  <a:xfrm>
                    <a:off x="-56394" y="1913631"/>
                    <a:ext cx="295461" cy="1212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9" h="7504" extrusionOk="0">
                        <a:moveTo>
                          <a:pt x="0" y="1"/>
                        </a:moveTo>
                        <a:lnTo>
                          <a:pt x="0" y="375"/>
                        </a:lnTo>
                        <a:cubicBezTo>
                          <a:pt x="0" y="375"/>
                          <a:pt x="446" y="1928"/>
                          <a:pt x="580" y="2615"/>
                        </a:cubicBezTo>
                        <a:cubicBezTo>
                          <a:pt x="714" y="3302"/>
                          <a:pt x="767" y="4693"/>
                          <a:pt x="776" y="5264"/>
                        </a:cubicBezTo>
                        <a:cubicBezTo>
                          <a:pt x="785" y="5835"/>
                          <a:pt x="1115" y="7503"/>
                          <a:pt x="1115" y="7503"/>
                        </a:cubicBezTo>
                        <a:cubicBezTo>
                          <a:pt x="1115" y="7503"/>
                          <a:pt x="1740" y="7423"/>
                          <a:pt x="1784" y="7298"/>
                        </a:cubicBezTo>
                        <a:cubicBezTo>
                          <a:pt x="1829" y="7182"/>
                          <a:pt x="1205" y="5220"/>
                          <a:pt x="1205" y="5086"/>
                        </a:cubicBezTo>
                        <a:cubicBezTo>
                          <a:pt x="1205" y="4943"/>
                          <a:pt x="1222" y="3391"/>
                          <a:pt x="1222" y="2392"/>
                        </a:cubicBezTo>
                        <a:cubicBezTo>
                          <a:pt x="1222" y="1821"/>
                          <a:pt x="830" y="527"/>
                          <a:pt x="830" y="527"/>
                        </a:cubicBezTo>
                        <a:lnTo>
                          <a:pt x="161" y="22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2" name="Google Shape;2912;p52"/>
                  <p:cNvSpPr/>
                  <p:nvPr/>
                </p:nvSpPr>
                <p:spPr>
                  <a:xfrm>
                    <a:off x="-30546" y="1949656"/>
                    <a:ext cx="108233" cy="857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5309" extrusionOk="0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1" y="4"/>
                        </a:cubicBezTo>
                        <a:lnTo>
                          <a:pt x="1" y="4"/>
                        </a:lnTo>
                        <a:cubicBezTo>
                          <a:pt x="1" y="2"/>
                          <a:pt x="1" y="1"/>
                          <a:pt x="1" y="1"/>
                        </a:cubicBezTo>
                        <a:close/>
                        <a:moveTo>
                          <a:pt x="1" y="4"/>
                        </a:moveTo>
                        <a:lnTo>
                          <a:pt x="1" y="4"/>
                        </a:lnTo>
                        <a:cubicBezTo>
                          <a:pt x="2" y="7"/>
                          <a:pt x="4" y="13"/>
                          <a:pt x="10" y="19"/>
                        </a:cubicBezTo>
                        <a:cubicBezTo>
                          <a:pt x="10" y="11"/>
                          <a:pt x="3" y="10"/>
                          <a:pt x="1" y="4"/>
                        </a:cubicBezTo>
                        <a:close/>
                        <a:moveTo>
                          <a:pt x="28" y="54"/>
                        </a:moveTo>
                        <a:lnTo>
                          <a:pt x="108" y="188"/>
                        </a:lnTo>
                        <a:cubicBezTo>
                          <a:pt x="206" y="358"/>
                          <a:pt x="295" y="536"/>
                          <a:pt x="375" y="715"/>
                        </a:cubicBezTo>
                        <a:cubicBezTo>
                          <a:pt x="429" y="839"/>
                          <a:pt x="465" y="973"/>
                          <a:pt x="491" y="1098"/>
                        </a:cubicBezTo>
                        <a:cubicBezTo>
                          <a:pt x="518" y="1241"/>
                          <a:pt x="545" y="1401"/>
                          <a:pt x="563" y="1562"/>
                        </a:cubicBezTo>
                        <a:cubicBezTo>
                          <a:pt x="581" y="1723"/>
                          <a:pt x="598" y="1892"/>
                          <a:pt x="616" y="2071"/>
                        </a:cubicBezTo>
                        <a:cubicBezTo>
                          <a:pt x="625" y="2160"/>
                          <a:pt x="634" y="2249"/>
                          <a:pt x="643" y="2338"/>
                        </a:cubicBezTo>
                        <a:cubicBezTo>
                          <a:pt x="643" y="2436"/>
                          <a:pt x="643" y="2525"/>
                          <a:pt x="643" y="2624"/>
                        </a:cubicBezTo>
                        <a:cubicBezTo>
                          <a:pt x="643" y="3382"/>
                          <a:pt x="634" y="4060"/>
                          <a:pt x="634" y="4559"/>
                        </a:cubicBezTo>
                        <a:lnTo>
                          <a:pt x="634" y="5148"/>
                        </a:lnTo>
                        <a:lnTo>
                          <a:pt x="634" y="5309"/>
                        </a:lnTo>
                        <a:cubicBezTo>
                          <a:pt x="634" y="5264"/>
                          <a:pt x="643" y="5211"/>
                          <a:pt x="643" y="5148"/>
                        </a:cubicBezTo>
                        <a:cubicBezTo>
                          <a:pt x="643" y="5006"/>
                          <a:pt x="652" y="4809"/>
                          <a:pt x="652" y="4559"/>
                        </a:cubicBezTo>
                        <a:cubicBezTo>
                          <a:pt x="661" y="4060"/>
                          <a:pt x="670" y="3382"/>
                          <a:pt x="670" y="2624"/>
                        </a:cubicBezTo>
                        <a:cubicBezTo>
                          <a:pt x="670" y="2525"/>
                          <a:pt x="670" y="2436"/>
                          <a:pt x="670" y="2338"/>
                        </a:cubicBezTo>
                        <a:cubicBezTo>
                          <a:pt x="670" y="2249"/>
                          <a:pt x="652" y="2160"/>
                          <a:pt x="652" y="2071"/>
                        </a:cubicBezTo>
                        <a:cubicBezTo>
                          <a:pt x="625" y="1892"/>
                          <a:pt x="607" y="1723"/>
                          <a:pt x="590" y="1562"/>
                        </a:cubicBezTo>
                        <a:cubicBezTo>
                          <a:pt x="572" y="1393"/>
                          <a:pt x="545" y="1241"/>
                          <a:pt x="518" y="1098"/>
                        </a:cubicBezTo>
                        <a:cubicBezTo>
                          <a:pt x="491" y="964"/>
                          <a:pt x="447" y="830"/>
                          <a:pt x="393" y="706"/>
                        </a:cubicBezTo>
                        <a:cubicBezTo>
                          <a:pt x="313" y="527"/>
                          <a:pt x="224" y="358"/>
                          <a:pt x="117" y="188"/>
                        </a:cubicBezTo>
                        <a:cubicBezTo>
                          <a:pt x="81" y="126"/>
                          <a:pt x="54" y="81"/>
                          <a:pt x="28" y="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3" name="Google Shape;2913;p52"/>
                  <p:cNvSpPr/>
                  <p:nvPr/>
                </p:nvSpPr>
                <p:spPr>
                  <a:xfrm>
                    <a:off x="-331667" y="1949656"/>
                    <a:ext cx="174466" cy="6818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21" extrusionOk="0">
                        <a:moveTo>
                          <a:pt x="0" y="1"/>
                        </a:moveTo>
                        <a:cubicBezTo>
                          <a:pt x="0" y="19"/>
                          <a:pt x="0" y="28"/>
                          <a:pt x="0" y="45"/>
                        </a:cubicBezTo>
                        <a:cubicBezTo>
                          <a:pt x="0" y="72"/>
                          <a:pt x="9" y="117"/>
                          <a:pt x="9" y="170"/>
                        </a:cubicBezTo>
                        <a:cubicBezTo>
                          <a:pt x="27" y="286"/>
                          <a:pt x="54" y="438"/>
                          <a:pt x="98" y="634"/>
                        </a:cubicBezTo>
                        <a:cubicBezTo>
                          <a:pt x="116" y="741"/>
                          <a:pt x="152" y="848"/>
                          <a:pt x="179" y="955"/>
                        </a:cubicBezTo>
                        <a:cubicBezTo>
                          <a:pt x="223" y="1071"/>
                          <a:pt x="277" y="1187"/>
                          <a:pt x="339" y="1294"/>
                        </a:cubicBezTo>
                        <a:cubicBezTo>
                          <a:pt x="455" y="1535"/>
                          <a:pt x="580" y="1803"/>
                          <a:pt x="705" y="2079"/>
                        </a:cubicBezTo>
                        <a:cubicBezTo>
                          <a:pt x="821" y="2338"/>
                          <a:pt x="919" y="2606"/>
                          <a:pt x="999" y="2882"/>
                        </a:cubicBezTo>
                        <a:cubicBezTo>
                          <a:pt x="1035" y="3007"/>
                          <a:pt x="1044" y="3123"/>
                          <a:pt x="1053" y="3248"/>
                        </a:cubicBezTo>
                        <a:cubicBezTo>
                          <a:pt x="1044" y="3364"/>
                          <a:pt x="1044" y="3480"/>
                          <a:pt x="1044" y="3578"/>
                        </a:cubicBezTo>
                        <a:cubicBezTo>
                          <a:pt x="1044" y="3774"/>
                          <a:pt x="1053" y="3935"/>
                          <a:pt x="1062" y="4051"/>
                        </a:cubicBezTo>
                        <a:cubicBezTo>
                          <a:pt x="1062" y="4104"/>
                          <a:pt x="1071" y="4149"/>
                          <a:pt x="1071" y="4176"/>
                        </a:cubicBezTo>
                        <a:cubicBezTo>
                          <a:pt x="1080" y="4194"/>
                          <a:pt x="1080" y="4212"/>
                          <a:pt x="1080" y="4220"/>
                        </a:cubicBezTo>
                        <a:cubicBezTo>
                          <a:pt x="1080" y="4212"/>
                          <a:pt x="1080" y="4194"/>
                          <a:pt x="1080" y="4176"/>
                        </a:cubicBezTo>
                        <a:lnTo>
                          <a:pt x="1071" y="4051"/>
                        </a:lnTo>
                        <a:cubicBezTo>
                          <a:pt x="1071" y="3944"/>
                          <a:pt x="1062" y="3783"/>
                          <a:pt x="1062" y="3578"/>
                        </a:cubicBezTo>
                        <a:cubicBezTo>
                          <a:pt x="1062" y="3480"/>
                          <a:pt x="1071" y="3373"/>
                          <a:pt x="1080" y="3257"/>
                        </a:cubicBezTo>
                        <a:cubicBezTo>
                          <a:pt x="1071" y="3123"/>
                          <a:pt x="1062" y="2998"/>
                          <a:pt x="1026" y="2882"/>
                        </a:cubicBezTo>
                        <a:cubicBezTo>
                          <a:pt x="946" y="2606"/>
                          <a:pt x="848" y="2329"/>
                          <a:pt x="732" y="2071"/>
                        </a:cubicBezTo>
                        <a:cubicBezTo>
                          <a:pt x="607" y="1785"/>
                          <a:pt x="482" y="1526"/>
                          <a:pt x="366" y="1285"/>
                        </a:cubicBezTo>
                        <a:cubicBezTo>
                          <a:pt x="304" y="1178"/>
                          <a:pt x="250" y="1062"/>
                          <a:pt x="205" y="946"/>
                        </a:cubicBezTo>
                        <a:cubicBezTo>
                          <a:pt x="179" y="848"/>
                          <a:pt x="143" y="741"/>
                          <a:pt x="125" y="634"/>
                        </a:cubicBezTo>
                        <a:cubicBezTo>
                          <a:pt x="72" y="438"/>
                          <a:pt x="45" y="277"/>
                          <a:pt x="27" y="170"/>
                        </a:cubicBezTo>
                        <a:lnTo>
                          <a:pt x="9" y="45"/>
                        </a:lnTo>
                        <a:cubicBezTo>
                          <a:pt x="9" y="28"/>
                          <a:pt x="0" y="19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4" name="Google Shape;2914;p52"/>
                  <p:cNvSpPr/>
                  <p:nvPr/>
                </p:nvSpPr>
                <p:spPr>
                  <a:xfrm>
                    <a:off x="-402263" y="3066578"/>
                    <a:ext cx="331485" cy="1461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2" h="9047" extrusionOk="0">
                        <a:moveTo>
                          <a:pt x="0" y="5130"/>
                        </a:moveTo>
                        <a:lnTo>
                          <a:pt x="0" y="5148"/>
                        </a:lnTo>
                        <a:lnTo>
                          <a:pt x="9" y="5202"/>
                        </a:lnTo>
                        <a:lnTo>
                          <a:pt x="9" y="5148"/>
                        </a:lnTo>
                        <a:cubicBezTo>
                          <a:pt x="0" y="5139"/>
                          <a:pt x="0" y="5130"/>
                          <a:pt x="0" y="5130"/>
                        </a:cubicBezTo>
                        <a:close/>
                        <a:moveTo>
                          <a:pt x="2052" y="1"/>
                        </a:moveTo>
                        <a:cubicBezTo>
                          <a:pt x="2052" y="27"/>
                          <a:pt x="2043" y="63"/>
                          <a:pt x="2043" y="108"/>
                        </a:cubicBezTo>
                        <a:cubicBezTo>
                          <a:pt x="2043" y="206"/>
                          <a:pt x="2034" y="349"/>
                          <a:pt x="2034" y="527"/>
                        </a:cubicBezTo>
                        <a:cubicBezTo>
                          <a:pt x="2016" y="893"/>
                          <a:pt x="1998" y="1410"/>
                          <a:pt x="1981" y="2061"/>
                        </a:cubicBezTo>
                        <a:cubicBezTo>
                          <a:pt x="1963" y="2704"/>
                          <a:pt x="1936" y="3471"/>
                          <a:pt x="1909" y="4327"/>
                        </a:cubicBezTo>
                        <a:cubicBezTo>
                          <a:pt x="1909" y="4541"/>
                          <a:pt x="1900" y="4756"/>
                          <a:pt x="1891" y="4979"/>
                        </a:cubicBezTo>
                        <a:cubicBezTo>
                          <a:pt x="1874" y="5202"/>
                          <a:pt x="1856" y="5433"/>
                          <a:pt x="1847" y="5665"/>
                        </a:cubicBezTo>
                        <a:cubicBezTo>
                          <a:pt x="1811" y="6129"/>
                          <a:pt x="1775" y="6611"/>
                          <a:pt x="1740" y="7102"/>
                        </a:cubicBezTo>
                        <a:cubicBezTo>
                          <a:pt x="1696" y="7756"/>
                          <a:pt x="1651" y="8383"/>
                          <a:pt x="1607" y="8976"/>
                        </a:cubicBezTo>
                        <a:lnTo>
                          <a:pt x="1607" y="8976"/>
                        </a:lnTo>
                        <a:lnTo>
                          <a:pt x="312" y="9019"/>
                        </a:lnTo>
                        <a:lnTo>
                          <a:pt x="312" y="9019"/>
                        </a:lnTo>
                        <a:cubicBezTo>
                          <a:pt x="223" y="7864"/>
                          <a:pt x="143" y="6895"/>
                          <a:pt x="89" y="6210"/>
                        </a:cubicBezTo>
                        <a:cubicBezTo>
                          <a:pt x="63" y="5862"/>
                          <a:pt x="45" y="5594"/>
                          <a:pt x="27" y="5407"/>
                        </a:cubicBezTo>
                        <a:lnTo>
                          <a:pt x="9" y="5202"/>
                        </a:lnTo>
                        <a:lnTo>
                          <a:pt x="18" y="5407"/>
                        </a:lnTo>
                        <a:lnTo>
                          <a:pt x="71" y="6210"/>
                        </a:lnTo>
                        <a:cubicBezTo>
                          <a:pt x="125" y="6897"/>
                          <a:pt x="196" y="7869"/>
                          <a:pt x="286" y="9038"/>
                        </a:cubicBezTo>
                        <a:lnTo>
                          <a:pt x="286" y="9047"/>
                        </a:lnTo>
                        <a:lnTo>
                          <a:pt x="303" y="9047"/>
                        </a:lnTo>
                        <a:lnTo>
                          <a:pt x="1624" y="9011"/>
                        </a:lnTo>
                        <a:lnTo>
                          <a:pt x="1633" y="9011"/>
                        </a:lnTo>
                        <a:lnTo>
                          <a:pt x="1633" y="8993"/>
                        </a:lnTo>
                        <a:cubicBezTo>
                          <a:pt x="1677" y="8404"/>
                          <a:pt x="1722" y="7762"/>
                          <a:pt x="1775" y="7102"/>
                        </a:cubicBezTo>
                        <a:cubicBezTo>
                          <a:pt x="1802" y="6611"/>
                          <a:pt x="1838" y="6129"/>
                          <a:pt x="1874" y="5665"/>
                        </a:cubicBezTo>
                        <a:cubicBezTo>
                          <a:pt x="1891" y="5433"/>
                          <a:pt x="1909" y="5210"/>
                          <a:pt x="1918" y="4987"/>
                        </a:cubicBezTo>
                        <a:cubicBezTo>
                          <a:pt x="1936" y="4764"/>
                          <a:pt x="1936" y="4541"/>
                          <a:pt x="1945" y="4327"/>
                        </a:cubicBezTo>
                        <a:cubicBezTo>
                          <a:pt x="1963" y="3471"/>
                          <a:pt x="1990" y="2704"/>
                          <a:pt x="2007" y="2061"/>
                        </a:cubicBezTo>
                        <a:cubicBezTo>
                          <a:pt x="2016" y="1410"/>
                          <a:pt x="2034" y="893"/>
                          <a:pt x="2043" y="527"/>
                        </a:cubicBezTo>
                        <a:cubicBezTo>
                          <a:pt x="2043" y="349"/>
                          <a:pt x="2052" y="206"/>
                          <a:pt x="2052" y="108"/>
                        </a:cubicBez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5" name="Google Shape;2915;p52"/>
                  <p:cNvSpPr/>
                  <p:nvPr/>
                </p:nvSpPr>
                <p:spPr>
                  <a:xfrm>
                    <a:off x="-232317" y="2639453"/>
                    <a:ext cx="204836" cy="2067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8" h="1280" extrusionOk="0">
                        <a:moveTo>
                          <a:pt x="76" y="0"/>
                        </a:moveTo>
                        <a:cubicBezTo>
                          <a:pt x="62" y="0"/>
                          <a:pt x="49" y="5"/>
                          <a:pt x="36" y="13"/>
                        </a:cubicBezTo>
                        <a:cubicBezTo>
                          <a:pt x="36" y="22"/>
                          <a:pt x="28" y="22"/>
                          <a:pt x="28" y="22"/>
                        </a:cubicBezTo>
                        <a:cubicBezTo>
                          <a:pt x="1" y="49"/>
                          <a:pt x="1" y="84"/>
                          <a:pt x="28" y="111"/>
                        </a:cubicBezTo>
                        <a:lnTo>
                          <a:pt x="1080" y="1190"/>
                        </a:lnTo>
                        <a:cubicBezTo>
                          <a:pt x="1103" y="1213"/>
                          <a:pt x="1181" y="1279"/>
                          <a:pt x="1222" y="1279"/>
                        </a:cubicBezTo>
                        <a:cubicBezTo>
                          <a:pt x="1230" y="1279"/>
                          <a:pt x="1236" y="1277"/>
                          <a:pt x="1241" y="1271"/>
                        </a:cubicBezTo>
                        <a:cubicBezTo>
                          <a:pt x="1268" y="1244"/>
                          <a:pt x="1196" y="1119"/>
                          <a:pt x="1178" y="1101"/>
                        </a:cubicBezTo>
                        <a:lnTo>
                          <a:pt x="126" y="22"/>
                        </a:lnTo>
                        <a:cubicBezTo>
                          <a:pt x="111" y="7"/>
                          <a:pt x="94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6" name="Google Shape;2916;p52"/>
                  <p:cNvSpPr/>
                  <p:nvPr/>
                </p:nvSpPr>
                <p:spPr>
                  <a:xfrm>
                    <a:off x="-318744" y="2691955"/>
                    <a:ext cx="269614" cy="1988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9" h="1231" extrusionOk="0">
                        <a:moveTo>
                          <a:pt x="224" y="0"/>
                        </a:moveTo>
                        <a:lnTo>
                          <a:pt x="1" y="607"/>
                        </a:lnTo>
                        <a:lnTo>
                          <a:pt x="27" y="651"/>
                        </a:lnTo>
                        <a:cubicBezTo>
                          <a:pt x="134" y="803"/>
                          <a:pt x="277" y="928"/>
                          <a:pt x="447" y="1017"/>
                        </a:cubicBezTo>
                        <a:lnTo>
                          <a:pt x="723" y="1169"/>
                        </a:lnTo>
                        <a:cubicBezTo>
                          <a:pt x="723" y="1169"/>
                          <a:pt x="810" y="1231"/>
                          <a:pt x="885" y="1231"/>
                        </a:cubicBezTo>
                        <a:cubicBezTo>
                          <a:pt x="900" y="1231"/>
                          <a:pt x="915" y="1228"/>
                          <a:pt x="928" y="1222"/>
                        </a:cubicBezTo>
                        <a:cubicBezTo>
                          <a:pt x="991" y="1196"/>
                          <a:pt x="1026" y="1124"/>
                          <a:pt x="1000" y="1053"/>
                        </a:cubicBezTo>
                        <a:cubicBezTo>
                          <a:pt x="1062" y="1035"/>
                          <a:pt x="1125" y="999"/>
                          <a:pt x="1169" y="946"/>
                        </a:cubicBezTo>
                        <a:cubicBezTo>
                          <a:pt x="1214" y="874"/>
                          <a:pt x="1169" y="732"/>
                          <a:pt x="1169" y="732"/>
                        </a:cubicBezTo>
                        <a:lnTo>
                          <a:pt x="1169" y="732"/>
                        </a:lnTo>
                        <a:cubicBezTo>
                          <a:pt x="1169" y="732"/>
                          <a:pt x="1191" y="735"/>
                          <a:pt x="1220" y="735"/>
                        </a:cubicBezTo>
                        <a:cubicBezTo>
                          <a:pt x="1269" y="735"/>
                          <a:pt x="1341" y="725"/>
                          <a:pt x="1374" y="669"/>
                        </a:cubicBezTo>
                        <a:cubicBezTo>
                          <a:pt x="1428" y="589"/>
                          <a:pt x="1080" y="393"/>
                          <a:pt x="1089" y="357"/>
                        </a:cubicBezTo>
                        <a:cubicBezTo>
                          <a:pt x="1089" y="347"/>
                          <a:pt x="1101" y="343"/>
                          <a:pt x="1117" y="343"/>
                        </a:cubicBezTo>
                        <a:cubicBezTo>
                          <a:pt x="1159" y="343"/>
                          <a:pt x="1232" y="366"/>
                          <a:pt x="1232" y="366"/>
                        </a:cubicBezTo>
                        <a:cubicBezTo>
                          <a:pt x="1232" y="366"/>
                          <a:pt x="1455" y="544"/>
                          <a:pt x="1481" y="571"/>
                        </a:cubicBezTo>
                        <a:cubicBezTo>
                          <a:pt x="1504" y="589"/>
                          <a:pt x="1528" y="598"/>
                          <a:pt x="1553" y="598"/>
                        </a:cubicBezTo>
                        <a:cubicBezTo>
                          <a:pt x="1577" y="598"/>
                          <a:pt x="1602" y="589"/>
                          <a:pt x="1624" y="571"/>
                        </a:cubicBezTo>
                        <a:cubicBezTo>
                          <a:pt x="1669" y="535"/>
                          <a:pt x="1481" y="286"/>
                          <a:pt x="1383" y="214"/>
                        </a:cubicBezTo>
                        <a:cubicBezTo>
                          <a:pt x="1294" y="143"/>
                          <a:pt x="1000" y="72"/>
                          <a:pt x="875" y="45"/>
                        </a:cubicBezTo>
                        <a:cubicBezTo>
                          <a:pt x="759" y="18"/>
                          <a:pt x="224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7" name="Google Shape;2917;p52"/>
                  <p:cNvSpPr/>
                  <p:nvPr/>
                </p:nvSpPr>
                <p:spPr>
                  <a:xfrm>
                    <a:off x="-692075" y="2008781"/>
                    <a:ext cx="439719" cy="8230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2" h="5095" extrusionOk="0">
                        <a:moveTo>
                          <a:pt x="1259" y="1"/>
                        </a:moveTo>
                        <a:cubicBezTo>
                          <a:pt x="1009" y="90"/>
                          <a:pt x="813" y="304"/>
                          <a:pt x="750" y="572"/>
                        </a:cubicBezTo>
                        <a:cubicBezTo>
                          <a:pt x="599" y="1258"/>
                          <a:pt x="1" y="3337"/>
                          <a:pt x="19" y="3783"/>
                        </a:cubicBezTo>
                        <a:cubicBezTo>
                          <a:pt x="37" y="4220"/>
                          <a:pt x="2294" y="5094"/>
                          <a:pt x="2294" y="5094"/>
                        </a:cubicBezTo>
                        <a:lnTo>
                          <a:pt x="2722" y="4095"/>
                        </a:lnTo>
                        <a:lnTo>
                          <a:pt x="1393" y="3275"/>
                        </a:lnTo>
                        <a:lnTo>
                          <a:pt x="1705" y="1936"/>
                        </a:lnTo>
                        <a:lnTo>
                          <a:pt x="12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8" name="Google Shape;2918;p52"/>
                  <p:cNvSpPr/>
                  <p:nvPr/>
                </p:nvSpPr>
                <p:spPr>
                  <a:xfrm>
                    <a:off x="77528" y="1998766"/>
                    <a:ext cx="344570" cy="723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4479" extrusionOk="0">
                        <a:moveTo>
                          <a:pt x="1" y="0"/>
                        </a:moveTo>
                        <a:lnTo>
                          <a:pt x="179" y="1071"/>
                        </a:lnTo>
                        <a:lnTo>
                          <a:pt x="268" y="3943"/>
                        </a:lnTo>
                        <a:cubicBezTo>
                          <a:pt x="491" y="4059"/>
                          <a:pt x="732" y="4157"/>
                          <a:pt x="964" y="4247"/>
                        </a:cubicBezTo>
                        <a:cubicBezTo>
                          <a:pt x="1285" y="4363"/>
                          <a:pt x="1928" y="4478"/>
                          <a:pt x="1928" y="4478"/>
                        </a:cubicBezTo>
                        <a:lnTo>
                          <a:pt x="2133" y="3524"/>
                        </a:lnTo>
                        <a:lnTo>
                          <a:pt x="1205" y="3256"/>
                        </a:lnTo>
                        <a:lnTo>
                          <a:pt x="1116" y="3194"/>
                        </a:lnTo>
                        <a:lnTo>
                          <a:pt x="706" y="776"/>
                        </a:lnTo>
                        <a:cubicBezTo>
                          <a:pt x="563" y="241"/>
                          <a:pt x="170" y="107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19" name="Google Shape;2919;p52"/>
                  <p:cNvSpPr/>
                  <p:nvPr/>
                </p:nvSpPr>
                <p:spPr>
                  <a:xfrm>
                    <a:off x="-497413" y="2285508"/>
                    <a:ext cx="247968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5" h="3400" extrusionOk="0">
                        <a:moveTo>
                          <a:pt x="0" y="2909"/>
                        </a:moveTo>
                        <a:cubicBezTo>
                          <a:pt x="9" y="2918"/>
                          <a:pt x="9" y="2918"/>
                          <a:pt x="18" y="2918"/>
                        </a:cubicBezTo>
                        <a:lnTo>
                          <a:pt x="0" y="2909"/>
                        </a:lnTo>
                        <a:close/>
                        <a:moveTo>
                          <a:pt x="571" y="0"/>
                        </a:moveTo>
                        <a:cubicBezTo>
                          <a:pt x="562" y="9"/>
                          <a:pt x="562" y="18"/>
                          <a:pt x="553" y="27"/>
                        </a:cubicBezTo>
                        <a:lnTo>
                          <a:pt x="536" y="116"/>
                        </a:lnTo>
                        <a:lnTo>
                          <a:pt x="446" y="438"/>
                        </a:lnTo>
                        <a:cubicBezTo>
                          <a:pt x="384" y="714"/>
                          <a:pt x="286" y="1098"/>
                          <a:pt x="170" y="1562"/>
                        </a:cubicBezTo>
                        <a:lnTo>
                          <a:pt x="170" y="1571"/>
                        </a:lnTo>
                        <a:lnTo>
                          <a:pt x="179" y="1571"/>
                        </a:lnTo>
                        <a:lnTo>
                          <a:pt x="1124" y="2159"/>
                        </a:lnTo>
                        <a:lnTo>
                          <a:pt x="1492" y="2390"/>
                        </a:lnTo>
                        <a:lnTo>
                          <a:pt x="1492" y="2390"/>
                        </a:lnTo>
                        <a:lnTo>
                          <a:pt x="1086" y="3367"/>
                        </a:lnTo>
                        <a:lnTo>
                          <a:pt x="1086" y="3367"/>
                        </a:lnTo>
                        <a:lnTo>
                          <a:pt x="304" y="3034"/>
                        </a:lnTo>
                        <a:lnTo>
                          <a:pt x="81" y="2944"/>
                        </a:lnTo>
                        <a:lnTo>
                          <a:pt x="81" y="2944"/>
                        </a:lnTo>
                        <a:lnTo>
                          <a:pt x="295" y="3042"/>
                        </a:lnTo>
                        <a:lnTo>
                          <a:pt x="1089" y="3399"/>
                        </a:lnTo>
                        <a:lnTo>
                          <a:pt x="1098" y="3399"/>
                        </a:lnTo>
                        <a:lnTo>
                          <a:pt x="1107" y="3390"/>
                        </a:lnTo>
                        <a:cubicBezTo>
                          <a:pt x="1231" y="3096"/>
                          <a:pt x="1374" y="2757"/>
                          <a:pt x="1526" y="2391"/>
                        </a:cubicBezTo>
                        <a:lnTo>
                          <a:pt x="1535" y="2373"/>
                        </a:lnTo>
                        <a:lnTo>
                          <a:pt x="1526" y="2373"/>
                        </a:lnTo>
                        <a:lnTo>
                          <a:pt x="1142" y="2133"/>
                        </a:lnTo>
                        <a:lnTo>
                          <a:pt x="197" y="1559"/>
                        </a:lnTo>
                        <a:lnTo>
                          <a:pt x="197" y="1559"/>
                        </a:lnTo>
                        <a:cubicBezTo>
                          <a:pt x="313" y="1105"/>
                          <a:pt x="402" y="713"/>
                          <a:pt x="473" y="438"/>
                        </a:cubicBezTo>
                        <a:cubicBezTo>
                          <a:pt x="500" y="304"/>
                          <a:pt x="527" y="197"/>
                          <a:pt x="545" y="116"/>
                        </a:cubicBezTo>
                        <a:lnTo>
                          <a:pt x="562" y="36"/>
                        </a:lnTo>
                        <a:cubicBezTo>
                          <a:pt x="562" y="27"/>
                          <a:pt x="571" y="18"/>
                          <a:pt x="5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0" name="Google Shape;2920;p52"/>
                  <p:cNvSpPr/>
                  <p:nvPr/>
                </p:nvSpPr>
                <p:spPr>
                  <a:xfrm>
                    <a:off x="-509044" y="2027521"/>
                    <a:ext cx="98218" cy="152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8" h="947" extrusionOk="0">
                        <a:moveTo>
                          <a:pt x="1" y="1"/>
                        </a:moveTo>
                        <a:cubicBezTo>
                          <a:pt x="63" y="9"/>
                          <a:pt x="117" y="27"/>
                          <a:pt x="170" y="54"/>
                        </a:cubicBezTo>
                        <a:cubicBezTo>
                          <a:pt x="304" y="117"/>
                          <a:pt x="402" y="224"/>
                          <a:pt x="465" y="348"/>
                        </a:cubicBezTo>
                        <a:cubicBezTo>
                          <a:pt x="527" y="482"/>
                          <a:pt x="563" y="625"/>
                          <a:pt x="572" y="768"/>
                        </a:cubicBezTo>
                        <a:cubicBezTo>
                          <a:pt x="590" y="875"/>
                          <a:pt x="590" y="946"/>
                          <a:pt x="590" y="946"/>
                        </a:cubicBezTo>
                        <a:cubicBezTo>
                          <a:pt x="599" y="884"/>
                          <a:pt x="608" y="821"/>
                          <a:pt x="599" y="768"/>
                        </a:cubicBezTo>
                        <a:cubicBezTo>
                          <a:pt x="590" y="616"/>
                          <a:pt x="554" y="473"/>
                          <a:pt x="492" y="340"/>
                        </a:cubicBezTo>
                        <a:cubicBezTo>
                          <a:pt x="429" y="206"/>
                          <a:pt x="322" y="99"/>
                          <a:pt x="179" y="36"/>
                        </a:cubicBezTo>
                        <a:cubicBezTo>
                          <a:pt x="144" y="18"/>
                          <a:pt x="99" y="9"/>
                          <a:pt x="5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1" name="Google Shape;2921;p52"/>
                  <p:cNvSpPr/>
                  <p:nvPr/>
                </p:nvSpPr>
                <p:spPr>
                  <a:xfrm>
                    <a:off x="-537799" y="2535256"/>
                    <a:ext cx="70756" cy="32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8" h="203" extrusionOk="0">
                        <a:moveTo>
                          <a:pt x="338" y="1"/>
                        </a:moveTo>
                        <a:cubicBezTo>
                          <a:pt x="284" y="1"/>
                          <a:pt x="232" y="14"/>
                          <a:pt x="188" y="42"/>
                        </a:cubicBezTo>
                        <a:cubicBezTo>
                          <a:pt x="108" y="69"/>
                          <a:pt x="36" y="132"/>
                          <a:pt x="1" y="203"/>
                        </a:cubicBezTo>
                        <a:cubicBezTo>
                          <a:pt x="63" y="149"/>
                          <a:pt x="125" y="105"/>
                          <a:pt x="197" y="69"/>
                        </a:cubicBezTo>
                        <a:cubicBezTo>
                          <a:pt x="277" y="42"/>
                          <a:pt x="357" y="25"/>
                          <a:pt x="438" y="16"/>
                        </a:cubicBezTo>
                        <a:cubicBezTo>
                          <a:pt x="404" y="6"/>
                          <a:pt x="371" y="1"/>
                          <a:pt x="3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2" name="Google Shape;2922;p52"/>
                  <p:cNvSpPr/>
                  <p:nvPr/>
                </p:nvSpPr>
                <p:spPr>
                  <a:xfrm>
                    <a:off x="120822" y="2093754"/>
                    <a:ext cx="30370" cy="628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3891" extrusionOk="0">
                        <a:moveTo>
                          <a:pt x="0" y="1"/>
                        </a:moveTo>
                        <a:cubicBezTo>
                          <a:pt x="0" y="7"/>
                          <a:pt x="4" y="16"/>
                          <a:pt x="9" y="25"/>
                        </a:cubicBezTo>
                        <a:lnTo>
                          <a:pt x="9" y="25"/>
                        </a:lnTo>
                        <a:cubicBezTo>
                          <a:pt x="9" y="14"/>
                          <a:pt x="7" y="8"/>
                          <a:pt x="0" y="1"/>
                        </a:cubicBezTo>
                        <a:close/>
                        <a:moveTo>
                          <a:pt x="9" y="25"/>
                        </a:moveTo>
                        <a:cubicBezTo>
                          <a:pt x="9" y="28"/>
                          <a:pt x="9" y="32"/>
                          <a:pt x="9" y="37"/>
                        </a:cubicBezTo>
                        <a:cubicBezTo>
                          <a:pt x="17" y="61"/>
                          <a:pt x="25" y="92"/>
                          <a:pt x="40" y="131"/>
                        </a:cubicBezTo>
                        <a:lnTo>
                          <a:pt x="40" y="131"/>
                        </a:lnTo>
                        <a:lnTo>
                          <a:pt x="18" y="37"/>
                        </a:lnTo>
                        <a:cubicBezTo>
                          <a:pt x="15" y="33"/>
                          <a:pt x="12" y="29"/>
                          <a:pt x="9" y="25"/>
                        </a:cubicBezTo>
                        <a:close/>
                        <a:moveTo>
                          <a:pt x="40" y="131"/>
                        </a:moveTo>
                        <a:lnTo>
                          <a:pt x="45" y="153"/>
                        </a:lnTo>
                        <a:cubicBezTo>
                          <a:pt x="54" y="197"/>
                          <a:pt x="63" y="260"/>
                          <a:pt x="81" y="322"/>
                        </a:cubicBezTo>
                        <a:cubicBezTo>
                          <a:pt x="90" y="393"/>
                          <a:pt x="108" y="474"/>
                          <a:pt x="116" y="563"/>
                        </a:cubicBezTo>
                        <a:cubicBezTo>
                          <a:pt x="143" y="768"/>
                          <a:pt x="161" y="973"/>
                          <a:pt x="161" y="1179"/>
                        </a:cubicBezTo>
                        <a:cubicBezTo>
                          <a:pt x="170" y="1410"/>
                          <a:pt x="161" y="1669"/>
                          <a:pt x="152" y="1937"/>
                        </a:cubicBezTo>
                        <a:cubicBezTo>
                          <a:pt x="125" y="2481"/>
                          <a:pt x="116" y="2963"/>
                          <a:pt x="116" y="3320"/>
                        </a:cubicBezTo>
                        <a:cubicBezTo>
                          <a:pt x="108" y="3498"/>
                          <a:pt x="116" y="3641"/>
                          <a:pt x="116" y="3739"/>
                        </a:cubicBezTo>
                        <a:lnTo>
                          <a:pt x="116" y="3855"/>
                        </a:lnTo>
                        <a:cubicBezTo>
                          <a:pt x="116" y="3864"/>
                          <a:pt x="116" y="3882"/>
                          <a:pt x="125" y="3890"/>
                        </a:cubicBezTo>
                        <a:cubicBezTo>
                          <a:pt x="125" y="3882"/>
                          <a:pt x="125" y="3864"/>
                          <a:pt x="125" y="3855"/>
                        </a:cubicBezTo>
                        <a:lnTo>
                          <a:pt x="125" y="3739"/>
                        </a:lnTo>
                        <a:cubicBezTo>
                          <a:pt x="125" y="3641"/>
                          <a:pt x="125" y="3498"/>
                          <a:pt x="125" y="3320"/>
                        </a:cubicBezTo>
                        <a:cubicBezTo>
                          <a:pt x="134" y="2963"/>
                          <a:pt x="152" y="2481"/>
                          <a:pt x="179" y="1937"/>
                        </a:cubicBezTo>
                        <a:cubicBezTo>
                          <a:pt x="188" y="1669"/>
                          <a:pt x="188" y="1410"/>
                          <a:pt x="188" y="1179"/>
                        </a:cubicBezTo>
                        <a:cubicBezTo>
                          <a:pt x="179" y="964"/>
                          <a:pt x="161" y="759"/>
                          <a:pt x="134" y="554"/>
                        </a:cubicBezTo>
                        <a:cubicBezTo>
                          <a:pt x="116" y="465"/>
                          <a:pt x="99" y="393"/>
                          <a:pt x="90" y="322"/>
                        </a:cubicBezTo>
                        <a:cubicBezTo>
                          <a:pt x="72" y="251"/>
                          <a:pt x="54" y="197"/>
                          <a:pt x="45" y="144"/>
                        </a:cubicBezTo>
                        <a:cubicBezTo>
                          <a:pt x="43" y="139"/>
                          <a:pt x="42" y="135"/>
                          <a:pt x="40" y="1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3" name="Google Shape;2923;p52"/>
                  <p:cNvSpPr/>
                  <p:nvPr/>
                </p:nvSpPr>
                <p:spPr>
                  <a:xfrm>
                    <a:off x="42957" y="2415228"/>
                    <a:ext cx="314362" cy="334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2070" extrusionOk="0">
                        <a:moveTo>
                          <a:pt x="1946" y="0"/>
                        </a:moveTo>
                        <a:lnTo>
                          <a:pt x="1946" y="0"/>
                        </a:lnTo>
                        <a:cubicBezTo>
                          <a:pt x="1945" y="1"/>
                          <a:pt x="652" y="1463"/>
                          <a:pt x="393" y="1731"/>
                        </a:cubicBezTo>
                        <a:cubicBezTo>
                          <a:pt x="268" y="1847"/>
                          <a:pt x="143" y="1945"/>
                          <a:pt x="1" y="2043"/>
                        </a:cubicBezTo>
                        <a:lnTo>
                          <a:pt x="411" y="2070"/>
                        </a:lnTo>
                        <a:lnTo>
                          <a:pt x="194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4" name="Google Shape;2924;p52"/>
                  <p:cNvSpPr/>
                  <p:nvPr/>
                </p:nvSpPr>
                <p:spPr>
                  <a:xfrm>
                    <a:off x="70420" y="2353195"/>
                    <a:ext cx="671694" cy="432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8" h="2678" extrusionOk="0">
                        <a:moveTo>
                          <a:pt x="4086" y="1"/>
                        </a:moveTo>
                        <a:lnTo>
                          <a:pt x="1909" y="188"/>
                        </a:lnTo>
                        <a:lnTo>
                          <a:pt x="0" y="2516"/>
                        </a:lnTo>
                        <a:lnTo>
                          <a:pt x="179" y="2677"/>
                        </a:lnTo>
                        <a:lnTo>
                          <a:pt x="2141" y="2570"/>
                        </a:lnTo>
                        <a:lnTo>
                          <a:pt x="4157" y="268"/>
                        </a:lnTo>
                        <a:lnTo>
                          <a:pt x="408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5" name="Google Shape;2925;p52"/>
                  <p:cNvSpPr/>
                  <p:nvPr/>
                </p:nvSpPr>
                <p:spPr>
                  <a:xfrm>
                    <a:off x="103536" y="2389220"/>
                    <a:ext cx="638578" cy="39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3" h="2446" extrusionOk="0">
                        <a:moveTo>
                          <a:pt x="3952" y="1"/>
                        </a:moveTo>
                        <a:cubicBezTo>
                          <a:pt x="3944" y="1"/>
                          <a:pt x="3926" y="1"/>
                          <a:pt x="3917" y="10"/>
                        </a:cubicBezTo>
                        <a:cubicBezTo>
                          <a:pt x="3926" y="10"/>
                          <a:pt x="3944" y="10"/>
                          <a:pt x="3952" y="1"/>
                        </a:cubicBezTo>
                        <a:close/>
                        <a:moveTo>
                          <a:pt x="3917" y="10"/>
                        </a:moveTo>
                        <a:lnTo>
                          <a:pt x="3792" y="19"/>
                        </a:lnTo>
                        <a:lnTo>
                          <a:pt x="3346" y="63"/>
                        </a:lnTo>
                        <a:lnTo>
                          <a:pt x="1847" y="215"/>
                        </a:lnTo>
                        <a:lnTo>
                          <a:pt x="1838" y="215"/>
                        </a:lnTo>
                        <a:lnTo>
                          <a:pt x="1838" y="224"/>
                        </a:lnTo>
                        <a:lnTo>
                          <a:pt x="1588" y="518"/>
                        </a:lnTo>
                        <a:lnTo>
                          <a:pt x="455" y="1883"/>
                        </a:lnTo>
                        <a:lnTo>
                          <a:pt x="116" y="2302"/>
                        </a:lnTo>
                        <a:lnTo>
                          <a:pt x="18" y="2418"/>
                        </a:lnTo>
                        <a:lnTo>
                          <a:pt x="0" y="2445"/>
                        </a:lnTo>
                        <a:lnTo>
                          <a:pt x="27" y="2418"/>
                        </a:lnTo>
                        <a:lnTo>
                          <a:pt x="125" y="2311"/>
                        </a:lnTo>
                        <a:lnTo>
                          <a:pt x="473" y="1901"/>
                        </a:lnTo>
                        <a:lnTo>
                          <a:pt x="1615" y="536"/>
                        </a:lnTo>
                        <a:lnTo>
                          <a:pt x="1865" y="242"/>
                        </a:lnTo>
                        <a:lnTo>
                          <a:pt x="1847" y="242"/>
                        </a:lnTo>
                        <a:lnTo>
                          <a:pt x="3355" y="81"/>
                        </a:lnTo>
                        <a:lnTo>
                          <a:pt x="3792" y="28"/>
                        </a:lnTo>
                        <a:lnTo>
                          <a:pt x="3917" y="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6" name="Google Shape;2926;p52"/>
                  <p:cNvSpPr/>
                  <p:nvPr/>
                </p:nvSpPr>
                <p:spPr>
                  <a:xfrm>
                    <a:off x="74620" y="2361919"/>
                    <a:ext cx="657316" cy="3978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9" h="2463" extrusionOk="0">
                        <a:moveTo>
                          <a:pt x="4024" y="0"/>
                        </a:moveTo>
                        <a:lnTo>
                          <a:pt x="3899" y="9"/>
                        </a:lnTo>
                        <a:lnTo>
                          <a:pt x="3453" y="45"/>
                        </a:lnTo>
                        <a:lnTo>
                          <a:pt x="1919" y="179"/>
                        </a:lnTo>
                        <a:lnTo>
                          <a:pt x="1910" y="179"/>
                        </a:lnTo>
                        <a:lnTo>
                          <a:pt x="1651" y="500"/>
                        </a:lnTo>
                        <a:cubicBezTo>
                          <a:pt x="1205" y="1053"/>
                          <a:pt x="786" y="1544"/>
                          <a:pt x="492" y="1891"/>
                        </a:cubicBezTo>
                        <a:lnTo>
                          <a:pt x="126" y="2311"/>
                        </a:lnTo>
                        <a:lnTo>
                          <a:pt x="28" y="2418"/>
                        </a:lnTo>
                        <a:lnTo>
                          <a:pt x="10" y="2454"/>
                        </a:lnTo>
                        <a:lnTo>
                          <a:pt x="37" y="2427"/>
                        </a:lnTo>
                        <a:lnTo>
                          <a:pt x="135" y="2311"/>
                        </a:lnTo>
                        <a:cubicBezTo>
                          <a:pt x="224" y="2222"/>
                          <a:pt x="349" y="2079"/>
                          <a:pt x="501" y="1909"/>
                        </a:cubicBezTo>
                        <a:cubicBezTo>
                          <a:pt x="813" y="1561"/>
                          <a:pt x="1232" y="1071"/>
                          <a:pt x="1678" y="527"/>
                        </a:cubicBezTo>
                        <a:lnTo>
                          <a:pt x="1930" y="205"/>
                        </a:lnTo>
                        <a:lnTo>
                          <a:pt x="1930" y="205"/>
                        </a:lnTo>
                        <a:lnTo>
                          <a:pt x="3453" y="63"/>
                        </a:lnTo>
                        <a:lnTo>
                          <a:pt x="3899" y="18"/>
                        </a:lnTo>
                        <a:lnTo>
                          <a:pt x="4024" y="9"/>
                        </a:lnTo>
                        <a:cubicBezTo>
                          <a:pt x="4042" y="9"/>
                          <a:pt x="4051" y="0"/>
                          <a:pt x="4069" y="0"/>
                        </a:cubicBezTo>
                        <a:close/>
                        <a:moveTo>
                          <a:pt x="10" y="2454"/>
                        </a:moveTo>
                        <a:cubicBezTo>
                          <a:pt x="1" y="2454"/>
                          <a:pt x="1" y="2454"/>
                          <a:pt x="1" y="2462"/>
                        </a:cubicBezTo>
                        <a:cubicBezTo>
                          <a:pt x="1" y="2462"/>
                          <a:pt x="1" y="2462"/>
                          <a:pt x="10" y="245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7" name="Google Shape;2927;p52"/>
                  <p:cNvSpPr/>
                  <p:nvPr/>
                </p:nvSpPr>
                <p:spPr>
                  <a:xfrm>
                    <a:off x="86251" y="2376296"/>
                    <a:ext cx="647139" cy="393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436" extrusionOk="0">
                        <a:moveTo>
                          <a:pt x="3970" y="0"/>
                        </a:moveTo>
                        <a:lnTo>
                          <a:pt x="3845" y="9"/>
                        </a:lnTo>
                        <a:lnTo>
                          <a:pt x="3408" y="45"/>
                        </a:lnTo>
                        <a:lnTo>
                          <a:pt x="1901" y="188"/>
                        </a:lnTo>
                        <a:lnTo>
                          <a:pt x="1892" y="188"/>
                        </a:lnTo>
                        <a:lnTo>
                          <a:pt x="1624" y="509"/>
                        </a:lnTo>
                        <a:lnTo>
                          <a:pt x="464" y="1874"/>
                        </a:lnTo>
                        <a:lnTo>
                          <a:pt x="116" y="2284"/>
                        </a:lnTo>
                        <a:lnTo>
                          <a:pt x="27" y="2400"/>
                        </a:lnTo>
                        <a:lnTo>
                          <a:pt x="0" y="2436"/>
                        </a:lnTo>
                        <a:lnTo>
                          <a:pt x="0" y="2436"/>
                        </a:lnTo>
                        <a:lnTo>
                          <a:pt x="27" y="2409"/>
                        </a:lnTo>
                        <a:lnTo>
                          <a:pt x="125" y="2302"/>
                        </a:lnTo>
                        <a:lnTo>
                          <a:pt x="482" y="1892"/>
                        </a:lnTo>
                        <a:lnTo>
                          <a:pt x="1651" y="536"/>
                        </a:lnTo>
                        <a:lnTo>
                          <a:pt x="1918" y="215"/>
                        </a:lnTo>
                        <a:lnTo>
                          <a:pt x="1909" y="215"/>
                        </a:lnTo>
                        <a:lnTo>
                          <a:pt x="3408" y="72"/>
                        </a:lnTo>
                        <a:lnTo>
                          <a:pt x="3845" y="18"/>
                        </a:lnTo>
                        <a:lnTo>
                          <a:pt x="3970" y="9"/>
                        </a:lnTo>
                        <a:cubicBezTo>
                          <a:pt x="3979" y="9"/>
                          <a:pt x="3997" y="9"/>
                          <a:pt x="4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8" name="Google Shape;2928;p52"/>
                  <p:cNvSpPr/>
                  <p:nvPr/>
                </p:nvSpPr>
                <p:spPr>
                  <a:xfrm>
                    <a:off x="471052" y="2579520"/>
                    <a:ext cx="116795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" h="274" extrusionOk="0">
                        <a:moveTo>
                          <a:pt x="125" y="0"/>
                        </a:moveTo>
                        <a:cubicBezTo>
                          <a:pt x="81" y="9"/>
                          <a:pt x="36" y="27"/>
                          <a:pt x="18" y="63"/>
                        </a:cubicBezTo>
                        <a:cubicBezTo>
                          <a:pt x="0" y="90"/>
                          <a:pt x="0" y="116"/>
                          <a:pt x="0" y="134"/>
                        </a:cubicBezTo>
                        <a:cubicBezTo>
                          <a:pt x="9" y="152"/>
                          <a:pt x="18" y="161"/>
                          <a:pt x="36" y="170"/>
                        </a:cubicBezTo>
                        <a:cubicBezTo>
                          <a:pt x="63" y="188"/>
                          <a:pt x="89" y="197"/>
                          <a:pt x="116" y="197"/>
                        </a:cubicBezTo>
                        <a:lnTo>
                          <a:pt x="437" y="259"/>
                        </a:lnTo>
                        <a:cubicBezTo>
                          <a:pt x="474" y="269"/>
                          <a:pt x="514" y="274"/>
                          <a:pt x="553" y="274"/>
                        </a:cubicBezTo>
                        <a:cubicBezTo>
                          <a:pt x="580" y="274"/>
                          <a:pt x="608" y="272"/>
                          <a:pt x="634" y="268"/>
                        </a:cubicBezTo>
                        <a:cubicBezTo>
                          <a:pt x="660" y="259"/>
                          <a:pt x="678" y="250"/>
                          <a:pt x="696" y="232"/>
                        </a:cubicBezTo>
                        <a:cubicBezTo>
                          <a:pt x="714" y="214"/>
                          <a:pt x="723" y="188"/>
                          <a:pt x="723" y="170"/>
                        </a:cubicBezTo>
                        <a:cubicBezTo>
                          <a:pt x="723" y="125"/>
                          <a:pt x="687" y="81"/>
                          <a:pt x="643" y="72"/>
                        </a:cubicBezTo>
                        <a:cubicBezTo>
                          <a:pt x="509" y="54"/>
                          <a:pt x="384" y="27"/>
                          <a:pt x="250" y="9"/>
                        </a:cubicBezTo>
                        <a:cubicBezTo>
                          <a:pt x="205" y="0"/>
                          <a:pt x="161" y="0"/>
                          <a:pt x="12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29" name="Google Shape;2929;p52"/>
                  <p:cNvSpPr/>
                  <p:nvPr/>
                </p:nvSpPr>
                <p:spPr>
                  <a:xfrm>
                    <a:off x="475414" y="2614090"/>
                    <a:ext cx="103872" cy="44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274" extrusionOk="0">
                        <a:moveTo>
                          <a:pt x="107" y="0"/>
                        </a:moveTo>
                        <a:cubicBezTo>
                          <a:pt x="71" y="9"/>
                          <a:pt x="36" y="27"/>
                          <a:pt x="18" y="63"/>
                        </a:cubicBezTo>
                        <a:cubicBezTo>
                          <a:pt x="9" y="90"/>
                          <a:pt x="0" y="107"/>
                          <a:pt x="9" y="134"/>
                        </a:cubicBezTo>
                        <a:cubicBezTo>
                          <a:pt x="18" y="143"/>
                          <a:pt x="27" y="152"/>
                          <a:pt x="36" y="161"/>
                        </a:cubicBezTo>
                        <a:cubicBezTo>
                          <a:pt x="54" y="179"/>
                          <a:pt x="89" y="197"/>
                          <a:pt x="116" y="197"/>
                        </a:cubicBezTo>
                        <a:lnTo>
                          <a:pt x="401" y="259"/>
                        </a:lnTo>
                        <a:cubicBezTo>
                          <a:pt x="433" y="270"/>
                          <a:pt x="464" y="274"/>
                          <a:pt x="496" y="274"/>
                        </a:cubicBezTo>
                        <a:cubicBezTo>
                          <a:pt x="518" y="274"/>
                          <a:pt x="540" y="272"/>
                          <a:pt x="562" y="268"/>
                        </a:cubicBezTo>
                        <a:cubicBezTo>
                          <a:pt x="589" y="259"/>
                          <a:pt x="607" y="250"/>
                          <a:pt x="616" y="232"/>
                        </a:cubicBezTo>
                        <a:cubicBezTo>
                          <a:pt x="633" y="215"/>
                          <a:pt x="642" y="197"/>
                          <a:pt x="642" y="170"/>
                        </a:cubicBezTo>
                        <a:cubicBezTo>
                          <a:pt x="633" y="125"/>
                          <a:pt x="607" y="90"/>
                          <a:pt x="571" y="81"/>
                        </a:cubicBezTo>
                        <a:cubicBezTo>
                          <a:pt x="446" y="54"/>
                          <a:pt x="339" y="27"/>
                          <a:pt x="223" y="9"/>
                        </a:cubicBezTo>
                        <a:cubicBezTo>
                          <a:pt x="187" y="0"/>
                          <a:pt x="143" y="0"/>
                          <a:pt x="107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30" name="Google Shape;2930;p52"/>
                  <p:cNvSpPr/>
                  <p:nvPr/>
                </p:nvSpPr>
                <p:spPr>
                  <a:xfrm>
                    <a:off x="479614" y="2644622"/>
                    <a:ext cx="83841" cy="39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245" extrusionOk="0">
                        <a:moveTo>
                          <a:pt x="112" y="1"/>
                        </a:moveTo>
                        <a:cubicBezTo>
                          <a:pt x="99" y="1"/>
                          <a:pt x="86" y="3"/>
                          <a:pt x="72" y="8"/>
                        </a:cubicBezTo>
                        <a:cubicBezTo>
                          <a:pt x="36" y="17"/>
                          <a:pt x="19" y="43"/>
                          <a:pt x="10" y="70"/>
                        </a:cubicBezTo>
                        <a:cubicBezTo>
                          <a:pt x="1" y="97"/>
                          <a:pt x="1" y="115"/>
                          <a:pt x="10" y="141"/>
                        </a:cubicBezTo>
                        <a:cubicBezTo>
                          <a:pt x="19" y="150"/>
                          <a:pt x="28" y="159"/>
                          <a:pt x="36" y="168"/>
                        </a:cubicBezTo>
                        <a:cubicBezTo>
                          <a:pt x="54" y="177"/>
                          <a:pt x="81" y="195"/>
                          <a:pt x="108" y="195"/>
                        </a:cubicBezTo>
                        <a:lnTo>
                          <a:pt x="340" y="231"/>
                        </a:lnTo>
                        <a:cubicBezTo>
                          <a:pt x="362" y="240"/>
                          <a:pt x="384" y="244"/>
                          <a:pt x="407" y="244"/>
                        </a:cubicBezTo>
                        <a:cubicBezTo>
                          <a:pt x="429" y="244"/>
                          <a:pt x="451" y="240"/>
                          <a:pt x="474" y="231"/>
                        </a:cubicBezTo>
                        <a:cubicBezTo>
                          <a:pt x="483" y="222"/>
                          <a:pt x="500" y="204"/>
                          <a:pt x="509" y="195"/>
                        </a:cubicBezTo>
                        <a:cubicBezTo>
                          <a:pt x="518" y="168"/>
                          <a:pt x="518" y="150"/>
                          <a:pt x="509" y="124"/>
                        </a:cubicBezTo>
                        <a:cubicBezTo>
                          <a:pt x="500" y="88"/>
                          <a:pt x="474" y="61"/>
                          <a:pt x="438" y="43"/>
                        </a:cubicBezTo>
                        <a:cubicBezTo>
                          <a:pt x="340" y="34"/>
                          <a:pt x="251" y="17"/>
                          <a:pt x="152" y="8"/>
                        </a:cubicBezTo>
                        <a:cubicBezTo>
                          <a:pt x="139" y="3"/>
                          <a:pt x="126" y="1"/>
                          <a:pt x="112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931" name="Google Shape;2931;p52"/>
                <p:cNvSpPr/>
                <p:nvPr/>
              </p:nvSpPr>
              <p:spPr>
                <a:xfrm>
                  <a:off x="1294880" y="2138550"/>
                  <a:ext cx="25056" cy="23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1" extrusionOk="0">
                      <a:moveTo>
                        <a:pt x="95" y="0"/>
                      </a:moveTo>
                      <a:cubicBezTo>
                        <a:pt x="90" y="0"/>
                        <a:pt x="85" y="0"/>
                        <a:pt x="81" y="1"/>
                      </a:cubicBezTo>
                      <a:cubicBezTo>
                        <a:pt x="36" y="1"/>
                        <a:pt x="0" y="46"/>
                        <a:pt x="0" y="91"/>
                      </a:cubicBezTo>
                      <a:cubicBezTo>
                        <a:pt x="9" y="144"/>
                        <a:pt x="45" y="171"/>
                        <a:pt x="99" y="171"/>
                      </a:cubicBezTo>
                      <a:cubicBezTo>
                        <a:pt x="143" y="162"/>
                        <a:pt x="179" y="126"/>
                        <a:pt x="179" y="73"/>
                      </a:cubicBezTo>
                      <a:cubicBezTo>
                        <a:pt x="171" y="33"/>
                        <a:pt x="134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2" name="Google Shape;2932;p52"/>
                <p:cNvSpPr/>
                <p:nvPr/>
              </p:nvSpPr>
              <p:spPr>
                <a:xfrm>
                  <a:off x="1281162" y="2092078"/>
                  <a:ext cx="5137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03" extrusionOk="0">
                      <a:moveTo>
                        <a:pt x="212" y="1"/>
                      </a:moveTo>
                      <a:cubicBezTo>
                        <a:pt x="204" y="1"/>
                        <a:pt x="196" y="2"/>
                        <a:pt x="188" y="3"/>
                      </a:cubicBezTo>
                      <a:cubicBezTo>
                        <a:pt x="134" y="3"/>
                        <a:pt x="90" y="21"/>
                        <a:pt x="45" y="48"/>
                      </a:cubicBezTo>
                      <a:cubicBezTo>
                        <a:pt x="18" y="75"/>
                        <a:pt x="0" y="84"/>
                        <a:pt x="18" y="101"/>
                      </a:cubicBezTo>
                      <a:cubicBezTo>
                        <a:pt x="19" y="102"/>
                        <a:pt x="20" y="102"/>
                        <a:pt x="21" y="102"/>
                      </a:cubicBezTo>
                      <a:cubicBezTo>
                        <a:pt x="37" y="102"/>
                        <a:pt x="97" y="57"/>
                        <a:pt x="188" y="57"/>
                      </a:cubicBezTo>
                      <a:cubicBezTo>
                        <a:pt x="196" y="56"/>
                        <a:pt x="204" y="56"/>
                        <a:pt x="212" y="56"/>
                      </a:cubicBezTo>
                      <a:cubicBezTo>
                        <a:pt x="282" y="56"/>
                        <a:pt x="337" y="85"/>
                        <a:pt x="353" y="85"/>
                      </a:cubicBezTo>
                      <a:cubicBezTo>
                        <a:pt x="355" y="85"/>
                        <a:pt x="356" y="84"/>
                        <a:pt x="357" y="84"/>
                      </a:cubicBezTo>
                      <a:cubicBezTo>
                        <a:pt x="366" y="75"/>
                        <a:pt x="348" y="57"/>
                        <a:pt x="321" y="39"/>
                      </a:cubicBezTo>
                      <a:cubicBezTo>
                        <a:pt x="292" y="17"/>
                        <a:pt x="251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3" name="Google Shape;2933;p52"/>
                <p:cNvSpPr/>
                <p:nvPr/>
              </p:nvSpPr>
              <p:spPr>
                <a:xfrm>
                  <a:off x="1186257" y="2140930"/>
                  <a:ext cx="25056" cy="24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72" extrusionOk="0">
                      <a:moveTo>
                        <a:pt x="103" y="1"/>
                      </a:moveTo>
                      <a:cubicBezTo>
                        <a:pt x="99" y="1"/>
                        <a:pt x="94" y="1"/>
                        <a:pt x="90" y="2"/>
                      </a:cubicBezTo>
                      <a:cubicBezTo>
                        <a:pt x="36" y="2"/>
                        <a:pt x="0" y="47"/>
                        <a:pt x="9" y="91"/>
                      </a:cubicBezTo>
                      <a:cubicBezTo>
                        <a:pt x="9" y="145"/>
                        <a:pt x="54" y="172"/>
                        <a:pt x="98" y="172"/>
                      </a:cubicBezTo>
                      <a:cubicBezTo>
                        <a:pt x="143" y="163"/>
                        <a:pt x="179" y="127"/>
                        <a:pt x="179" y="74"/>
                      </a:cubicBezTo>
                      <a:cubicBezTo>
                        <a:pt x="171" y="34"/>
                        <a:pt x="141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4" name="Google Shape;2934;p52"/>
                <p:cNvSpPr/>
                <p:nvPr/>
              </p:nvSpPr>
              <p:spPr>
                <a:xfrm>
                  <a:off x="1152523" y="2099917"/>
                  <a:ext cx="50112" cy="14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3" extrusionOk="0">
                      <a:moveTo>
                        <a:pt x="179" y="1"/>
                      </a:moveTo>
                      <a:cubicBezTo>
                        <a:pt x="134" y="10"/>
                        <a:pt x="81" y="28"/>
                        <a:pt x="45" y="54"/>
                      </a:cubicBezTo>
                      <a:cubicBezTo>
                        <a:pt x="18" y="81"/>
                        <a:pt x="0" y="90"/>
                        <a:pt x="9" y="99"/>
                      </a:cubicBezTo>
                      <a:cubicBezTo>
                        <a:pt x="11" y="101"/>
                        <a:pt x="13" y="103"/>
                        <a:pt x="17" y="103"/>
                      </a:cubicBezTo>
                      <a:cubicBezTo>
                        <a:pt x="39" y="103"/>
                        <a:pt x="102" y="62"/>
                        <a:pt x="179" y="54"/>
                      </a:cubicBezTo>
                      <a:cubicBezTo>
                        <a:pt x="268" y="54"/>
                        <a:pt x="335" y="91"/>
                        <a:pt x="353" y="91"/>
                      </a:cubicBezTo>
                      <a:cubicBezTo>
                        <a:pt x="355" y="91"/>
                        <a:pt x="356" y="91"/>
                        <a:pt x="357" y="90"/>
                      </a:cubicBezTo>
                      <a:cubicBezTo>
                        <a:pt x="357" y="81"/>
                        <a:pt x="348" y="63"/>
                        <a:pt x="322" y="45"/>
                      </a:cubicBezTo>
                      <a:cubicBezTo>
                        <a:pt x="277" y="19"/>
                        <a:pt x="232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5" name="Google Shape;2935;p52"/>
                <p:cNvSpPr/>
                <p:nvPr/>
              </p:nvSpPr>
              <p:spPr>
                <a:xfrm>
                  <a:off x="1242388" y="2098657"/>
                  <a:ext cx="45073" cy="109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781" extrusionOk="0">
                      <a:moveTo>
                        <a:pt x="10" y="1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" y="1"/>
                        <a:pt x="81" y="215"/>
                        <a:pt x="188" y="465"/>
                      </a:cubicBezTo>
                      <a:lnTo>
                        <a:pt x="268" y="643"/>
                      </a:lnTo>
                      <a:cubicBezTo>
                        <a:pt x="286" y="670"/>
                        <a:pt x="286" y="688"/>
                        <a:pt x="286" y="715"/>
                      </a:cubicBezTo>
                      <a:cubicBezTo>
                        <a:pt x="286" y="732"/>
                        <a:pt x="259" y="741"/>
                        <a:pt x="242" y="741"/>
                      </a:cubicBezTo>
                      <a:cubicBezTo>
                        <a:pt x="188" y="750"/>
                        <a:pt x="135" y="759"/>
                        <a:pt x="90" y="777"/>
                      </a:cubicBezTo>
                      <a:cubicBezTo>
                        <a:pt x="106" y="780"/>
                        <a:pt x="121" y="781"/>
                        <a:pt x="135" y="781"/>
                      </a:cubicBezTo>
                      <a:cubicBezTo>
                        <a:pt x="170" y="781"/>
                        <a:pt x="204" y="774"/>
                        <a:pt x="242" y="768"/>
                      </a:cubicBezTo>
                      <a:cubicBezTo>
                        <a:pt x="259" y="768"/>
                        <a:pt x="268" y="768"/>
                        <a:pt x="286" y="759"/>
                      </a:cubicBezTo>
                      <a:cubicBezTo>
                        <a:pt x="304" y="759"/>
                        <a:pt x="313" y="741"/>
                        <a:pt x="322" y="724"/>
                      </a:cubicBezTo>
                      <a:cubicBezTo>
                        <a:pt x="322" y="697"/>
                        <a:pt x="322" y="661"/>
                        <a:pt x="304" y="634"/>
                      </a:cubicBezTo>
                      <a:cubicBezTo>
                        <a:pt x="277" y="581"/>
                        <a:pt x="251" y="518"/>
                        <a:pt x="224" y="456"/>
                      </a:cubicBezTo>
                      <a:cubicBezTo>
                        <a:pt x="119" y="203"/>
                        <a:pt x="23" y="1"/>
                        <a:pt x="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6" name="Google Shape;2936;p52"/>
                <p:cNvSpPr/>
                <p:nvPr/>
              </p:nvSpPr>
              <p:spPr>
                <a:xfrm>
                  <a:off x="1141324" y="2334655"/>
                  <a:ext cx="123740" cy="5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416" extrusionOk="0">
                      <a:moveTo>
                        <a:pt x="0" y="1"/>
                      </a:moveTo>
                      <a:cubicBezTo>
                        <a:pt x="0" y="1"/>
                        <a:pt x="170" y="415"/>
                        <a:pt x="713" y="415"/>
                      </a:cubicBezTo>
                      <a:cubicBezTo>
                        <a:pt x="766" y="415"/>
                        <a:pt x="823" y="411"/>
                        <a:pt x="883" y="402"/>
                      </a:cubicBezTo>
                      <a:lnTo>
                        <a:pt x="883" y="206"/>
                      </a:lnTo>
                      <a:cubicBezTo>
                        <a:pt x="866" y="207"/>
                        <a:pt x="849" y="207"/>
                        <a:pt x="833" y="207"/>
                      </a:cubicBezTo>
                      <a:cubicBezTo>
                        <a:pt x="545" y="207"/>
                        <a:pt x="253" y="136"/>
                        <a:pt x="0" y="1"/>
                      </a:cubicBezTo>
                      <a:close/>
                    </a:path>
                  </a:pathLst>
                </a:custGeom>
                <a:solidFill>
                  <a:srgbClr val="19191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7" name="Google Shape;2937;p52"/>
                <p:cNvSpPr/>
                <p:nvPr/>
              </p:nvSpPr>
              <p:spPr>
                <a:xfrm>
                  <a:off x="1207394" y="2226035"/>
                  <a:ext cx="52632" cy="4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03" extrusionOk="0">
                      <a:moveTo>
                        <a:pt x="90" y="1"/>
                      </a:moveTo>
                      <a:cubicBezTo>
                        <a:pt x="46" y="1"/>
                        <a:pt x="46" y="28"/>
                        <a:pt x="19" y="72"/>
                      </a:cubicBezTo>
                      <a:cubicBezTo>
                        <a:pt x="1" y="108"/>
                        <a:pt x="1" y="153"/>
                        <a:pt x="10" y="188"/>
                      </a:cubicBezTo>
                      <a:cubicBezTo>
                        <a:pt x="31" y="260"/>
                        <a:pt x="99" y="303"/>
                        <a:pt x="167" y="303"/>
                      </a:cubicBezTo>
                      <a:cubicBezTo>
                        <a:pt x="183" y="303"/>
                        <a:pt x="199" y="300"/>
                        <a:pt x="215" y="295"/>
                      </a:cubicBezTo>
                      <a:cubicBezTo>
                        <a:pt x="269" y="277"/>
                        <a:pt x="295" y="233"/>
                        <a:pt x="331" y="197"/>
                      </a:cubicBezTo>
                      <a:cubicBezTo>
                        <a:pt x="349" y="170"/>
                        <a:pt x="367" y="144"/>
                        <a:pt x="376" y="108"/>
                      </a:cubicBezTo>
                      <a:cubicBezTo>
                        <a:pt x="376" y="81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8" name="Google Shape;2938;p52"/>
                <p:cNvSpPr/>
                <p:nvPr/>
              </p:nvSpPr>
              <p:spPr>
                <a:xfrm>
                  <a:off x="1144964" y="2048826"/>
                  <a:ext cx="61450" cy="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39" extrusionOk="0">
                      <a:moveTo>
                        <a:pt x="261" y="0"/>
                      </a:moveTo>
                      <a:cubicBezTo>
                        <a:pt x="185" y="0"/>
                        <a:pt x="114" y="24"/>
                        <a:pt x="54" y="71"/>
                      </a:cubicBezTo>
                      <a:cubicBezTo>
                        <a:pt x="19" y="98"/>
                        <a:pt x="1" y="125"/>
                        <a:pt x="10" y="134"/>
                      </a:cubicBezTo>
                      <a:cubicBezTo>
                        <a:pt x="13" y="137"/>
                        <a:pt x="19" y="139"/>
                        <a:pt x="27" y="139"/>
                      </a:cubicBezTo>
                      <a:cubicBezTo>
                        <a:pt x="60" y="139"/>
                        <a:pt x="130" y="113"/>
                        <a:pt x="224" y="98"/>
                      </a:cubicBezTo>
                      <a:cubicBezTo>
                        <a:pt x="331" y="80"/>
                        <a:pt x="420" y="89"/>
                        <a:pt x="429" y="63"/>
                      </a:cubicBezTo>
                      <a:cubicBezTo>
                        <a:pt x="438" y="54"/>
                        <a:pt x="411" y="36"/>
                        <a:pt x="376" y="18"/>
                      </a:cubicBezTo>
                      <a:cubicBezTo>
                        <a:pt x="337" y="6"/>
                        <a:pt x="298" y="0"/>
                        <a:pt x="2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39" name="Google Shape;2939;p52"/>
                <p:cNvSpPr/>
                <p:nvPr/>
              </p:nvSpPr>
              <p:spPr>
                <a:xfrm>
                  <a:off x="1278643" y="2046307"/>
                  <a:ext cx="46333" cy="1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07" extrusionOk="0">
                      <a:moveTo>
                        <a:pt x="170" y="0"/>
                      </a:moveTo>
                      <a:cubicBezTo>
                        <a:pt x="116" y="0"/>
                        <a:pt x="81" y="18"/>
                        <a:pt x="45" y="45"/>
                      </a:cubicBezTo>
                      <a:cubicBezTo>
                        <a:pt x="9" y="63"/>
                        <a:pt x="0" y="81"/>
                        <a:pt x="9" y="98"/>
                      </a:cubicBezTo>
                      <a:cubicBezTo>
                        <a:pt x="15" y="104"/>
                        <a:pt x="26" y="106"/>
                        <a:pt x="41" y="106"/>
                      </a:cubicBezTo>
                      <a:cubicBezTo>
                        <a:pt x="71" y="106"/>
                        <a:pt x="116" y="98"/>
                        <a:pt x="170" y="98"/>
                      </a:cubicBezTo>
                      <a:cubicBezTo>
                        <a:pt x="188" y="96"/>
                        <a:pt x="205" y="96"/>
                        <a:pt x="221" y="96"/>
                      </a:cubicBezTo>
                      <a:cubicBezTo>
                        <a:pt x="250" y="96"/>
                        <a:pt x="275" y="98"/>
                        <a:pt x="294" y="98"/>
                      </a:cubicBezTo>
                      <a:cubicBezTo>
                        <a:pt x="311" y="98"/>
                        <a:pt x="324" y="96"/>
                        <a:pt x="331" y="89"/>
                      </a:cubicBezTo>
                      <a:cubicBezTo>
                        <a:pt x="331" y="81"/>
                        <a:pt x="322" y="54"/>
                        <a:pt x="295" y="36"/>
                      </a:cubicBezTo>
                      <a:cubicBezTo>
                        <a:pt x="250" y="9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40" name="Google Shape;2940;p52"/>
                <p:cNvSpPr/>
                <p:nvPr/>
              </p:nvSpPr>
              <p:spPr>
                <a:xfrm>
                  <a:off x="1028922" y="2166825"/>
                  <a:ext cx="27576" cy="50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10" y="1"/>
                      </a:moveTo>
                      <a:cubicBezTo>
                        <a:pt x="105" y="1"/>
                        <a:pt x="101" y="2"/>
                        <a:pt x="98" y="5"/>
                      </a:cubicBezTo>
                      <a:cubicBezTo>
                        <a:pt x="63" y="13"/>
                        <a:pt x="36" y="31"/>
                        <a:pt x="27" y="67"/>
                      </a:cubicBezTo>
                      <a:cubicBezTo>
                        <a:pt x="9" y="103"/>
                        <a:pt x="0" y="147"/>
                        <a:pt x="9" y="183"/>
                      </a:cubicBezTo>
                      <a:cubicBezTo>
                        <a:pt x="9" y="263"/>
                        <a:pt x="54" y="326"/>
                        <a:pt x="125" y="361"/>
                      </a:cubicBezTo>
                      <a:cubicBezTo>
                        <a:pt x="143" y="361"/>
                        <a:pt x="170" y="352"/>
                        <a:pt x="188" y="344"/>
                      </a:cubicBezTo>
                      <a:cubicBezTo>
                        <a:pt x="197" y="326"/>
                        <a:pt x="197" y="326"/>
                        <a:pt x="197" y="317"/>
                      </a:cubicBezTo>
                      <a:lnTo>
                        <a:pt x="197" y="317"/>
                      </a:lnTo>
                      <a:cubicBezTo>
                        <a:pt x="197" y="317"/>
                        <a:pt x="196" y="326"/>
                        <a:pt x="179" y="335"/>
                      </a:cubicBezTo>
                      <a:cubicBezTo>
                        <a:pt x="170" y="339"/>
                        <a:pt x="161" y="341"/>
                        <a:pt x="152" y="341"/>
                      </a:cubicBezTo>
                      <a:cubicBezTo>
                        <a:pt x="143" y="341"/>
                        <a:pt x="134" y="339"/>
                        <a:pt x="125" y="335"/>
                      </a:cubicBezTo>
                      <a:cubicBezTo>
                        <a:pt x="72" y="308"/>
                        <a:pt x="36" y="245"/>
                        <a:pt x="36" y="183"/>
                      </a:cubicBezTo>
                      <a:cubicBezTo>
                        <a:pt x="36" y="147"/>
                        <a:pt x="36" y="112"/>
                        <a:pt x="54" y="76"/>
                      </a:cubicBezTo>
                      <a:cubicBezTo>
                        <a:pt x="54" y="49"/>
                        <a:pt x="72" y="31"/>
                        <a:pt x="98" y="22"/>
                      </a:cubicBezTo>
                      <a:cubicBezTo>
                        <a:pt x="103" y="20"/>
                        <a:pt x="108" y="19"/>
                        <a:pt x="113" y="19"/>
                      </a:cubicBezTo>
                      <a:cubicBezTo>
                        <a:pt x="125" y="19"/>
                        <a:pt x="136" y="27"/>
                        <a:pt x="143" y="40"/>
                      </a:cubicBezTo>
                      <a:cubicBezTo>
                        <a:pt x="152" y="49"/>
                        <a:pt x="152" y="58"/>
                        <a:pt x="152" y="58"/>
                      </a:cubicBezTo>
                      <a:cubicBezTo>
                        <a:pt x="152" y="58"/>
                        <a:pt x="161" y="49"/>
                        <a:pt x="152" y="31"/>
                      </a:cubicBezTo>
                      <a:cubicBezTo>
                        <a:pt x="152" y="22"/>
                        <a:pt x="143" y="13"/>
                        <a:pt x="134" y="5"/>
                      </a:cubicBezTo>
                      <a:cubicBezTo>
                        <a:pt x="128" y="5"/>
                        <a:pt x="118" y="1"/>
                        <a:pt x="1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41" name="Google Shape;2941;p52"/>
                <p:cNvSpPr/>
                <p:nvPr/>
              </p:nvSpPr>
              <p:spPr>
                <a:xfrm>
                  <a:off x="993928" y="1950144"/>
                  <a:ext cx="133818" cy="28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2029" extrusionOk="0">
                      <a:moveTo>
                        <a:pt x="955" y="0"/>
                      </a:moveTo>
                      <a:cubicBezTo>
                        <a:pt x="946" y="0"/>
                        <a:pt x="937" y="0"/>
                        <a:pt x="928" y="9"/>
                      </a:cubicBezTo>
                      <a:cubicBezTo>
                        <a:pt x="901" y="18"/>
                        <a:pt x="875" y="36"/>
                        <a:pt x="866" y="63"/>
                      </a:cubicBezTo>
                      <a:cubicBezTo>
                        <a:pt x="813" y="150"/>
                        <a:pt x="795" y="255"/>
                        <a:pt x="820" y="351"/>
                      </a:cubicBezTo>
                      <a:lnTo>
                        <a:pt x="820" y="351"/>
                      </a:lnTo>
                      <a:cubicBezTo>
                        <a:pt x="699" y="389"/>
                        <a:pt x="597" y="477"/>
                        <a:pt x="554" y="598"/>
                      </a:cubicBezTo>
                      <a:cubicBezTo>
                        <a:pt x="536" y="634"/>
                        <a:pt x="527" y="669"/>
                        <a:pt x="527" y="705"/>
                      </a:cubicBezTo>
                      <a:cubicBezTo>
                        <a:pt x="527" y="750"/>
                        <a:pt x="536" y="785"/>
                        <a:pt x="545" y="821"/>
                      </a:cubicBezTo>
                      <a:cubicBezTo>
                        <a:pt x="554" y="892"/>
                        <a:pt x="580" y="982"/>
                        <a:pt x="536" y="1044"/>
                      </a:cubicBezTo>
                      <a:cubicBezTo>
                        <a:pt x="482" y="1107"/>
                        <a:pt x="420" y="1160"/>
                        <a:pt x="339" y="1187"/>
                      </a:cubicBezTo>
                      <a:cubicBezTo>
                        <a:pt x="268" y="1222"/>
                        <a:pt x="206" y="1267"/>
                        <a:pt x="152" y="1321"/>
                      </a:cubicBezTo>
                      <a:cubicBezTo>
                        <a:pt x="54" y="1419"/>
                        <a:pt x="0" y="1553"/>
                        <a:pt x="0" y="1686"/>
                      </a:cubicBezTo>
                      <a:cubicBezTo>
                        <a:pt x="0" y="1776"/>
                        <a:pt x="27" y="1865"/>
                        <a:pt x="72" y="1945"/>
                      </a:cubicBezTo>
                      <a:cubicBezTo>
                        <a:pt x="81" y="1972"/>
                        <a:pt x="99" y="1990"/>
                        <a:pt x="108" y="2008"/>
                      </a:cubicBezTo>
                      <a:cubicBezTo>
                        <a:pt x="121" y="2021"/>
                        <a:pt x="124" y="2029"/>
                        <a:pt x="125" y="2029"/>
                      </a:cubicBezTo>
                      <a:cubicBezTo>
                        <a:pt x="125" y="2029"/>
                        <a:pt x="125" y="2028"/>
                        <a:pt x="125" y="2025"/>
                      </a:cubicBezTo>
                      <a:cubicBezTo>
                        <a:pt x="134" y="2025"/>
                        <a:pt x="108" y="1999"/>
                        <a:pt x="81" y="1945"/>
                      </a:cubicBezTo>
                      <a:cubicBezTo>
                        <a:pt x="36" y="1865"/>
                        <a:pt x="18" y="1776"/>
                        <a:pt x="18" y="1686"/>
                      </a:cubicBezTo>
                      <a:cubicBezTo>
                        <a:pt x="27" y="1561"/>
                        <a:pt x="72" y="1437"/>
                        <a:pt x="170" y="1338"/>
                      </a:cubicBezTo>
                      <a:cubicBezTo>
                        <a:pt x="223" y="1285"/>
                        <a:pt x="286" y="1240"/>
                        <a:pt x="357" y="1214"/>
                      </a:cubicBezTo>
                      <a:cubicBezTo>
                        <a:pt x="438" y="1178"/>
                        <a:pt x="500" y="1124"/>
                        <a:pt x="554" y="1053"/>
                      </a:cubicBezTo>
                      <a:cubicBezTo>
                        <a:pt x="580" y="1017"/>
                        <a:pt x="589" y="973"/>
                        <a:pt x="589" y="928"/>
                      </a:cubicBezTo>
                      <a:cubicBezTo>
                        <a:pt x="580" y="892"/>
                        <a:pt x="580" y="848"/>
                        <a:pt x="571" y="812"/>
                      </a:cubicBezTo>
                      <a:cubicBezTo>
                        <a:pt x="562" y="776"/>
                        <a:pt x="554" y="741"/>
                        <a:pt x="554" y="705"/>
                      </a:cubicBezTo>
                      <a:cubicBezTo>
                        <a:pt x="554" y="669"/>
                        <a:pt x="562" y="634"/>
                        <a:pt x="571" y="607"/>
                      </a:cubicBezTo>
                      <a:cubicBezTo>
                        <a:pt x="616" y="482"/>
                        <a:pt x="714" y="402"/>
                        <a:pt x="839" y="366"/>
                      </a:cubicBezTo>
                      <a:lnTo>
                        <a:pt x="848" y="366"/>
                      </a:lnTo>
                      <a:lnTo>
                        <a:pt x="848" y="357"/>
                      </a:lnTo>
                      <a:cubicBezTo>
                        <a:pt x="821" y="259"/>
                        <a:pt x="830" y="152"/>
                        <a:pt x="875" y="72"/>
                      </a:cubicBezTo>
                      <a:cubicBezTo>
                        <a:pt x="893" y="36"/>
                        <a:pt x="919" y="18"/>
                        <a:pt x="9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42" name="Google Shape;2942;p52"/>
                <p:cNvSpPr/>
                <p:nvPr/>
              </p:nvSpPr>
              <p:spPr>
                <a:xfrm>
                  <a:off x="1026403" y="2221555"/>
                  <a:ext cx="63830" cy="66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478" extrusionOk="0">
                      <a:moveTo>
                        <a:pt x="240" y="0"/>
                      </a:moveTo>
                      <a:cubicBezTo>
                        <a:pt x="226" y="0"/>
                        <a:pt x="211" y="2"/>
                        <a:pt x="197" y="6"/>
                      </a:cubicBezTo>
                      <a:lnTo>
                        <a:pt x="188" y="6"/>
                      </a:lnTo>
                      <a:cubicBezTo>
                        <a:pt x="143" y="24"/>
                        <a:pt x="99" y="51"/>
                        <a:pt x="72" y="86"/>
                      </a:cubicBezTo>
                      <a:cubicBezTo>
                        <a:pt x="18" y="149"/>
                        <a:pt x="0" y="238"/>
                        <a:pt x="27" y="318"/>
                      </a:cubicBezTo>
                      <a:cubicBezTo>
                        <a:pt x="36" y="372"/>
                        <a:pt x="72" y="416"/>
                        <a:pt x="116" y="452"/>
                      </a:cubicBezTo>
                      <a:cubicBezTo>
                        <a:pt x="148" y="469"/>
                        <a:pt x="181" y="477"/>
                        <a:pt x="214" y="477"/>
                      </a:cubicBezTo>
                      <a:cubicBezTo>
                        <a:pt x="282" y="477"/>
                        <a:pt x="348" y="441"/>
                        <a:pt x="384" y="381"/>
                      </a:cubicBezTo>
                      <a:cubicBezTo>
                        <a:pt x="446" y="300"/>
                        <a:pt x="455" y="202"/>
                        <a:pt x="411" y="113"/>
                      </a:cubicBezTo>
                      <a:cubicBezTo>
                        <a:pt x="384" y="69"/>
                        <a:pt x="339" y="33"/>
                        <a:pt x="295" y="15"/>
                      </a:cubicBezTo>
                      <a:cubicBezTo>
                        <a:pt x="279" y="5"/>
                        <a:pt x="260" y="0"/>
                        <a:pt x="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43" name="Google Shape;2943;p52"/>
                <p:cNvSpPr/>
                <p:nvPr/>
              </p:nvSpPr>
              <p:spPr>
                <a:xfrm>
                  <a:off x="1153782" y="4624927"/>
                  <a:ext cx="37514" cy="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65" extrusionOk="0">
                      <a:moveTo>
                        <a:pt x="134" y="0"/>
                      </a:moveTo>
                      <a:cubicBezTo>
                        <a:pt x="54" y="9"/>
                        <a:pt x="0" y="54"/>
                        <a:pt x="9" y="63"/>
                      </a:cubicBezTo>
                      <a:cubicBezTo>
                        <a:pt x="11" y="64"/>
                        <a:pt x="13" y="64"/>
                        <a:pt x="15" y="64"/>
                      </a:cubicBezTo>
                      <a:cubicBezTo>
                        <a:pt x="31" y="64"/>
                        <a:pt x="73" y="45"/>
                        <a:pt x="134" y="45"/>
                      </a:cubicBezTo>
                      <a:cubicBezTo>
                        <a:pt x="147" y="43"/>
                        <a:pt x="160" y="42"/>
                        <a:pt x="172" y="42"/>
                      </a:cubicBezTo>
                      <a:cubicBezTo>
                        <a:pt x="205" y="42"/>
                        <a:pt x="233" y="47"/>
                        <a:pt x="248" y="47"/>
                      </a:cubicBezTo>
                      <a:cubicBezTo>
                        <a:pt x="253" y="47"/>
                        <a:pt x="257" y="47"/>
                        <a:pt x="259" y="45"/>
                      </a:cubicBezTo>
                      <a:cubicBezTo>
                        <a:pt x="268" y="36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1A2E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44" name="Google Shape;2944;p52"/>
                <p:cNvSpPr/>
                <p:nvPr/>
              </p:nvSpPr>
              <p:spPr>
                <a:xfrm>
                  <a:off x="1203755" y="2222395"/>
                  <a:ext cx="55011" cy="4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" h="334" extrusionOk="0">
                      <a:moveTo>
                        <a:pt x="116" y="0"/>
                      </a:moveTo>
                      <a:cubicBezTo>
                        <a:pt x="98" y="0"/>
                        <a:pt x="80" y="0"/>
                        <a:pt x="72" y="9"/>
                      </a:cubicBezTo>
                      <a:cubicBezTo>
                        <a:pt x="45" y="27"/>
                        <a:pt x="27" y="54"/>
                        <a:pt x="18" y="89"/>
                      </a:cubicBezTo>
                      <a:cubicBezTo>
                        <a:pt x="9" y="116"/>
                        <a:pt x="0" y="143"/>
                        <a:pt x="0" y="170"/>
                      </a:cubicBezTo>
                      <a:cubicBezTo>
                        <a:pt x="0" y="205"/>
                        <a:pt x="9" y="232"/>
                        <a:pt x="27" y="250"/>
                      </a:cubicBezTo>
                      <a:cubicBezTo>
                        <a:pt x="54" y="294"/>
                        <a:pt x="98" y="321"/>
                        <a:pt x="143" y="330"/>
                      </a:cubicBezTo>
                      <a:cubicBezTo>
                        <a:pt x="154" y="332"/>
                        <a:pt x="165" y="334"/>
                        <a:pt x="176" y="334"/>
                      </a:cubicBezTo>
                      <a:cubicBezTo>
                        <a:pt x="209" y="334"/>
                        <a:pt x="241" y="323"/>
                        <a:pt x="268" y="303"/>
                      </a:cubicBezTo>
                      <a:lnTo>
                        <a:pt x="268" y="303"/>
                      </a:lnTo>
                      <a:cubicBezTo>
                        <a:pt x="250" y="308"/>
                        <a:pt x="230" y="310"/>
                        <a:pt x="210" y="310"/>
                      </a:cubicBezTo>
                      <a:cubicBezTo>
                        <a:pt x="190" y="310"/>
                        <a:pt x="170" y="308"/>
                        <a:pt x="152" y="303"/>
                      </a:cubicBezTo>
                      <a:cubicBezTo>
                        <a:pt x="107" y="294"/>
                        <a:pt x="72" y="268"/>
                        <a:pt x="54" y="232"/>
                      </a:cubicBezTo>
                      <a:cubicBezTo>
                        <a:pt x="45" y="214"/>
                        <a:pt x="36" y="196"/>
                        <a:pt x="27" y="170"/>
                      </a:cubicBezTo>
                      <a:cubicBezTo>
                        <a:pt x="27" y="143"/>
                        <a:pt x="36" y="125"/>
                        <a:pt x="45" y="98"/>
                      </a:cubicBezTo>
                      <a:cubicBezTo>
                        <a:pt x="54" y="71"/>
                        <a:pt x="63" y="54"/>
                        <a:pt x="80" y="36"/>
                      </a:cubicBezTo>
                      <a:cubicBezTo>
                        <a:pt x="89" y="31"/>
                        <a:pt x="101" y="29"/>
                        <a:pt x="112" y="29"/>
                      </a:cubicBezTo>
                      <a:cubicBezTo>
                        <a:pt x="123" y="29"/>
                        <a:pt x="134" y="31"/>
                        <a:pt x="143" y="36"/>
                      </a:cubicBezTo>
                      <a:cubicBezTo>
                        <a:pt x="188" y="45"/>
                        <a:pt x="232" y="54"/>
                        <a:pt x="268" y="71"/>
                      </a:cubicBezTo>
                      <a:cubicBezTo>
                        <a:pt x="312" y="89"/>
                        <a:pt x="348" y="98"/>
                        <a:pt x="393" y="107"/>
                      </a:cubicBezTo>
                      <a:cubicBezTo>
                        <a:pt x="357" y="80"/>
                        <a:pt x="321" y="63"/>
                        <a:pt x="286" y="54"/>
                      </a:cubicBezTo>
                      <a:cubicBezTo>
                        <a:pt x="241" y="36"/>
                        <a:pt x="196" y="18"/>
                        <a:pt x="161" y="9"/>
                      </a:cubicBezTo>
                      <a:cubicBezTo>
                        <a:pt x="143" y="0"/>
                        <a:pt x="134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945" name="Google Shape;2945;p52"/>
              <p:cNvGrpSpPr/>
              <p:nvPr/>
            </p:nvGrpSpPr>
            <p:grpSpPr>
              <a:xfrm>
                <a:off x="5638566" y="2670332"/>
                <a:ext cx="1509160" cy="2119670"/>
                <a:chOff x="5638566" y="2670332"/>
                <a:chExt cx="1509160" cy="2119670"/>
              </a:xfrm>
            </p:grpSpPr>
            <p:grpSp>
              <p:nvGrpSpPr>
                <p:cNvPr id="2946" name="Google Shape;2946;p52"/>
                <p:cNvGrpSpPr/>
                <p:nvPr/>
              </p:nvGrpSpPr>
              <p:grpSpPr>
                <a:xfrm>
                  <a:off x="5638566" y="2670332"/>
                  <a:ext cx="1509160" cy="2119670"/>
                  <a:chOff x="8348336" y="2152395"/>
                  <a:chExt cx="1792990" cy="2518320"/>
                </a:xfrm>
              </p:grpSpPr>
              <p:sp>
                <p:nvSpPr>
                  <p:cNvPr id="2947" name="Google Shape;2947;p52"/>
                  <p:cNvSpPr/>
                  <p:nvPr/>
                </p:nvSpPr>
                <p:spPr>
                  <a:xfrm>
                    <a:off x="9576243" y="2217821"/>
                    <a:ext cx="327285" cy="67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6" h="4202" extrusionOk="0">
                        <a:moveTo>
                          <a:pt x="1053" y="0"/>
                        </a:moveTo>
                        <a:cubicBezTo>
                          <a:pt x="500" y="18"/>
                          <a:pt x="54" y="464"/>
                          <a:pt x="36" y="1017"/>
                        </a:cubicBezTo>
                        <a:cubicBezTo>
                          <a:pt x="9" y="1535"/>
                          <a:pt x="0" y="2105"/>
                          <a:pt x="9" y="2382"/>
                        </a:cubicBezTo>
                        <a:cubicBezTo>
                          <a:pt x="45" y="2953"/>
                          <a:pt x="616" y="3015"/>
                          <a:pt x="616" y="3015"/>
                        </a:cubicBezTo>
                        <a:lnTo>
                          <a:pt x="616" y="3533"/>
                        </a:lnTo>
                        <a:lnTo>
                          <a:pt x="1080" y="4166"/>
                        </a:lnTo>
                        <a:lnTo>
                          <a:pt x="1080" y="4202"/>
                        </a:lnTo>
                        <a:lnTo>
                          <a:pt x="1972" y="3506"/>
                        </a:lnTo>
                        <a:lnTo>
                          <a:pt x="1999" y="1115"/>
                        </a:lnTo>
                        <a:cubicBezTo>
                          <a:pt x="2026" y="518"/>
                          <a:pt x="1704" y="9"/>
                          <a:pt x="1107" y="0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48" name="Google Shape;2948;p52"/>
                  <p:cNvSpPr/>
                  <p:nvPr/>
                </p:nvSpPr>
                <p:spPr>
                  <a:xfrm>
                    <a:off x="9675594" y="2664492"/>
                    <a:ext cx="119865" cy="6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2" h="413" extrusionOk="0">
                        <a:moveTo>
                          <a:pt x="741" y="1"/>
                        </a:moveTo>
                        <a:lnTo>
                          <a:pt x="741" y="1"/>
                        </a:lnTo>
                        <a:cubicBezTo>
                          <a:pt x="518" y="152"/>
                          <a:pt x="269" y="242"/>
                          <a:pt x="1" y="250"/>
                        </a:cubicBezTo>
                        <a:lnTo>
                          <a:pt x="10" y="411"/>
                        </a:lnTo>
                        <a:cubicBezTo>
                          <a:pt x="27" y="412"/>
                          <a:pt x="43" y="412"/>
                          <a:pt x="60" y="412"/>
                        </a:cubicBezTo>
                        <a:cubicBezTo>
                          <a:pt x="590" y="412"/>
                          <a:pt x="741" y="1"/>
                          <a:pt x="741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49" name="Google Shape;2949;p52"/>
                  <p:cNvSpPr/>
                  <p:nvPr/>
                </p:nvSpPr>
                <p:spPr>
                  <a:xfrm>
                    <a:off x="9894649" y="2462077"/>
                    <a:ext cx="63648" cy="966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598" extrusionOk="0">
                        <a:moveTo>
                          <a:pt x="143" y="1"/>
                        </a:moveTo>
                        <a:cubicBezTo>
                          <a:pt x="68" y="1"/>
                          <a:pt x="5" y="23"/>
                          <a:pt x="1" y="23"/>
                        </a:cubicBezTo>
                        <a:cubicBezTo>
                          <a:pt x="1" y="23"/>
                          <a:pt x="1" y="576"/>
                          <a:pt x="1" y="585"/>
                        </a:cubicBezTo>
                        <a:cubicBezTo>
                          <a:pt x="1" y="587"/>
                          <a:pt x="40" y="597"/>
                          <a:pt x="93" y="597"/>
                        </a:cubicBezTo>
                        <a:cubicBezTo>
                          <a:pt x="209" y="597"/>
                          <a:pt x="394" y="550"/>
                          <a:pt x="394" y="281"/>
                        </a:cubicBezTo>
                        <a:cubicBezTo>
                          <a:pt x="388" y="48"/>
                          <a:pt x="254" y="1"/>
                          <a:pt x="143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0" name="Google Shape;2950;p52"/>
                  <p:cNvSpPr/>
                  <p:nvPr/>
                </p:nvSpPr>
                <p:spPr>
                  <a:xfrm>
                    <a:off x="9452338" y="2152395"/>
                    <a:ext cx="541975" cy="331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5" h="2053" extrusionOk="0">
                        <a:moveTo>
                          <a:pt x="1759" y="0"/>
                        </a:moveTo>
                        <a:cubicBezTo>
                          <a:pt x="1598" y="0"/>
                          <a:pt x="1435" y="30"/>
                          <a:pt x="1285" y="84"/>
                        </a:cubicBezTo>
                        <a:cubicBezTo>
                          <a:pt x="1133" y="155"/>
                          <a:pt x="999" y="262"/>
                          <a:pt x="883" y="387"/>
                        </a:cubicBezTo>
                        <a:lnTo>
                          <a:pt x="830" y="450"/>
                        </a:lnTo>
                        <a:cubicBezTo>
                          <a:pt x="821" y="450"/>
                          <a:pt x="821" y="459"/>
                          <a:pt x="821" y="459"/>
                        </a:cubicBezTo>
                        <a:cubicBezTo>
                          <a:pt x="776" y="485"/>
                          <a:pt x="723" y="503"/>
                          <a:pt x="669" y="503"/>
                        </a:cubicBezTo>
                        <a:cubicBezTo>
                          <a:pt x="660" y="504"/>
                          <a:pt x="651" y="505"/>
                          <a:pt x="642" y="505"/>
                        </a:cubicBezTo>
                        <a:cubicBezTo>
                          <a:pt x="578" y="505"/>
                          <a:pt x="512" y="478"/>
                          <a:pt x="473" y="423"/>
                        </a:cubicBezTo>
                        <a:cubicBezTo>
                          <a:pt x="458" y="408"/>
                          <a:pt x="442" y="386"/>
                          <a:pt x="421" y="386"/>
                        </a:cubicBezTo>
                        <a:cubicBezTo>
                          <a:pt x="418" y="386"/>
                          <a:pt x="414" y="386"/>
                          <a:pt x="411" y="387"/>
                        </a:cubicBezTo>
                        <a:cubicBezTo>
                          <a:pt x="393" y="396"/>
                          <a:pt x="384" y="405"/>
                          <a:pt x="384" y="423"/>
                        </a:cubicBezTo>
                        <a:cubicBezTo>
                          <a:pt x="357" y="512"/>
                          <a:pt x="384" y="601"/>
                          <a:pt x="455" y="664"/>
                        </a:cubicBezTo>
                        <a:cubicBezTo>
                          <a:pt x="482" y="691"/>
                          <a:pt x="518" y="717"/>
                          <a:pt x="562" y="735"/>
                        </a:cubicBezTo>
                        <a:cubicBezTo>
                          <a:pt x="446" y="798"/>
                          <a:pt x="330" y="824"/>
                          <a:pt x="205" y="833"/>
                        </a:cubicBezTo>
                        <a:cubicBezTo>
                          <a:pt x="192" y="831"/>
                          <a:pt x="179" y="830"/>
                          <a:pt x="167" y="830"/>
                        </a:cubicBezTo>
                        <a:cubicBezTo>
                          <a:pt x="129" y="830"/>
                          <a:pt x="94" y="840"/>
                          <a:pt x="54" y="860"/>
                        </a:cubicBezTo>
                        <a:cubicBezTo>
                          <a:pt x="36" y="869"/>
                          <a:pt x="18" y="887"/>
                          <a:pt x="18" y="914"/>
                        </a:cubicBezTo>
                        <a:cubicBezTo>
                          <a:pt x="0" y="958"/>
                          <a:pt x="45" y="1003"/>
                          <a:pt x="81" y="1021"/>
                        </a:cubicBezTo>
                        <a:cubicBezTo>
                          <a:pt x="132" y="1050"/>
                          <a:pt x="190" y="1068"/>
                          <a:pt x="249" y="1068"/>
                        </a:cubicBezTo>
                        <a:cubicBezTo>
                          <a:pt x="261" y="1068"/>
                          <a:pt x="273" y="1067"/>
                          <a:pt x="286" y="1065"/>
                        </a:cubicBezTo>
                        <a:lnTo>
                          <a:pt x="286" y="1065"/>
                        </a:lnTo>
                        <a:cubicBezTo>
                          <a:pt x="250" y="1083"/>
                          <a:pt x="223" y="1110"/>
                          <a:pt x="223" y="1146"/>
                        </a:cubicBezTo>
                        <a:cubicBezTo>
                          <a:pt x="223" y="1208"/>
                          <a:pt x="259" y="1253"/>
                          <a:pt x="312" y="1270"/>
                        </a:cubicBezTo>
                        <a:cubicBezTo>
                          <a:pt x="327" y="1275"/>
                          <a:pt x="342" y="1277"/>
                          <a:pt x="357" y="1277"/>
                        </a:cubicBezTo>
                        <a:cubicBezTo>
                          <a:pt x="385" y="1277"/>
                          <a:pt x="413" y="1270"/>
                          <a:pt x="436" y="1256"/>
                        </a:cubicBezTo>
                        <a:lnTo>
                          <a:pt x="436" y="1256"/>
                        </a:lnTo>
                        <a:cubicBezTo>
                          <a:pt x="429" y="1263"/>
                          <a:pt x="424" y="1271"/>
                          <a:pt x="420" y="1279"/>
                        </a:cubicBezTo>
                        <a:cubicBezTo>
                          <a:pt x="393" y="1315"/>
                          <a:pt x="393" y="1369"/>
                          <a:pt x="420" y="1404"/>
                        </a:cubicBezTo>
                        <a:cubicBezTo>
                          <a:pt x="438" y="1428"/>
                          <a:pt x="467" y="1439"/>
                          <a:pt x="495" y="1439"/>
                        </a:cubicBezTo>
                        <a:cubicBezTo>
                          <a:pt x="521" y="1439"/>
                          <a:pt x="545" y="1430"/>
                          <a:pt x="562" y="1413"/>
                        </a:cubicBezTo>
                        <a:cubicBezTo>
                          <a:pt x="580" y="1440"/>
                          <a:pt x="598" y="1476"/>
                          <a:pt x="607" y="1502"/>
                        </a:cubicBezTo>
                        <a:lnTo>
                          <a:pt x="607" y="1511"/>
                        </a:lnTo>
                        <a:cubicBezTo>
                          <a:pt x="616" y="1529"/>
                          <a:pt x="625" y="1547"/>
                          <a:pt x="643" y="1565"/>
                        </a:cubicBezTo>
                        <a:lnTo>
                          <a:pt x="776" y="1886"/>
                        </a:lnTo>
                        <a:cubicBezTo>
                          <a:pt x="785" y="1725"/>
                          <a:pt x="794" y="1440"/>
                          <a:pt x="812" y="1270"/>
                        </a:cubicBezTo>
                        <a:cubicBezTo>
                          <a:pt x="1044" y="1262"/>
                          <a:pt x="1267" y="1155"/>
                          <a:pt x="1410" y="967"/>
                        </a:cubicBezTo>
                        <a:cubicBezTo>
                          <a:pt x="1499" y="869"/>
                          <a:pt x="1561" y="753"/>
                          <a:pt x="1686" y="691"/>
                        </a:cubicBezTo>
                        <a:cubicBezTo>
                          <a:pt x="1739" y="661"/>
                          <a:pt x="1797" y="650"/>
                          <a:pt x="1858" y="650"/>
                        </a:cubicBezTo>
                        <a:cubicBezTo>
                          <a:pt x="1963" y="650"/>
                          <a:pt x="2075" y="684"/>
                          <a:pt x="2177" y="717"/>
                        </a:cubicBezTo>
                        <a:lnTo>
                          <a:pt x="2168" y="717"/>
                        </a:lnTo>
                        <a:cubicBezTo>
                          <a:pt x="2248" y="753"/>
                          <a:pt x="2329" y="807"/>
                          <a:pt x="2391" y="869"/>
                        </a:cubicBezTo>
                        <a:cubicBezTo>
                          <a:pt x="2355" y="1190"/>
                          <a:pt x="2391" y="1511"/>
                          <a:pt x="2498" y="1815"/>
                        </a:cubicBezTo>
                        <a:cubicBezTo>
                          <a:pt x="2516" y="1859"/>
                          <a:pt x="2587" y="2029"/>
                          <a:pt x="2632" y="2047"/>
                        </a:cubicBezTo>
                        <a:cubicBezTo>
                          <a:pt x="2643" y="2051"/>
                          <a:pt x="2652" y="2053"/>
                          <a:pt x="2660" y="2053"/>
                        </a:cubicBezTo>
                        <a:cubicBezTo>
                          <a:pt x="2714" y="2053"/>
                          <a:pt x="2694" y="1955"/>
                          <a:pt x="2757" y="1940"/>
                        </a:cubicBezTo>
                        <a:cubicBezTo>
                          <a:pt x="2810" y="1922"/>
                          <a:pt x="2837" y="1931"/>
                          <a:pt x="2935" y="1922"/>
                        </a:cubicBezTo>
                        <a:cubicBezTo>
                          <a:pt x="2971" y="1824"/>
                          <a:pt x="2998" y="1556"/>
                          <a:pt x="3024" y="1413"/>
                        </a:cubicBezTo>
                        <a:cubicBezTo>
                          <a:pt x="3056" y="1424"/>
                          <a:pt x="3087" y="1428"/>
                          <a:pt x="3120" y="1428"/>
                        </a:cubicBezTo>
                        <a:cubicBezTo>
                          <a:pt x="3144" y="1428"/>
                          <a:pt x="3168" y="1426"/>
                          <a:pt x="3194" y="1422"/>
                        </a:cubicBezTo>
                        <a:cubicBezTo>
                          <a:pt x="3176" y="1386"/>
                          <a:pt x="3158" y="1342"/>
                          <a:pt x="3140" y="1306"/>
                        </a:cubicBezTo>
                        <a:lnTo>
                          <a:pt x="3140" y="1306"/>
                        </a:lnTo>
                        <a:cubicBezTo>
                          <a:pt x="3158" y="1315"/>
                          <a:pt x="3185" y="1333"/>
                          <a:pt x="3212" y="1333"/>
                        </a:cubicBezTo>
                        <a:cubicBezTo>
                          <a:pt x="3217" y="1335"/>
                          <a:pt x="3222" y="1335"/>
                          <a:pt x="3226" y="1335"/>
                        </a:cubicBezTo>
                        <a:cubicBezTo>
                          <a:pt x="3248" y="1335"/>
                          <a:pt x="3267" y="1321"/>
                          <a:pt x="3274" y="1306"/>
                        </a:cubicBezTo>
                        <a:cubicBezTo>
                          <a:pt x="3292" y="1270"/>
                          <a:pt x="3265" y="1244"/>
                          <a:pt x="3256" y="1208"/>
                        </a:cubicBezTo>
                        <a:cubicBezTo>
                          <a:pt x="3230" y="1181"/>
                          <a:pt x="3212" y="1146"/>
                          <a:pt x="3203" y="1110"/>
                        </a:cubicBezTo>
                        <a:cubicBezTo>
                          <a:pt x="3247" y="1101"/>
                          <a:pt x="3292" y="1083"/>
                          <a:pt x="3328" y="1056"/>
                        </a:cubicBezTo>
                        <a:cubicBezTo>
                          <a:pt x="3337" y="1047"/>
                          <a:pt x="3355" y="1030"/>
                          <a:pt x="3355" y="1012"/>
                        </a:cubicBezTo>
                        <a:cubicBezTo>
                          <a:pt x="3346" y="994"/>
                          <a:pt x="3328" y="985"/>
                          <a:pt x="3319" y="976"/>
                        </a:cubicBezTo>
                        <a:cubicBezTo>
                          <a:pt x="3239" y="931"/>
                          <a:pt x="3167" y="860"/>
                          <a:pt x="3114" y="780"/>
                        </a:cubicBezTo>
                        <a:lnTo>
                          <a:pt x="3105" y="753"/>
                        </a:lnTo>
                        <a:cubicBezTo>
                          <a:pt x="3060" y="601"/>
                          <a:pt x="2971" y="441"/>
                          <a:pt x="2819" y="396"/>
                        </a:cubicBezTo>
                        <a:cubicBezTo>
                          <a:pt x="2757" y="373"/>
                          <a:pt x="2690" y="360"/>
                          <a:pt x="2624" y="360"/>
                        </a:cubicBezTo>
                        <a:cubicBezTo>
                          <a:pt x="2540" y="360"/>
                          <a:pt x="2460" y="382"/>
                          <a:pt x="2400" y="432"/>
                        </a:cubicBezTo>
                        <a:cubicBezTo>
                          <a:pt x="2373" y="236"/>
                          <a:pt x="2195" y="75"/>
                          <a:pt x="1990" y="22"/>
                        </a:cubicBezTo>
                        <a:cubicBezTo>
                          <a:pt x="1914" y="7"/>
                          <a:pt x="1837" y="0"/>
                          <a:pt x="1759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1" name="Google Shape;2951;p52"/>
                  <p:cNvSpPr/>
                  <p:nvPr/>
                </p:nvSpPr>
                <p:spPr>
                  <a:xfrm>
                    <a:off x="9913389" y="3674795"/>
                    <a:ext cx="104033" cy="2868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" h="1776" extrusionOk="0">
                        <a:moveTo>
                          <a:pt x="474" y="0"/>
                        </a:moveTo>
                        <a:cubicBezTo>
                          <a:pt x="474" y="9"/>
                          <a:pt x="376" y="1124"/>
                          <a:pt x="322" y="1526"/>
                        </a:cubicBezTo>
                        <a:cubicBezTo>
                          <a:pt x="322" y="1570"/>
                          <a:pt x="286" y="1597"/>
                          <a:pt x="242" y="1597"/>
                        </a:cubicBezTo>
                        <a:lnTo>
                          <a:pt x="1" y="1597"/>
                        </a:lnTo>
                        <a:lnTo>
                          <a:pt x="1" y="1776"/>
                        </a:lnTo>
                        <a:lnTo>
                          <a:pt x="242" y="1776"/>
                        </a:lnTo>
                        <a:cubicBezTo>
                          <a:pt x="376" y="1776"/>
                          <a:pt x="483" y="1677"/>
                          <a:pt x="501" y="1553"/>
                        </a:cubicBezTo>
                        <a:cubicBezTo>
                          <a:pt x="554" y="1142"/>
                          <a:pt x="643" y="27"/>
                          <a:pt x="643" y="9"/>
                        </a:cubicBezTo>
                        <a:lnTo>
                          <a:pt x="4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2" name="Google Shape;2952;p52"/>
                  <p:cNvSpPr/>
                  <p:nvPr/>
                </p:nvSpPr>
                <p:spPr>
                  <a:xfrm>
                    <a:off x="9912096" y="3671887"/>
                    <a:ext cx="106780" cy="28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1794" extrusionOk="0">
                        <a:moveTo>
                          <a:pt x="271" y="1785"/>
                        </a:moveTo>
                        <a:cubicBezTo>
                          <a:pt x="270" y="1785"/>
                          <a:pt x="269" y="1785"/>
                          <a:pt x="268" y="1785"/>
                        </a:cubicBezTo>
                        <a:lnTo>
                          <a:pt x="170" y="1785"/>
                        </a:lnTo>
                        <a:cubicBezTo>
                          <a:pt x="187" y="1787"/>
                          <a:pt x="205" y="1788"/>
                          <a:pt x="222" y="1788"/>
                        </a:cubicBezTo>
                        <a:cubicBezTo>
                          <a:pt x="238" y="1788"/>
                          <a:pt x="255" y="1787"/>
                          <a:pt x="271" y="1785"/>
                        </a:cubicBezTo>
                        <a:close/>
                        <a:moveTo>
                          <a:pt x="464" y="0"/>
                        </a:moveTo>
                        <a:lnTo>
                          <a:pt x="464" y="9"/>
                        </a:lnTo>
                        <a:cubicBezTo>
                          <a:pt x="428" y="438"/>
                          <a:pt x="393" y="830"/>
                          <a:pt x="357" y="1151"/>
                        </a:cubicBezTo>
                        <a:cubicBezTo>
                          <a:pt x="357" y="1240"/>
                          <a:pt x="348" y="1312"/>
                          <a:pt x="339" y="1383"/>
                        </a:cubicBezTo>
                        <a:cubicBezTo>
                          <a:pt x="339" y="1419"/>
                          <a:pt x="330" y="1455"/>
                          <a:pt x="330" y="1490"/>
                        </a:cubicBezTo>
                        <a:cubicBezTo>
                          <a:pt x="330" y="1508"/>
                          <a:pt x="330" y="1526"/>
                          <a:pt x="321" y="1544"/>
                        </a:cubicBezTo>
                        <a:cubicBezTo>
                          <a:pt x="321" y="1553"/>
                          <a:pt x="312" y="1571"/>
                          <a:pt x="303" y="1579"/>
                        </a:cubicBezTo>
                        <a:cubicBezTo>
                          <a:pt x="294" y="1588"/>
                          <a:pt x="286" y="1597"/>
                          <a:pt x="268" y="1597"/>
                        </a:cubicBezTo>
                        <a:cubicBezTo>
                          <a:pt x="259" y="1602"/>
                          <a:pt x="252" y="1604"/>
                          <a:pt x="245" y="1604"/>
                        </a:cubicBezTo>
                        <a:cubicBezTo>
                          <a:pt x="239" y="1604"/>
                          <a:pt x="232" y="1602"/>
                          <a:pt x="223" y="1597"/>
                        </a:cubicBezTo>
                        <a:lnTo>
                          <a:pt x="0" y="1597"/>
                        </a:lnTo>
                        <a:lnTo>
                          <a:pt x="0" y="1606"/>
                        </a:lnTo>
                        <a:lnTo>
                          <a:pt x="0" y="1740"/>
                        </a:lnTo>
                        <a:lnTo>
                          <a:pt x="0" y="1767"/>
                        </a:lnTo>
                        <a:cubicBezTo>
                          <a:pt x="0" y="1776"/>
                          <a:pt x="0" y="1785"/>
                          <a:pt x="9" y="1794"/>
                        </a:cubicBezTo>
                        <a:cubicBezTo>
                          <a:pt x="9" y="1785"/>
                          <a:pt x="9" y="1785"/>
                          <a:pt x="9" y="1785"/>
                        </a:cubicBezTo>
                        <a:lnTo>
                          <a:pt x="9" y="1749"/>
                        </a:lnTo>
                        <a:lnTo>
                          <a:pt x="9" y="1624"/>
                        </a:lnTo>
                        <a:lnTo>
                          <a:pt x="268" y="1624"/>
                        </a:lnTo>
                        <a:cubicBezTo>
                          <a:pt x="286" y="1615"/>
                          <a:pt x="303" y="1606"/>
                          <a:pt x="312" y="1597"/>
                        </a:cubicBezTo>
                        <a:cubicBezTo>
                          <a:pt x="321" y="1588"/>
                          <a:pt x="330" y="1571"/>
                          <a:pt x="339" y="1553"/>
                        </a:cubicBezTo>
                        <a:cubicBezTo>
                          <a:pt x="339" y="1535"/>
                          <a:pt x="339" y="1517"/>
                          <a:pt x="339" y="1499"/>
                        </a:cubicBezTo>
                        <a:cubicBezTo>
                          <a:pt x="339" y="1463"/>
                          <a:pt x="348" y="1428"/>
                          <a:pt x="348" y="1392"/>
                        </a:cubicBezTo>
                        <a:cubicBezTo>
                          <a:pt x="357" y="1321"/>
                          <a:pt x="366" y="1249"/>
                          <a:pt x="375" y="1160"/>
                        </a:cubicBezTo>
                        <a:cubicBezTo>
                          <a:pt x="410" y="841"/>
                          <a:pt x="446" y="452"/>
                          <a:pt x="481" y="28"/>
                        </a:cubicBezTo>
                        <a:lnTo>
                          <a:pt x="481" y="28"/>
                        </a:lnTo>
                        <a:lnTo>
                          <a:pt x="607" y="36"/>
                        </a:lnTo>
                        <a:lnTo>
                          <a:pt x="642" y="36"/>
                        </a:lnTo>
                        <a:cubicBezTo>
                          <a:pt x="588" y="630"/>
                          <a:pt x="535" y="1162"/>
                          <a:pt x="500" y="1553"/>
                        </a:cubicBezTo>
                        <a:cubicBezTo>
                          <a:pt x="491" y="1642"/>
                          <a:pt x="446" y="1722"/>
                          <a:pt x="366" y="1758"/>
                        </a:cubicBezTo>
                        <a:cubicBezTo>
                          <a:pt x="335" y="1771"/>
                          <a:pt x="303" y="1780"/>
                          <a:pt x="271" y="1785"/>
                        </a:cubicBezTo>
                        <a:lnTo>
                          <a:pt x="271" y="1785"/>
                        </a:lnTo>
                        <a:cubicBezTo>
                          <a:pt x="306" y="1784"/>
                          <a:pt x="340" y="1775"/>
                          <a:pt x="375" y="1758"/>
                        </a:cubicBezTo>
                        <a:cubicBezTo>
                          <a:pt x="455" y="1722"/>
                          <a:pt x="509" y="1642"/>
                          <a:pt x="517" y="1544"/>
                        </a:cubicBezTo>
                        <a:lnTo>
                          <a:pt x="660" y="18"/>
                        </a:lnTo>
                        <a:lnTo>
                          <a:pt x="660" y="9"/>
                        </a:lnTo>
                        <a:lnTo>
                          <a:pt x="607" y="9"/>
                        </a:lnTo>
                        <a:lnTo>
                          <a:pt x="48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3" name="Google Shape;2953;p52"/>
                  <p:cNvSpPr/>
                  <p:nvPr/>
                </p:nvSpPr>
                <p:spPr>
                  <a:xfrm>
                    <a:off x="9234736" y="3909681"/>
                    <a:ext cx="723549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9" h="536" extrusionOk="0">
                        <a:moveTo>
                          <a:pt x="268" y="0"/>
                        </a:moveTo>
                        <a:cubicBezTo>
                          <a:pt x="116" y="0"/>
                          <a:pt x="0" y="125"/>
                          <a:pt x="0" y="268"/>
                        </a:cubicBezTo>
                        <a:cubicBezTo>
                          <a:pt x="0" y="420"/>
                          <a:pt x="116" y="536"/>
                          <a:pt x="268" y="536"/>
                        </a:cubicBezTo>
                        <a:lnTo>
                          <a:pt x="4211" y="536"/>
                        </a:lnTo>
                        <a:cubicBezTo>
                          <a:pt x="4354" y="536"/>
                          <a:pt x="4479" y="420"/>
                          <a:pt x="4479" y="268"/>
                        </a:cubicBezTo>
                        <a:cubicBezTo>
                          <a:pt x="4479" y="125"/>
                          <a:pt x="4354" y="0"/>
                          <a:pt x="4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4" name="Google Shape;2954;p52"/>
                  <p:cNvSpPr/>
                  <p:nvPr/>
                </p:nvSpPr>
                <p:spPr>
                  <a:xfrm>
                    <a:off x="9962498" y="2966905"/>
                    <a:ext cx="178828" cy="768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7" h="4760" extrusionOk="0">
                        <a:moveTo>
                          <a:pt x="824" y="0"/>
                        </a:moveTo>
                        <a:cubicBezTo>
                          <a:pt x="687" y="0"/>
                          <a:pt x="578" y="102"/>
                          <a:pt x="553" y="234"/>
                        </a:cubicBezTo>
                        <a:lnTo>
                          <a:pt x="18" y="4463"/>
                        </a:lnTo>
                        <a:cubicBezTo>
                          <a:pt x="0" y="4605"/>
                          <a:pt x="98" y="4739"/>
                          <a:pt x="250" y="4757"/>
                        </a:cubicBezTo>
                        <a:cubicBezTo>
                          <a:pt x="261" y="4758"/>
                          <a:pt x="272" y="4759"/>
                          <a:pt x="284" y="4759"/>
                        </a:cubicBezTo>
                        <a:cubicBezTo>
                          <a:pt x="413" y="4759"/>
                          <a:pt x="528" y="4665"/>
                          <a:pt x="544" y="4525"/>
                        </a:cubicBezTo>
                        <a:lnTo>
                          <a:pt x="1089" y="305"/>
                        </a:lnTo>
                        <a:cubicBezTo>
                          <a:pt x="1106" y="154"/>
                          <a:pt x="999" y="20"/>
                          <a:pt x="857" y="2"/>
                        </a:cubicBezTo>
                        <a:cubicBezTo>
                          <a:pt x="846" y="1"/>
                          <a:pt x="835" y="0"/>
                          <a:pt x="8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5" name="Google Shape;2955;p52"/>
                  <p:cNvSpPr/>
                  <p:nvPr/>
                </p:nvSpPr>
                <p:spPr>
                  <a:xfrm>
                    <a:off x="9188534" y="3970261"/>
                    <a:ext cx="177374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8" h="4283" extrusionOk="0">
                        <a:moveTo>
                          <a:pt x="572" y="0"/>
                        </a:moveTo>
                        <a:lnTo>
                          <a:pt x="1" y="4282"/>
                        </a:lnTo>
                        <a:lnTo>
                          <a:pt x="233" y="4282"/>
                        </a:lnTo>
                        <a:lnTo>
                          <a:pt x="1098" y="161"/>
                        </a:lnTo>
                        <a:lnTo>
                          <a:pt x="57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6" name="Google Shape;2956;p52"/>
                  <p:cNvSpPr/>
                  <p:nvPr/>
                </p:nvSpPr>
                <p:spPr>
                  <a:xfrm>
                    <a:off x="9822600" y="3970261"/>
                    <a:ext cx="180443" cy="691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7" h="4283" extrusionOk="0">
                        <a:moveTo>
                          <a:pt x="527" y="0"/>
                        </a:moveTo>
                        <a:lnTo>
                          <a:pt x="1" y="161"/>
                        </a:lnTo>
                        <a:lnTo>
                          <a:pt x="884" y="4282"/>
                        </a:lnTo>
                        <a:lnTo>
                          <a:pt x="1116" y="4282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7" name="Google Shape;2957;p52"/>
                  <p:cNvSpPr/>
                  <p:nvPr/>
                </p:nvSpPr>
                <p:spPr>
                  <a:xfrm>
                    <a:off x="9253475" y="3994654"/>
                    <a:ext cx="670240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9" h="19" extrusionOk="0">
                        <a:moveTo>
                          <a:pt x="2079" y="1"/>
                        </a:moveTo>
                        <a:cubicBezTo>
                          <a:pt x="928" y="1"/>
                          <a:pt x="0" y="1"/>
                          <a:pt x="0" y="10"/>
                        </a:cubicBezTo>
                        <a:cubicBezTo>
                          <a:pt x="0" y="19"/>
                          <a:pt x="928" y="19"/>
                          <a:pt x="2079" y="19"/>
                        </a:cubicBezTo>
                        <a:cubicBezTo>
                          <a:pt x="3221" y="19"/>
                          <a:pt x="4148" y="19"/>
                          <a:pt x="4148" y="10"/>
                        </a:cubicBezTo>
                        <a:cubicBezTo>
                          <a:pt x="4148" y="1"/>
                          <a:pt x="3221" y="1"/>
                          <a:pt x="207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8" name="Google Shape;2958;p52"/>
                  <p:cNvSpPr/>
                  <p:nvPr/>
                </p:nvSpPr>
                <p:spPr>
                  <a:xfrm>
                    <a:off x="8652526" y="4347791"/>
                    <a:ext cx="402241" cy="322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1999" extrusionOk="0">
                        <a:moveTo>
                          <a:pt x="1249" y="0"/>
                        </a:moveTo>
                        <a:lnTo>
                          <a:pt x="1294" y="1276"/>
                        </a:lnTo>
                        <a:cubicBezTo>
                          <a:pt x="1294" y="1276"/>
                          <a:pt x="18" y="1731"/>
                          <a:pt x="0" y="1972"/>
                        </a:cubicBezTo>
                        <a:lnTo>
                          <a:pt x="2480" y="1999"/>
                        </a:lnTo>
                        <a:lnTo>
                          <a:pt x="248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59" name="Google Shape;2959;p52"/>
                  <p:cNvSpPr/>
                  <p:nvPr/>
                </p:nvSpPr>
                <p:spPr>
                  <a:xfrm>
                    <a:off x="8348336" y="3947160"/>
                    <a:ext cx="507405" cy="37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2347" extrusionOk="0">
                        <a:moveTo>
                          <a:pt x="2070" y="0"/>
                        </a:moveTo>
                        <a:lnTo>
                          <a:pt x="1473" y="1133"/>
                        </a:lnTo>
                        <a:cubicBezTo>
                          <a:pt x="1473" y="1133"/>
                          <a:pt x="769" y="997"/>
                          <a:pt x="331" y="997"/>
                        </a:cubicBezTo>
                        <a:cubicBezTo>
                          <a:pt x="165" y="997"/>
                          <a:pt x="38" y="1017"/>
                          <a:pt x="1" y="1071"/>
                        </a:cubicBezTo>
                        <a:lnTo>
                          <a:pt x="2133" y="2347"/>
                        </a:lnTo>
                        <a:lnTo>
                          <a:pt x="3141" y="625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0" name="Google Shape;2960;p52"/>
                  <p:cNvSpPr/>
                  <p:nvPr/>
                </p:nvSpPr>
                <p:spPr>
                  <a:xfrm>
                    <a:off x="9939397" y="3634409"/>
                    <a:ext cx="1615" cy="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" h="46" extrusionOk="0">
                        <a:moveTo>
                          <a:pt x="1" y="0"/>
                        </a:moveTo>
                        <a:lnTo>
                          <a:pt x="9" y="45"/>
                        </a:lnTo>
                        <a:cubicBezTo>
                          <a:pt x="9" y="18"/>
                          <a:pt x="1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1" name="Google Shape;2961;p52"/>
                  <p:cNvSpPr/>
                  <p:nvPr/>
                </p:nvSpPr>
                <p:spPr>
                  <a:xfrm>
                    <a:off x="8603416" y="3308572"/>
                    <a:ext cx="1346134" cy="876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3" h="5426" extrusionOk="0">
                        <a:moveTo>
                          <a:pt x="2900" y="0"/>
                        </a:moveTo>
                        <a:cubicBezTo>
                          <a:pt x="2357" y="0"/>
                          <a:pt x="1877" y="456"/>
                          <a:pt x="1562" y="1116"/>
                        </a:cubicBezTo>
                        <a:cubicBezTo>
                          <a:pt x="1312" y="1634"/>
                          <a:pt x="1" y="4658"/>
                          <a:pt x="1" y="4658"/>
                        </a:cubicBezTo>
                        <a:lnTo>
                          <a:pt x="1160" y="5425"/>
                        </a:lnTo>
                        <a:lnTo>
                          <a:pt x="3212" y="1670"/>
                        </a:lnTo>
                        <a:lnTo>
                          <a:pt x="6415" y="3748"/>
                        </a:lnTo>
                        <a:cubicBezTo>
                          <a:pt x="6415" y="3748"/>
                          <a:pt x="7048" y="3730"/>
                          <a:pt x="7655" y="3730"/>
                        </a:cubicBezTo>
                        <a:cubicBezTo>
                          <a:pt x="8208" y="3730"/>
                          <a:pt x="8333" y="2312"/>
                          <a:pt x="8315" y="2062"/>
                        </a:cubicBezTo>
                        <a:lnTo>
                          <a:pt x="5469" y="992"/>
                        </a:lnTo>
                        <a:cubicBezTo>
                          <a:pt x="5469" y="992"/>
                          <a:pt x="3783" y="207"/>
                          <a:pt x="3168" y="37"/>
                        </a:cubicBezTo>
                        <a:cubicBezTo>
                          <a:pt x="3077" y="12"/>
                          <a:pt x="2988" y="0"/>
                          <a:pt x="290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2" name="Google Shape;2962;p52"/>
                  <p:cNvSpPr/>
                  <p:nvPr/>
                </p:nvSpPr>
                <p:spPr>
                  <a:xfrm>
                    <a:off x="9940851" y="3641678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0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3" name="Google Shape;2963;p52"/>
                  <p:cNvSpPr/>
                  <p:nvPr/>
                </p:nvSpPr>
                <p:spPr>
                  <a:xfrm>
                    <a:off x="8828287" y="3607592"/>
                    <a:ext cx="823059" cy="854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95" h="5288" extrusionOk="0">
                        <a:moveTo>
                          <a:pt x="1811" y="1"/>
                        </a:moveTo>
                        <a:cubicBezTo>
                          <a:pt x="1583" y="1"/>
                          <a:pt x="1261" y="23"/>
                          <a:pt x="964" y="122"/>
                        </a:cubicBezTo>
                        <a:cubicBezTo>
                          <a:pt x="429" y="309"/>
                          <a:pt x="357" y="1228"/>
                          <a:pt x="357" y="1228"/>
                        </a:cubicBezTo>
                        <a:lnTo>
                          <a:pt x="0" y="5189"/>
                        </a:lnTo>
                        <a:lnTo>
                          <a:pt x="1535" y="5287"/>
                        </a:lnTo>
                        <a:cubicBezTo>
                          <a:pt x="1535" y="5287"/>
                          <a:pt x="1785" y="3200"/>
                          <a:pt x="1838" y="2870"/>
                        </a:cubicBezTo>
                        <a:cubicBezTo>
                          <a:pt x="1883" y="2593"/>
                          <a:pt x="2034" y="1951"/>
                          <a:pt x="2034" y="1951"/>
                        </a:cubicBezTo>
                        <a:lnTo>
                          <a:pt x="5094" y="1897"/>
                        </a:lnTo>
                        <a:lnTo>
                          <a:pt x="2115" y="15"/>
                        </a:lnTo>
                        <a:cubicBezTo>
                          <a:pt x="2115" y="15"/>
                          <a:pt x="1993" y="1"/>
                          <a:pt x="18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4" name="Google Shape;2964;p52"/>
                  <p:cNvSpPr/>
                  <p:nvPr/>
                </p:nvSpPr>
                <p:spPr>
                  <a:xfrm>
                    <a:off x="8829741" y="3605654"/>
                    <a:ext cx="809974" cy="835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4" h="5175" extrusionOk="0">
                        <a:moveTo>
                          <a:pt x="4960" y="1713"/>
                        </a:moveTo>
                        <a:lnTo>
                          <a:pt x="5005" y="1740"/>
                        </a:lnTo>
                        <a:lnTo>
                          <a:pt x="5014" y="1740"/>
                        </a:lnTo>
                        <a:lnTo>
                          <a:pt x="5005" y="1731"/>
                        </a:lnTo>
                        <a:lnTo>
                          <a:pt x="4960" y="1713"/>
                        </a:lnTo>
                        <a:close/>
                        <a:moveTo>
                          <a:pt x="1677" y="0"/>
                        </a:moveTo>
                        <a:cubicBezTo>
                          <a:pt x="1499" y="9"/>
                          <a:pt x="1321" y="36"/>
                          <a:pt x="1142" y="71"/>
                        </a:cubicBezTo>
                        <a:cubicBezTo>
                          <a:pt x="1098" y="80"/>
                          <a:pt x="1053" y="98"/>
                          <a:pt x="1008" y="116"/>
                        </a:cubicBezTo>
                        <a:cubicBezTo>
                          <a:pt x="964" y="134"/>
                          <a:pt x="919" y="161"/>
                          <a:pt x="884" y="178"/>
                        </a:cubicBezTo>
                        <a:lnTo>
                          <a:pt x="821" y="223"/>
                        </a:lnTo>
                        <a:lnTo>
                          <a:pt x="794" y="241"/>
                        </a:lnTo>
                        <a:lnTo>
                          <a:pt x="768" y="268"/>
                        </a:lnTo>
                        <a:lnTo>
                          <a:pt x="723" y="321"/>
                        </a:lnTo>
                        <a:cubicBezTo>
                          <a:pt x="705" y="339"/>
                          <a:pt x="687" y="357"/>
                          <a:pt x="669" y="375"/>
                        </a:cubicBezTo>
                        <a:cubicBezTo>
                          <a:pt x="562" y="500"/>
                          <a:pt x="482" y="651"/>
                          <a:pt x="429" y="812"/>
                        </a:cubicBezTo>
                        <a:cubicBezTo>
                          <a:pt x="384" y="972"/>
                          <a:pt x="348" y="1133"/>
                          <a:pt x="339" y="1294"/>
                        </a:cubicBezTo>
                        <a:cubicBezTo>
                          <a:pt x="313" y="1615"/>
                          <a:pt x="286" y="1918"/>
                          <a:pt x="259" y="2212"/>
                        </a:cubicBezTo>
                        <a:cubicBezTo>
                          <a:pt x="206" y="2801"/>
                          <a:pt x="161" y="3328"/>
                          <a:pt x="116" y="3765"/>
                        </a:cubicBezTo>
                        <a:cubicBezTo>
                          <a:pt x="81" y="4211"/>
                          <a:pt x="54" y="4568"/>
                          <a:pt x="27" y="4817"/>
                        </a:cubicBezTo>
                        <a:cubicBezTo>
                          <a:pt x="18" y="4942"/>
                          <a:pt x="9" y="5040"/>
                          <a:pt x="9" y="5103"/>
                        </a:cubicBezTo>
                        <a:cubicBezTo>
                          <a:pt x="18" y="5040"/>
                          <a:pt x="27" y="4942"/>
                          <a:pt x="36" y="4817"/>
                        </a:cubicBezTo>
                        <a:cubicBezTo>
                          <a:pt x="63" y="4568"/>
                          <a:pt x="98" y="4211"/>
                          <a:pt x="134" y="3774"/>
                        </a:cubicBezTo>
                        <a:cubicBezTo>
                          <a:pt x="179" y="3328"/>
                          <a:pt x="214" y="2801"/>
                          <a:pt x="277" y="2212"/>
                        </a:cubicBezTo>
                        <a:cubicBezTo>
                          <a:pt x="304" y="1918"/>
                          <a:pt x="330" y="1615"/>
                          <a:pt x="357" y="1294"/>
                        </a:cubicBezTo>
                        <a:cubicBezTo>
                          <a:pt x="366" y="1133"/>
                          <a:pt x="393" y="972"/>
                          <a:pt x="446" y="821"/>
                        </a:cubicBezTo>
                        <a:cubicBezTo>
                          <a:pt x="500" y="660"/>
                          <a:pt x="580" y="509"/>
                          <a:pt x="678" y="384"/>
                        </a:cubicBezTo>
                        <a:cubicBezTo>
                          <a:pt x="696" y="366"/>
                          <a:pt x="714" y="348"/>
                          <a:pt x="732" y="330"/>
                        </a:cubicBezTo>
                        <a:lnTo>
                          <a:pt x="776" y="286"/>
                        </a:lnTo>
                        <a:lnTo>
                          <a:pt x="803" y="259"/>
                        </a:lnTo>
                        <a:lnTo>
                          <a:pt x="830" y="241"/>
                        </a:lnTo>
                        <a:lnTo>
                          <a:pt x="892" y="196"/>
                        </a:lnTo>
                        <a:cubicBezTo>
                          <a:pt x="928" y="170"/>
                          <a:pt x="973" y="152"/>
                          <a:pt x="1008" y="134"/>
                        </a:cubicBezTo>
                        <a:cubicBezTo>
                          <a:pt x="1053" y="116"/>
                          <a:pt x="1098" y="98"/>
                          <a:pt x="1142" y="89"/>
                        </a:cubicBezTo>
                        <a:cubicBezTo>
                          <a:pt x="1312" y="54"/>
                          <a:pt x="1490" y="27"/>
                          <a:pt x="1677" y="18"/>
                        </a:cubicBezTo>
                        <a:lnTo>
                          <a:pt x="2088" y="36"/>
                        </a:lnTo>
                        <a:lnTo>
                          <a:pt x="2079" y="36"/>
                        </a:lnTo>
                        <a:lnTo>
                          <a:pt x="2400" y="214"/>
                        </a:lnTo>
                        <a:lnTo>
                          <a:pt x="2703" y="393"/>
                        </a:lnTo>
                        <a:lnTo>
                          <a:pt x="3265" y="723"/>
                        </a:lnTo>
                        <a:lnTo>
                          <a:pt x="4193" y="1267"/>
                        </a:lnTo>
                        <a:lnTo>
                          <a:pt x="4800" y="1615"/>
                        </a:lnTo>
                        <a:lnTo>
                          <a:pt x="4193" y="1249"/>
                        </a:lnTo>
                        <a:lnTo>
                          <a:pt x="3265" y="705"/>
                        </a:lnTo>
                        <a:lnTo>
                          <a:pt x="2703" y="375"/>
                        </a:lnTo>
                        <a:lnTo>
                          <a:pt x="2409" y="196"/>
                        </a:lnTo>
                        <a:lnTo>
                          <a:pt x="2088" y="18"/>
                        </a:lnTo>
                        <a:lnTo>
                          <a:pt x="1677" y="0"/>
                        </a:lnTo>
                        <a:close/>
                        <a:moveTo>
                          <a:pt x="9" y="5103"/>
                        </a:moveTo>
                        <a:lnTo>
                          <a:pt x="9" y="5103"/>
                        </a:lnTo>
                        <a:cubicBezTo>
                          <a:pt x="9" y="5130"/>
                          <a:pt x="0" y="5156"/>
                          <a:pt x="0" y="5174"/>
                        </a:cubicBezTo>
                        <a:cubicBezTo>
                          <a:pt x="0" y="5156"/>
                          <a:pt x="9" y="5139"/>
                          <a:pt x="9" y="51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5" name="Google Shape;2965;p52"/>
                  <p:cNvSpPr/>
                  <p:nvPr/>
                </p:nvSpPr>
                <p:spPr>
                  <a:xfrm>
                    <a:off x="8604870" y="3314873"/>
                    <a:ext cx="445534" cy="74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8" h="4602" extrusionOk="0">
                        <a:moveTo>
                          <a:pt x="2725" y="0"/>
                        </a:moveTo>
                        <a:cubicBezTo>
                          <a:pt x="2713" y="0"/>
                          <a:pt x="2699" y="2"/>
                          <a:pt x="2686" y="7"/>
                        </a:cubicBezTo>
                        <a:cubicBezTo>
                          <a:pt x="2659" y="7"/>
                          <a:pt x="2623" y="7"/>
                          <a:pt x="2597" y="16"/>
                        </a:cubicBezTo>
                        <a:lnTo>
                          <a:pt x="2543" y="34"/>
                        </a:lnTo>
                        <a:lnTo>
                          <a:pt x="2606" y="25"/>
                        </a:lnTo>
                        <a:cubicBezTo>
                          <a:pt x="2632" y="16"/>
                          <a:pt x="2659" y="7"/>
                          <a:pt x="2695" y="7"/>
                        </a:cubicBezTo>
                        <a:lnTo>
                          <a:pt x="2757" y="7"/>
                        </a:lnTo>
                        <a:cubicBezTo>
                          <a:pt x="2748" y="2"/>
                          <a:pt x="2737" y="0"/>
                          <a:pt x="2725" y="0"/>
                        </a:cubicBezTo>
                        <a:close/>
                        <a:moveTo>
                          <a:pt x="2543" y="34"/>
                        </a:moveTo>
                        <a:lnTo>
                          <a:pt x="2481" y="52"/>
                        </a:lnTo>
                        <a:cubicBezTo>
                          <a:pt x="2463" y="60"/>
                          <a:pt x="2436" y="69"/>
                          <a:pt x="2418" y="78"/>
                        </a:cubicBezTo>
                        <a:cubicBezTo>
                          <a:pt x="2400" y="87"/>
                          <a:pt x="2383" y="96"/>
                          <a:pt x="2356" y="114"/>
                        </a:cubicBezTo>
                        <a:cubicBezTo>
                          <a:pt x="2258" y="168"/>
                          <a:pt x="2168" y="239"/>
                          <a:pt x="2079" y="319"/>
                        </a:cubicBezTo>
                        <a:cubicBezTo>
                          <a:pt x="1874" y="533"/>
                          <a:pt x="1687" y="774"/>
                          <a:pt x="1544" y="1033"/>
                        </a:cubicBezTo>
                        <a:cubicBezTo>
                          <a:pt x="1366" y="1354"/>
                          <a:pt x="1214" y="1684"/>
                          <a:pt x="1089" y="2023"/>
                        </a:cubicBezTo>
                        <a:lnTo>
                          <a:pt x="1062" y="2094"/>
                        </a:lnTo>
                        <a:cubicBezTo>
                          <a:pt x="768" y="2799"/>
                          <a:pt x="500" y="3424"/>
                          <a:pt x="304" y="3879"/>
                        </a:cubicBezTo>
                        <a:lnTo>
                          <a:pt x="81" y="4414"/>
                        </a:lnTo>
                        <a:lnTo>
                          <a:pt x="18" y="4566"/>
                        </a:lnTo>
                        <a:lnTo>
                          <a:pt x="81" y="4423"/>
                        </a:lnTo>
                        <a:lnTo>
                          <a:pt x="322" y="3888"/>
                        </a:lnTo>
                        <a:cubicBezTo>
                          <a:pt x="518" y="3433"/>
                          <a:pt x="786" y="2808"/>
                          <a:pt x="1089" y="2112"/>
                        </a:cubicBezTo>
                        <a:cubicBezTo>
                          <a:pt x="1098" y="2086"/>
                          <a:pt x="1107" y="2059"/>
                          <a:pt x="1116" y="2032"/>
                        </a:cubicBezTo>
                        <a:cubicBezTo>
                          <a:pt x="1241" y="1693"/>
                          <a:pt x="1392" y="1363"/>
                          <a:pt x="1571" y="1042"/>
                        </a:cubicBezTo>
                        <a:cubicBezTo>
                          <a:pt x="1713" y="783"/>
                          <a:pt x="1892" y="542"/>
                          <a:pt x="2097" y="328"/>
                        </a:cubicBezTo>
                        <a:cubicBezTo>
                          <a:pt x="2177" y="248"/>
                          <a:pt x="2267" y="176"/>
                          <a:pt x="2365" y="123"/>
                        </a:cubicBezTo>
                        <a:cubicBezTo>
                          <a:pt x="2383" y="105"/>
                          <a:pt x="2409" y="96"/>
                          <a:pt x="2427" y="87"/>
                        </a:cubicBezTo>
                        <a:cubicBezTo>
                          <a:pt x="2445" y="78"/>
                          <a:pt x="2472" y="69"/>
                          <a:pt x="2490" y="60"/>
                        </a:cubicBezTo>
                        <a:lnTo>
                          <a:pt x="2543" y="34"/>
                        </a:lnTo>
                        <a:close/>
                        <a:moveTo>
                          <a:pt x="18" y="4566"/>
                        </a:moveTo>
                        <a:lnTo>
                          <a:pt x="18" y="4566"/>
                        </a:lnTo>
                        <a:cubicBezTo>
                          <a:pt x="10" y="4583"/>
                          <a:pt x="1" y="4592"/>
                          <a:pt x="1" y="4601"/>
                        </a:cubicBezTo>
                        <a:cubicBezTo>
                          <a:pt x="10" y="4592"/>
                          <a:pt x="10" y="4583"/>
                          <a:pt x="18" y="45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6" name="Google Shape;2966;p52"/>
                  <p:cNvSpPr/>
                  <p:nvPr/>
                </p:nvSpPr>
                <p:spPr>
                  <a:xfrm>
                    <a:off x="9472531" y="2696155"/>
                    <a:ext cx="604007" cy="94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39" h="5859" extrusionOk="0">
                        <a:moveTo>
                          <a:pt x="2641" y="1"/>
                        </a:moveTo>
                        <a:cubicBezTo>
                          <a:pt x="2489" y="90"/>
                          <a:pt x="2329" y="161"/>
                          <a:pt x="2159" y="224"/>
                        </a:cubicBezTo>
                        <a:cubicBezTo>
                          <a:pt x="1847" y="358"/>
                          <a:pt x="1249" y="572"/>
                          <a:pt x="1249" y="572"/>
                        </a:cubicBezTo>
                        <a:lnTo>
                          <a:pt x="1240" y="688"/>
                        </a:lnTo>
                        <a:lnTo>
                          <a:pt x="749" y="1821"/>
                        </a:lnTo>
                        <a:lnTo>
                          <a:pt x="0" y="4738"/>
                        </a:lnTo>
                        <a:lnTo>
                          <a:pt x="2899" y="5853"/>
                        </a:lnTo>
                        <a:cubicBezTo>
                          <a:pt x="2899" y="5853"/>
                          <a:pt x="2907" y="5859"/>
                          <a:pt x="2922" y="5859"/>
                        </a:cubicBezTo>
                        <a:cubicBezTo>
                          <a:pt x="2952" y="5859"/>
                          <a:pt x="3014" y="5834"/>
                          <a:pt x="3105" y="5684"/>
                        </a:cubicBezTo>
                        <a:cubicBezTo>
                          <a:pt x="3238" y="5461"/>
                          <a:pt x="3381" y="3427"/>
                          <a:pt x="3560" y="2204"/>
                        </a:cubicBezTo>
                        <a:cubicBezTo>
                          <a:pt x="3738" y="982"/>
                          <a:pt x="2685" y="117"/>
                          <a:pt x="2685" y="117"/>
                        </a:cubicBezTo>
                        <a:lnTo>
                          <a:pt x="264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7" name="Google Shape;2967;p52"/>
                  <p:cNvSpPr/>
                  <p:nvPr/>
                </p:nvSpPr>
                <p:spPr>
                  <a:xfrm>
                    <a:off x="9115031" y="2812145"/>
                    <a:ext cx="841798" cy="586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1" h="3630" extrusionOk="0">
                        <a:moveTo>
                          <a:pt x="4565" y="1"/>
                        </a:moveTo>
                        <a:cubicBezTo>
                          <a:pt x="4258" y="1"/>
                          <a:pt x="3893" y="306"/>
                          <a:pt x="3632" y="568"/>
                        </a:cubicBezTo>
                        <a:cubicBezTo>
                          <a:pt x="3275" y="915"/>
                          <a:pt x="2124" y="2298"/>
                          <a:pt x="2124" y="2298"/>
                        </a:cubicBezTo>
                        <a:lnTo>
                          <a:pt x="1" y="3119"/>
                        </a:lnTo>
                        <a:lnTo>
                          <a:pt x="1205" y="3610"/>
                        </a:lnTo>
                        <a:cubicBezTo>
                          <a:pt x="1306" y="3623"/>
                          <a:pt x="1407" y="3629"/>
                          <a:pt x="1508" y="3629"/>
                        </a:cubicBezTo>
                        <a:cubicBezTo>
                          <a:pt x="2081" y="3629"/>
                          <a:pt x="2635" y="3416"/>
                          <a:pt x="3061" y="3021"/>
                        </a:cubicBezTo>
                        <a:cubicBezTo>
                          <a:pt x="3426" y="2691"/>
                          <a:pt x="3837" y="2316"/>
                          <a:pt x="4140" y="2048"/>
                        </a:cubicBezTo>
                        <a:cubicBezTo>
                          <a:pt x="4666" y="1585"/>
                          <a:pt x="5211" y="1147"/>
                          <a:pt x="5041" y="452"/>
                        </a:cubicBezTo>
                        <a:cubicBezTo>
                          <a:pt x="5014" y="389"/>
                          <a:pt x="4988" y="327"/>
                          <a:pt x="4961" y="273"/>
                        </a:cubicBezTo>
                        <a:cubicBezTo>
                          <a:pt x="4857" y="77"/>
                          <a:pt x="4718" y="1"/>
                          <a:pt x="4565" y="1"/>
                        </a:cubicBezTo>
                        <a:close/>
                      </a:path>
                    </a:pathLst>
                  </a:custGeom>
                  <a:solidFill>
                    <a:srgbClr val="6F443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8" name="Google Shape;2968;p52"/>
                  <p:cNvSpPr/>
                  <p:nvPr/>
                </p:nvSpPr>
                <p:spPr>
                  <a:xfrm>
                    <a:off x="9567520" y="2796636"/>
                    <a:ext cx="409510" cy="3954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5" h="2448" extrusionOk="0">
                        <a:moveTo>
                          <a:pt x="1689" y="1"/>
                        </a:moveTo>
                        <a:cubicBezTo>
                          <a:pt x="1486" y="1"/>
                          <a:pt x="1270" y="63"/>
                          <a:pt x="1045" y="217"/>
                        </a:cubicBezTo>
                        <a:cubicBezTo>
                          <a:pt x="688" y="476"/>
                          <a:pt x="1" y="1386"/>
                          <a:pt x="1" y="1386"/>
                        </a:cubicBezTo>
                        <a:cubicBezTo>
                          <a:pt x="37" y="1458"/>
                          <a:pt x="1214" y="2448"/>
                          <a:pt x="1214" y="2448"/>
                        </a:cubicBezTo>
                        <a:cubicBezTo>
                          <a:pt x="1214" y="2448"/>
                          <a:pt x="2160" y="1511"/>
                          <a:pt x="2347" y="1056"/>
                        </a:cubicBezTo>
                        <a:cubicBezTo>
                          <a:pt x="2534" y="619"/>
                          <a:pt x="2365" y="173"/>
                          <a:pt x="2053" y="66"/>
                        </a:cubicBezTo>
                        <a:cubicBezTo>
                          <a:pt x="1937" y="25"/>
                          <a:pt x="1815" y="1"/>
                          <a:pt x="168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69" name="Google Shape;2969;p52"/>
                  <p:cNvSpPr/>
                  <p:nvPr/>
                </p:nvSpPr>
                <p:spPr>
                  <a:xfrm>
                    <a:off x="9563319" y="2795182"/>
                    <a:ext cx="400787" cy="399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2475" extrusionOk="0">
                        <a:moveTo>
                          <a:pt x="1727" y="0"/>
                        </a:moveTo>
                        <a:cubicBezTo>
                          <a:pt x="1598" y="0"/>
                          <a:pt x="1466" y="22"/>
                          <a:pt x="1347" y="66"/>
                        </a:cubicBezTo>
                        <a:cubicBezTo>
                          <a:pt x="1231" y="119"/>
                          <a:pt x="1115" y="182"/>
                          <a:pt x="1008" y="262"/>
                        </a:cubicBezTo>
                        <a:cubicBezTo>
                          <a:pt x="892" y="351"/>
                          <a:pt x="785" y="458"/>
                          <a:pt x="687" y="574"/>
                        </a:cubicBezTo>
                        <a:cubicBezTo>
                          <a:pt x="473" y="806"/>
                          <a:pt x="241" y="1083"/>
                          <a:pt x="9" y="1386"/>
                        </a:cubicBezTo>
                        <a:lnTo>
                          <a:pt x="0" y="1395"/>
                        </a:lnTo>
                        <a:lnTo>
                          <a:pt x="9" y="1404"/>
                        </a:lnTo>
                        <a:cubicBezTo>
                          <a:pt x="27" y="1422"/>
                          <a:pt x="36" y="1431"/>
                          <a:pt x="54" y="1449"/>
                        </a:cubicBezTo>
                        <a:cubicBezTo>
                          <a:pt x="63" y="1458"/>
                          <a:pt x="80" y="1475"/>
                          <a:pt x="89" y="1484"/>
                        </a:cubicBezTo>
                        <a:lnTo>
                          <a:pt x="179" y="1565"/>
                        </a:lnTo>
                        <a:lnTo>
                          <a:pt x="357" y="1725"/>
                        </a:lnTo>
                        <a:lnTo>
                          <a:pt x="732" y="2046"/>
                        </a:lnTo>
                        <a:lnTo>
                          <a:pt x="1231" y="2466"/>
                        </a:lnTo>
                        <a:lnTo>
                          <a:pt x="1240" y="2475"/>
                        </a:lnTo>
                        <a:lnTo>
                          <a:pt x="1249" y="2466"/>
                        </a:lnTo>
                        <a:cubicBezTo>
                          <a:pt x="1535" y="2189"/>
                          <a:pt x="1793" y="1904"/>
                          <a:pt x="2043" y="1600"/>
                        </a:cubicBezTo>
                        <a:cubicBezTo>
                          <a:pt x="2150" y="1467"/>
                          <a:pt x="2248" y="1333"/>
                          <a:pt x="2329" y="1190"/>
                        </a:cubicBezTo>
                        <a:cubicBezTo>
                          <a:pt x="2400" y="1056"/>
                          <a:pt x="2445" y="913"/>
                          <a:pt x="2462" y="771"/>
                        </a:cubicBezTo>
                        <a:cubicBezTo>
                          <a:pt x="2480" y="557"/>
                          <a:pt x="2418" y="351"/>
                          <a:pt x="2275" y="191"/>
                        </a:cubicBezTo>
                        <a:cubicBezTo>
                          <a:pt x="2230" y="155"/>
                          <a:pt x="2186" y="119"/>
                          <a:pt x="2141" y="93"/>
                        </a:cubicBezTo>
                        <a:lnTo>
                          <a:pt x="2097" y="75"/>
                        </a:lnTo>
                        <a:lnTo>
                          <a:pt x="2079" y="75"/>
                        </a:lnTo>
                        <a:cubicBezTo>
                          <a:pt x="2150" y="102"/>
                          <a:pt x="2213" y="146"/>
                          <a:pt x="2266" y="200"/>
                        </a:cubicBezTo>
                        <a:cubicBezTo>
                          <a:pt x="2400" y="360"/>
                          <a:pt x="2462" y="565"/>
                          <a:pt x="2436" y="771"/>
                        </a:cubicBezTo>
                        <a:cubicBezTo>
                          <a:pt x="2427" y="913"/>
                          <a:pt x="2382" y="1047"/>
                          <a:pt x="2311" y="1172"/>
                        </a:cubicBezTo>
                        <a:cubicBezTo>
                          <a:pt x="2221" y="1315"/>
                          <a:pt x="2123" y="1449"/>
                          <a:pt x="2016" y="1582"/>
                        </a:cubicBezTo>
                        <a:cubicBezTo>
                          <a:pt x="1795" y="1848"/>
                          <a:pt x="1531" y="2139"/>
                          <a:pt x="1239" y="2431"/>
                        </a:cubicBezTo>
                        <a:lnTo>
                          <a:pt x="1239" y="2431"/>
                        </a:lnTo>
                        <a:lnTo>
                          <a:pt x="750" y="2020"/>
                        </a:lnTo>
                        <a:lnTo>
                          <a:pt x="375" y="1698"/>
                        </a:lnTo>
                        <a:lnTo>
                          <a:pt x="196" y="1547"/>
                        </a:lnTo>
                        <a:lnTo>
                          <a:pt x="116" y="1467"/>
                        </a:lnTo>
                        <a:cubicBezTo>
                          <a:pt x="91" y="1441"/>
                          <a:pt x="65" y="1424"/>
                          <a:pt x="40" y="1399"/>
                        </a:cubicBezTo>
                        <a:lnTo>
                          <a:pt x="40" y="1399"/>
                        </a:lnTo>
                        <a:cubicBezTo>
                          <a:pt x="270" y="1098"/>
                          <a:pt x="492" y="832"/>
                          <a:pt x="705" y="592"/>
                        </a:cubicBezTo>
                        <a:cubicBezTo>
                          <a:pt x="803" y="485"/>
                          <a:pt x="910" y="378"/>
                          <a:pt x="1026" y="280"/>
                        </a:cubicBezTo>
                        <a:cubicBezTo>
                          <a:pt x="1124" y="200"/>
                          <a:pt x="1231" y="137"/>
                          <a:pt x="1356" y="93"/>
                        </a:cubicBezTo>
                        <a:cubicBezTo>
                          <a:pt x="1476" y="42"/>
                          <a:pt x="1601" y="18"/>
                          <a:pt x="1730" y="18"/>
                        </a:cubicBezTo>
                        <a:cubicBezTo>
                          <a:pt x="1783" y="18"/>
                          <a:pt x="1837" y="22"/>
                          <a:pt x="1891" y="30"/>
                        </a:cubicBezTo>
                        <a:cubicBezTo>
                          <a:pt x="1936" y="39"/>
                          <a:pt x="1981" y="48"/>
                          <a:pt x="2034" y="57"/>
                        </a:cubicBezTo>
                        <a:lnTo>
                          <a:pt x="2070" y="66"/>
                        </a:lnTo>
                        <a:lnTo>
                          <a:pt x="2079" y="66"/>
                        </a:lnTo>
                        <a:cubicBezTo>
                          <a:pt x="2016" y="48"/>
                          <a:pt x="1954" y="30"/>
                          <a:pt x="1891" y="12"/>
                        </a:cubicBezTo>
                        <a:cubicBezTo>
                          <a:pt x="1838" y="4"/>
                          <a:pt x="1783" y="0"/>
                          <a:pt x="17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2970" name="Google Shape;2970;p52"/>
                <p:cNvSpPr/>
                <p:nvPr/>
              </p:nvSpPr>
              <p:spPr>
                <a:xfrm>
                  <a:off x="6698122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1" name="Google Shape;2971;p52"/>
                <p:cNvSpPr/>
                <p:nvPr/>
              </p:nvSpPr>
              <p:spPr>
                <a:xfrm>
                  <a:off x="6694600" y="2884492"/>
                  <a:ext cx="46063" cy="13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1" extrusionOk="0">
                      <a:moveTo>
                        <a:pt x="161" y="1"/>
                      </a:moveTo>
                      <a:cubicBezTo>
                        <a:pt x="116" y="10"/>
                        <a:pt x="71" y="19"/>
                        <a:pt x="36" y="54"/>
                      </a:cubicBezTo>
                      <a:cubicBezTo>
                        <a:pt x="9" y="72"/>
                        <a:pt x="0" y="99"/>
                        <a:pt x="9" y="99"/>
                      </a:cubicBezTo>
                      <a:cubicBezTo>
                        <a:pt x="10" y="100"/>
                        <a:pt x="11" y="100"/>
                        <a:pt x="13" y="100"/>
                      </a:cubicBezTo>
                      <a:cubicBezTo>
                        <a:pt x="29" y="100"/>
                        <a:pt x="88" y="62"/>
                        <a:pt x="161" y="54"/>
                      </a:cubicBezTo>
                      <a:cubicBezTo>
                        <a:pt x="240" y="54"/>
                        <a:pt x="305" y="83"/>
                        <a:pt x="325" y="83"/>
                      </a:cubicBezTo>
                      <a:cubicBezTo>
                        <a:pt x="327" y="83"/>
                        <a:pt x="329" y="82"/>
                        <a:pt x="330" y="81"/>
                      </a:cubicBezTo>
                      <a:cubicBezTo>
                        <a:pt x="339" y="72"/>
                        <a:pt x="321" y="63"/>
                        <a:pt x="294" y="36"/>
                      </a:cubicBezTo>
                      <a:cubicBezTo>
                        <a:pt x="250" y="19"/>
                        <a:pt x="205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2" name="Google Shape;2972;p52"/>
                <p:cNvSpPr/>
                <p:nvPr/>
              </p:nvSpPr>
              <p:spPr>
                <a:xfrm>
                  <a:off x="6806913" y="2920801"/>
                  <a:ext cx="21948" cy="21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81" y="0"/>
                      </a:moveTo>
                      <a:cubicBezTo>
                        <a:pt x="36" y="0"/>
                        <a:pt x="1" y="36"/>
                        <a:pt x="1" y="81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126" y="161"/>
                        <a:pt x="161" y="125"/>
                        <a:pt x="161" y="81"/>
                      </a:cubicBezTo>
                      <a:cubicBezTo>
                        <a:pt x="161" y="36"/>
                        <a:pt x="126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3" name="Google Shape;2973;p52"/>
                <p:cNvSpPr/>
                <p:nvPr/>
              </p:nvSpPr>
              <p:spPr>
                <a:xfrm>
                  <a:off x="6811791" y="2883273"/>
                  <a:ext cx="44844" cy="12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92" extrusionOk="0">
                      <a:moveTo>
                        <a:pt x="152" y="1"/>
                      </a:moveTo>
                      <a:cubicBezTo>
                        <a:pt x="107" y="1"/>
                        <a:pt x="72" y="19"/>
                        <a:pt x="27" y="45"/>
                      </a:cubicBezTo>
                      <a:cubicBezTo>
                        <a:pt x="9" y="72"/>
                        <a:pt x="0" y="90"/>
                        <a:pt x="0" y="90"/>
                      </a:cubicBezTo>
                      <a:cubicBezTo>
                        <a:pt x="1" y="91"/>
                        <a:pt x="2" y="91"/>
                        <a:pt x="4" y="91"/>
                      </a:cubicBezTo>
                      <a:cubicBezTo>
                        <a:pt x="21" y="91"/>
                        <a:pt x="80" y="54"/>
                        <a:pt x="161" y="54"/>
                      </a:cubicBezTo>
                      <a:cubicBezTo>
                        <a:pt x="169" y="54"/>
                        <a:pt x="177" y="53"/>
                        <a:pt x="185" y="53"/>
                      </a:cubicBezTo>
                      <a:cubicBezTo>
                        <a:pt x="253" y="53"/>
                        <a:pt x="303" y="82"/>
                        <a:pt x="318" y="82"/>
                      </a:cubicBezTo>
                      <a:cubicBezTo>
                        <a:pt x="319" y="82"/>
                        <a:pt x="321" y="82"/>
                        <a:pt x="322" y="81"/>
                      </a:cubicBezTo>
                      <a:cubicBezTo>
                        <a:pt x="330" y="63"/>
                        <a:pt x="313" y="54"/>
                        <a:pt x="286" y="37"/>
                      </a:cubicBezTo>
                      <a:cubicBezTo>
                        <a:pt x="250" y="10"/>
                        <a:pt x="206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4" name="Google Shape;2974;p52"/>
                <p:cNvSpPr/>
                <p:nvPr/>
              </p:nvSpPr>
              <p:spPr>
                <a:xfrm>
                  <a:off x="6741612" y="2889369"/>
                  <a:ext cx="34005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741" extrusionOk="0">
                      <a:moveTo>
                        <a:pt x="242" y="0"/>
                      </a:moveTo>
                      <a:cubicBezTo>
                        <a:pt x="233" y="0"/>
                        <a:pt x="162" y="197"/>
                        <a:pt x="81" y="447"/>
                      </a:cubicBezTo>
                      <a:cubicBezTo>
                        <a:pt x="54" y="509"/>
                        <a:pt x="37" y="563"/>
                        <a:pt x="19" y="616"/>
                      </a:cubicBezTo>
                      <a:cubicBezTo>
                        <a:pt x="10" y="643"/>
                        <a:pt x="1" y="678"/>
                        <a:pt x="10" y="705"/>
                      </a:cubicBezTo>
                      <a:cubicBezTo>
                        <a:pt x="19" y="723"/>
                        <a:pt x="37" y="732"/>
                        <a:pt x="54" y="741"/>
                      </a:cubicBezTo>
                      <a:lnTo>
                        <a:pt x="90" y="741"/>
                      </a:lnTo>
                      <a:cubicBezTo>
                        <a:pt x="135" y="741"/>
                        <a:pt x="188" y="741"/>
                        <a:pt x="233" y="732"/>
                      </a:cubicBezTo>
                      <a:cubicBezTo>
                        <a:pt x="188" y="723"/>
                        <a:pt x="135" y="714"/>
                        <a:pt x="90" y="714"/>
                      </a:cubicBezTo>
                      <a:cubicBezTo>
                        <a:pt x="63" y="714"/>
                        <a:pt x="46" y="705"/>
                        <a:pt x="46" y="696"/>
                      </a:cubicBezTo>
                      <a:cubicBezTo>
                        <a:pt x="37" y="670"/>
                        <a:pt x="46" y="652"/>
                        <a:pt x="54" y="625"/>
                      </a:cubicBezTo>
                      <a:lnTo>
                        <a:pt x="117" y="455"/>
                      </a:lnTo>
                      <a:cubicBezTo>
                        <a:pt x="197" y="206"/>
                        <a:pt x="251" y="9"/>
                        <a:pt x="24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5" name="Google Shape;2975;p52"/>
                <p:cNvSpPr/>
                <p:nvPr/>
              </p:nvSpPr>
              <p:spPr>
                <a:xfrm>
                  <a:off x="6805694" y="2844661"/>
                  <a:ext cx="55818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" h="114" extrusionOk="0">
                      <a:moveTo>
                        <a:pt x="197" y="0"/>
                      </a:moveTo>
                      <a:cubicBezTo>
                        <a:pt x="152" y="9"/>
                        <a:pt x="99" y="27"/>
                        <a:pt x="54" y="54"/>
                      </a:cubicBezTo>
                      <a:cubicBezTo>
                        <a:pt x="19" y="72"/>
                        <a:pt x="1" y="90"/>
                        <a:pt x="10" y="107"/>
                      </a:cubicBezTo>
                      <a:cubicBezTo>
                        <a:pt x="12" y="112"/>
                        <a:pt x="19" y="113"/>
                        <a:pt x="29" y="113"/>
                      </a:cubicBezTo>
                      <a:cubicBezTo>
                        <a:pt x="62" y="113"/>
                        <a:pt x="131" y="96"/>
                        <a:pt x="206" y="90"/>
                      </a:cubicBezTo>
                      <a:cubicBezTo>
                        <a:pt x="249" y="90"/>
                        <a:pt x="287" y="91"/>
                        <a:pt x="319" y="91"/>
                      </a:cubicBezTo>
                      <a:cubicBezTo>
                        <a:pt x="367" y="91"/>
                        <a:pt x="400" y="88"/>
                        <a:pt x="411" y="72"/>
                      </a:cubicBezTo>
                      <a:cubicBezTo>
                        <a:pt x="411" y="63"/>
                        <a:pt x="393" y="45"/>
                        <a:pt x="358" y="27"/>
                      </a:cubicBezTo>
                      <a:cubicBezTo>
                        <a:pt x="304" y="9"/>
                        <a:pt x="251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6" name="Google Shape;2976;p52"/>
                <p:cNvSpPr/>
                <p:nvPr/>
              </p:nvSpPr>
              <p:spPr>
                <a:xfrm>
                  <a:off x="6692161" y="2849945"/>
                  <a:ext cx="49586" cy="1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103" extrusionOk="0">
                      <a:moveTo>
                        <a:pt x="186" y="0"/>
                      </a:moveTo>
                      <a:cubicBezTo>
                        <a:pt x="136" y="0"/>
                        <a:pt x="87" y="14"/>
                        <a:pt x="45" y="42"/>
                      </a:cubicBezTo>
                      <a:cubicBezTo>
                        <a:pt x="9" y="68"/>
                        <a:pt x="0" y="86"/>
                        <a:pt x="9" y="95"/>
                      </a:cubicBezTo>
                      <a:cubicBezTo>
                        <a:pt x="15" y="101"/>
                        <a:pt x="25" y="103"/>
                        <a:pt x="40" y="103"/>
                      </a:cubicBezTo>
                      <a:cubicBezTo>
                        <a:pt x="73" y="103"/>
                        <a:pt x="126" y="92"/>
                        <a:pt x="188" y="86"/>
                      </a:cubicBezTo>
                      <a:cubicBezTo>
                        <a:pt x="228" y="86"/>
                        <a:pt x="268" y="89"/>
                        <a:pt x="299" y="89"/>
                      </a:cubicBezTo>
                      <a:cubicBezTo>
                        <a:pt x="330" y="89"/>
                        <a:pt x="353" y="86"/>
                        <a:pt x="357" y="77"/>
                      </a:cubicBezTo>
                      <a:cubicBezTo>
                        <a:pt x="366" y="68"/>
                        <a:pt x="357" y="51"/>
                        <a:pt x="321" y="33"/>
                      </a:cubicBezTo>
                      <a:cubicBezTo>
                        <a:pt x="279" y="11"/>
                        <a:pt x="232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7" name="Google Shape;2977;p52"/>
                <p:cNvSpPr/>
                <p:nvPr/>
              </p:nvSpPr>
              <p:spPr>
                <a:xfrm>
                  <a:off x="6955536" y="2948033"/>
                  <a:ext cx="24386" cy="4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344" extrusionOk="0">
                      <a:moveTo>
                        <a:pt x="68" y="1"/>
                      </a:moveTo>
                      <a:cubicBezTo>
                        <a:pt x="58" y="1"/>
                        <a:pt x="52" y="7"/>
                        <a:pt x="46" y="14"/>
                      </a:cubicBezTo>
                      <a:cubicBezTo>
                        <a:pt x="37" y="14"/>
                        <a:pt x="28" y="22"/>
                        <a:pt x="28" y="40"/>
                      </a:cubicBezTo>
                      <a:cubicBezTo>
                        <a:pt x="28" y="49"/>
                        <a:pt x="28" y="58"/>
                        <a:pt x="37" y="58"/>
                      </a:cubicBezTo>
                      <a:cubicBezTo>
                        <a:pt x="37" y="58"/>
                        <a:pt x="37" y="49"/>
                        <a:pt x="37" y="40"/>
                      </a:cubicBezTo>
                      <a:cubicBezTo>
                        <a:pt x="43" y="27"/>
                        <a:pt x="54" y="19"/>
                        <a:pt x="67" y="19"/>
                      </a:cubicBezTo>
                      <a:cubicBezTo>
                        <a:pt x="72" y="19"/>
                        <a:pt x="76" y="20"/>
                        <a:pt x="81" y="22"/>
                      </a:cubicBezTo>
                      <a:cubicBezTo>
                        <a:pt x="99" y="31"/>
                        <a:pt x="126" y="49"/>
                        <a:pt x="135" y="76"/>
                      </a:cubicBezTo>
                      <a:cubicBezTo>
                        <a:pt x="144" y="103"/>
                        <a:pt x="153" y="138"/>
                        <a:pt x="153" y="165"/>
                      </a:cubicBezTo>
                      <a:cubicBezTo>
                        <a:pt x="153" y="228"/>
                        <a:pt x="126" y="290"/>
                        <a:pt x="72" y="317"/>
                      </a:cubicBezTo>
                      <a:cubicBezTo>
                        <a:pt x="63" y="321"/>
                        <a:pt x="54" y="324"/>
                        <a:pt x="46" y="324"/>
                      </a:cubicBezTo>
                      <a:cubicBezTo>
                        <a:pt x="37" y="324"/>
                        <a:pt x="28" y="321"/>
                        <a:pt x="19" y="317"/>
                      </a:cubicBezTo>
                      <a:cubicBezTo>
                        <a:pt x="10" y="317"/>
                        <a:pt x="1" y="308"/>
                        <a:pt x="1" y="308"/>
                      </a:cubicBezTo>
                      <a:lnTo>
                        <a:pt x="1" y="308"/>
                      </a:lnTo>
                      <a:cubicBezTo>
                        <a:pt x="1" y="317"/>
                        <a:pt x="10" y="317"/>
                        <a:pt x="19" y="335"/>
                      </a:cubicBezTo>
                      <a:cubicBezTo>
                        <a:pt x="37" y="344"/>
                        <a:pt x="54" y="344"/>
                        <a:pt x="81" y="344"/>
                      </a:cubicBezTo>
                      <a:cubicBezTo>
                        <a:pt x="144" y="308"/>
                        <a:pt x="179" y="245"/>
                        <a:pt x="179" y="174"/>
                      </a:cubicBezTo>
                      <a:cubicBezTo>
                        <a:pt x="179" y="138"/>
                        <a:pt x="170" y="94"/>
                        <a:pt x="153" y="67"/>
                      </a:cubicBezTo>
                      <a:cubicBezTo>
                        <a:pt x="144" y="31"/>
                        <a:pt x="117" y="5"/>
                        <a:pt x="81" y="5"/>
                      </a:cubicBezTo>
                      <a:cubicBezTo>
                        <a:pt x="76" y="2"/>
                        <a:pt x="72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8" name="Google Shape;2978;p52"/>
                <p:cNvSpPr/>
                <p:nvPr/>
              </p:nvSpPr>
              <p:spPr>
                <a:xfrm>
                  <a:off x="6774262" y="2995722"/>
                  <a:ext cx="38883" cy="32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42" extrusionOk="0">
                      <a:moveTo>
                        <a:pt x="268" y="1"/>
                      </a:moveTo>
                      <a:cubicBezTo>
                        <a:pt x="251" y="1"/>
                        <a:pt x="251" y="90"/>
                        <a:pt x="179" y="152"/>
                      </a:cubicBezTo>
                      <a:cubicBezTo>
                        <a:pt x="99" y="224"/>
                        <a:pt x="1" y="206"/>
                        <a:pt x="1" y="215"/>
                      </a:cubicBezTo>
                      <a:cubicBezTo>
                        <a:pt x="1" y="232"/>
                        <a:pt x="28" y="232"/>
                        <a:pt x="63" y="241"/>
                      </a:cubicBezTo>
                      <a:cubicBezTo>
                        <a:pt x="117" y="241"/>
                        <a:pt x="170" y="224"/>
                        <a:pt x="206" y="188"/>
                      </a:cubicBezTo>
                      <a:cubicBezTo>
                        <a:pt x="251" y="161"/>
                        <a:pt x="277" y="108"/>
                        <a:pt x="277" y="63"/>
                      </a:cubicBezTo>
                      <a:cubicBezTo>
                        <a:pt x="286" y="27"/>
                        <a:pt x="277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79" name="Google Shape;2979;p52"/>
                <p:cNvSpPr/>
                <p:nvPr/>
              </p:nvSpPr>
              <p:spPr>
                <a:xfrm>
                  <a:off x="6869777" y="2739528"/>
                  <a:ext cx="116106" cy="130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64" extrusionOk="0">
                      <a:moveTo>
                        <a:pt x="839" y="919"/>
                      </a:moveTo>
                      <a:lnTo>
                        <a:pt x="857" y="928"/>
                      </a:lnTo>
                      <a:cubicBezTo>
                        <a:pt x="848" y="919"/>
                        <a:pt x="848" y="919"/>
                        <a:pt x="839" y="919"/>
                      </a:cubicBezTo>
                      <a:close/>
                      <a:moveTo>
                        <a:pt x="1" y="0"/>
                      </a:moveTo>
                      <a:cubicBezTo>
                        <a:pt x="27" y="18"/>
                        <a:pt x="45" y="36"/>
                        <a:pt x="63" y="54"/>
                      </a:cubicBezTo>
                      <a:cubicBezTo>
                        <a:pt x="108" y="107"/>
                        <a:pt x="143" y="170"/>
                        <a:pt x="152" y="241"/>
                      </a:cubicBezTo>
                      <a:cubicBezTo>
                        <a:pt x="161" y="286"/>
                        <a:pt x="170" y="339"/>
                        <a:pt x="170" y="384"/>
                      </a:cubicBezTo>
                      <a:cubicBezTo>
                        <a:pt x="170" y="437"/>
                        <a:pt x="170" y="491"/>
                        <a:pt x="161" y="553"/>
                      </a:cubicBezTo>
                      <a:cubicBezTo>
                        <a:pt x="161" y="616"/>
                        <a:pt x="161" y="678"/>
                        <a:pt x="161" y="741"/>
                      </a:cubicBezTo>
                      <a:cubicBezTo>
                        <a:pt x="161" y="776"/>
                        <a:pt x="170" y="803"/>
                        <a:pt x="179" y="839"/>
                      </a:cubicBezTo>
                      <a:cubicBezTo>
                        <a:pt x="179" y="875"/>
                        <a:pt x="197" y="910"/>
                        <a:pt x="215" y="937"/>
                      </a:cubicBezTo>
                      <a:cubicBezTo>
                        <a:pt x="241" y="955"/>
                        <a:pt x="268" y="964"/>
                        <a:pt x="304" y="964"/>
                      </a:cubicBezTo>
                      <a:cubicBezTo>
                        <a:pt x="331" y="955"/>
                        <a:pt x="357" y="937"/>
                        <a:pt x="375" y="919"/>
                      </a:cubicBezTo>
                      <a:cubicBezTo>
                        <a:pt x="397" y="882"/>
                        <a:pt x="413" y="845"/>
                        <a:pt x="423" y="804"/>
                      </a:cubicBezTo>
                      <a:lnTo>
                        <a:pt x="423" y="804"/>
                      </a:lnTo>
                      <a:cubicBezTo>
                        <a:pt x="440" y="836"/>
                        <a:pt x="461" y="864"/>
                        <a:pt x="482" y="892"/>
                      </a:cubicBezTo>
                      <a:cubicBezTo>
                        <a:pt x="509" y="928"/>
                        <a:pt x="554" y="946"/>
                        <a:pt x="598" y="955"/>
                      </a:cubicBezTo>
                      <a:cubicBezTo>
                        <a:pt x="616" y="955"/>
                        <a:pt x="634" y="955"/>
                        <a:pt x="652" y="946"/>
                      </a:cubicBezTo>
                      <a:cubicBezTo>
                        <a:pt x="670" y="937"/>
                        <a:pt x="687" y="919"/>
                        <a:pt x="696" y="901"/>
                      </a:cubicBezTo>
                      <a:cubicBezTo>
                        <a:pt x="705" y="892"/>
                        <a:pt x="705" y="875"/>
                        <a:pt x="705" y="857"/>
                      </a:cubicBezTo>
                      <a:cubicBezTo>
                        <a:pt x="705" y="850"/>
                        <a:pt x="704" y="844"/>
                        <a:pt x="702" y="838"/>
                      </a:cubicBezTo>
                      <a:lnTo>
                        <a:pt x="702" y="838"/>
                      </a:lnTo>
                      <a:cubicBezTo>
                        <a:pt x="733" y="868"/>
                        <a:pt x="768" y="889"/>
                        <a:pt x="803" y="910"/>
                      </a:cubicBezTo>
                      <a:cubicBezTo>
                        <a:pt x="821" y="910"/>
                        <a:pt x="830" y="919"/>
                        <a:pt x="839" y="919"/>
                      </a:cubicBezTo>
                      <a:cubicBezTo>
                        <a:pt x="830" y="910"/>
                        <a:pt x="821" y="910"/>
                        <a:pt x="803" y="901"/>
                      </a:cubicBezTo>
                      <a:cubicBezTo>
                        <a:pt x="759" y="883"/>
                        <a:pt x="723" y="848"/>
                        <a:pt x="687" y="812"/>
                      </a:cubicBezTo>
                      <a:lnTo>
                        <a:pt x="679" y="812"/>
                      </a:lnTo>
                      <a:cubicBezTo>
                        <a:pt x="679" y="812"/>
                        <a:pt x="679" y="812"/>
                        <a:pt x="679" y="812"/>
                      </a:cubicBezTo>
                      <a:lnTo>
                        <a:pt x="679" y="812"/>
                      </a:lnTo>
                      <a:cubicBezTo>
                        <a:pt x="696" y="839"/>
                        <a:pt x="705" y="875"/>
                        <a:pt x="687" y="901"/>
                      </a:cubicBezTo>
                      <a:cubicBezTo>
                        <a:pt x="679" y="919"/>
                        <a:pt x="661" y="928"/>
                        <a:pt x="652" y="937"/>
                      </a:cubicBezTo>
                      <a:cubicBezTo>
                        <a:pt x="634" y="946"/>
                        <a:pt x="616" y="946"/>
                        <a:pt x="598" y="946"/>
                      </a:cubicBezTo>
                      <a:cubicBezTo>
                        <a:pt x="554" y="937"/>
                        <a:pt x="518" y="919"/>
                        <a:pt x="491" y="892"/>
                      </a:cubicBezTo>
                      <a:cubicBezTo>
                        <a:pt x="464" y="857"/>
                        <a:pt x="438" y="812"/>
                        <a:pt x="429" y="776"/>
                      </a:cubicBezTo>
                      <a:lnTo>
                        <a:pt x="420" y="750"/>
                      </a:lnTo>
                      <a:lnTo>
                        <a:pt x="411" y="776"/>
                      </a:lnTo>
                      <a:cubicBezTo>
                        <a:pt x="411" y="821"/>
                        <a:pt x="393" y="875"/>
                        <a:pt x="357" y="910"/>
                      </a:cubicBezTo>
                      <a:cubicBezTo>
                        <a:pt x="348" y="928"/>
                        <a:pt x="322" y="946"/>
                        <a:pt x="295" y="955"/>
                      </a:cubicBezTo>
                      <a:cubicBezTo>
                        <a:pt x="277" y="955"/>
                        <a:pt x="250" y="946"/>
                        <a:pt x="233" y="928"/>
                      </a:cubicBezTo>
                      <a:cubicBezTo>
                        <a:pt x="206" y="901"/>
                        <a:pt x="197" y="875"/>
                        <a:pt x="188" y="839"/>
                      </a:cubicBezTo>
                      <a:cubicBezTo>
                        <a:pt x="188" y="803"/>
                        <a:pt x="179" y="776"/>
                        <a:pt x="179" y="741"/>
                      </a:cubicBezTo>
                      <a:cubicBezTo>
                        <a:pt x="170" y="678"/>
                        <a:pt x="170" y="616"/>
                        <a:pt x="179" y="553"/>
                      </a:cubicBezTo>
                      <a:cubicBezTo>
                        <a:pt x="179" y="491"/>
                        <a:pt x="188" y="437"/>
                        <a:pt x="179" y="384"/>
                      </a:cubicBezTo>
                      <a:cubicBezTo>
                        <a:pt x="179" y="339"/>
                        <a:pt x="179" y="286"/>
                        <a:pt x="161" y="241"/>
                      </a:cubicBezTo>
                      <a:cubicBezTo>
                        <a:pt x="152" y="170"/>
                        <a:pt x="117" y="98"/>
                        <a:pt x="72" y="45"/>
                      </a:cubicBezTo>
                      <a:cubicBezTo>
                        <a:pt x="54" y="27"/>
                        <a:pt x="27" y="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80" name="Google Shape;2980;p52"/>
                <p:cNvSpPr/>
                <p:nvPr/>
              </p:nvSpPr>
              <p:spPr>
                <a:xfrm>
                  <a:off x="6631737" y="2697258"/>
                  <a:ext cx="235735" cy="133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982" extrusionOk="0">
                      <a:moveTo>
                        <a:pt x="1731" y="231"/>
                      </a:moveTo>
                      <a:cubicBezTo>
                        <a:pt x="1731" y="231"/>
                        <a:pt x="1731" y="232"/>
                        <a:pt x="1731" y="232"/>
                      </a:cubicBezTo>
                      <a:cubicBezTo>
                        <a:pt x="1731" y="232"/>
                        <a:pt x="1731" y="232"/>
                        <a:pt x="1731" y="233"/>
                      </a:cubicBezTo>
                      <a:lnTo>
                        <a:pt x="1731" y="233"/>
                      </a:lnTo>
                      <a:cubicBezTo>
                        <a:pt x="1731" y="232"/>
                        <a:pt x="1731" y="231"/>
                        <a:pt x="1731" y="231"/>
                      </a:cubicBezTo>
                      <a:close/>
                      <a:moveTo>
                        <a:pt x="1731" y="233"/>
                      </a:moveTo>
                      <a:cubicBezTo>
                        <a:pt x="1734" y="242"/>
                        <a:pt x="1737" y="251"/>
                        <a:pt x="1740" y="259"/>
                      </a:cubicBezTo>
                      <a:cubicBezTo>
                        <a:pt x="1740" y="259"/>
                        <a:pt x="1740" y="259"/>
                        <a:pt x="1740" y="250"/>
                      </a:cubicBezTo>
                      <a:cubicBezTo>
                        <a:pt x="1740" y="250"/>
                        <a:pt x="1740" y="241"/>
                        <a:pt x="1731" y="233"/>
                      </a:cubicBezTo>
                      <a:close/>
                      <a:moveTo>
                        <a:pt x="0" y="892"/>
                      </a:moveTo>
                      <a:cubicBezTo>
                        <a:pt x="5" y="894"/>
                        <a:pt x="10" y="896"/>
                        <a:pt x="15" y="898"/>
                      </a:cubicBezTo>
                      <a:lnTo>
                        <a:pt x="15" y="898"/>
                      </a:lnTo>
                      <a:lnTo>
                        <a:pt x="9" y="892"/>
                      </a:lnTo>
                      <a:close/>
                      <a:moveTo>
                        <a:pt x="15" y="898"/>
                      </a:moveTo>
                      <a:lnTo>
                        <a:pt x="18" y="901"/>
                      </a:lnTo>
                      <a:lnTo>
                        <a:pt x="45" y="919"/>
                      </a:lnTo>
                      <a:cubicBezTo>
                        <a:pt x="54" y="928"/>
                        <a:pt x="63" y="928"/>
                        <a:pt x="80" y="937"/>
                      </a:cubicBezTo>
                      <a:cubicBezTo>
                        <a:pt x="59" y="922"/>
                        <a:pt x="37" y="908"/>
                        <a:pt x="15" y="898"/>
                      </a:cubicBezTo>
                      <a:close/>
                      <a:moveTo>
                        <a:pt x="1445" y="0"/>
                      </a:moveTo>
                      <a:cubicBezTo>
                        <a:pt x="1410" y="0"/>
                        <a:pt x="1383" y="0"/>
                        <a:pt x="1356" y="9"/>
                      </a:cubicBezTo>
                      <a:cubicBezTo>
                        <a:pt x="1285" y="27"/>
                        <a:pt x="1231" y="62"/>
                        <a:pt x="1187" y="107"/>
                      </a:cubicBezTo>
                      <a:cubicBezTo>
                        <a:pt x="1133" y="161"/>
                        <a:pt x="1088" y="223"/>
                        <a:pt x="1053" y="286"/>
                      </a:cubicBezTo>
                      <a:cubicBezTo>
                        <a:pt x="1017" y="357"/>
                        <a:pt x="981" y="428"/>
                        <a:pt x="946" y="500"/>
                      </a:cubicBezTo>
                      <a:cubicBezTo>
                        <a:pt x="874" y="625"/>
                        <a:pt x="776" y="740"/>
                        <a:pt x="660" y="839"/>
                      </a:cubicBezTo>
                      <a:cubicBezTo>
                        <a:pt x="562" y="910"/>
                        <a:pt x="446" y="955"/>
                        <a:pt x="321" y="972"/>
                      </a:cubicBezTo>
                      <a:cubicBezTo>
                        <a:pt x="241" y="972"/>
                        <a:pt x="152" y="964"/>
                        <a:pt x="80" y="937"/>
                      </a:cubicBezTo>
                      <a:lnTo>
                        <a:pt x="80" y="937"/>
                      </a:lnTo>
                      <a:cubicBezTo>
                        <a:pt x="152" y="972"/>
                        <a:pt x="241" y="981"/>
                        <a:pt x="321" y="981"/>
                      </a:cubicBezTo>
                      <a:cubicBezTo>
                        <a:pt x="446" y="964"/>
                        <a:pt x="571" y="919"/>
                        <a:pt x="669" y="848"/>
                      </a:cubicBezTo>
                      <a:cubicBezTo>
                        <a:pt x="785" y="749"/>
                        <a:pt x="883" y="633"/>
                        <a:pt x="964" y="500"/>
                      </a:cubicBezTo>
                      <a:cubicBezTo>
                        <a:pt x="999" y="428"/>
                        <a:pt x="1035" y="357"/>
                        <a:pt x="1071" y="294"/>
                      </a:cubicBezTo>
                      <a:cubicBezTo>
                        <a:pt x="1106" y="232"/>
                        <a:pt x="1142" y="170"/>
                        <a:pt x="1196" y="116"/>
                      </a:cubicBezTo>
                      <a:cubicBezTo>
                        <a:pt x="1240" y="71"/>
                        <a:pt x="1294" y="36"/>
                        <a:pt x="1356" y="18"/>
                      </a:cubicBezTo>
                      <a:cubicBezTo>
                        <a:pt x="1383" y="9"/>
                        <a:pt x="1419" y="9"/>
                        <a:pt x="1445" y="9"/>
                      </a:cubicBezTo>
                      <a:cubicBezTo>
                        <a:pt x="1517" y="9"/>
                        <a:pt x="1588" y="36"/>
                        <a:pt x="1642" y="89"/>
                      </a:cubicBezTo>
                      <a:cubicBezTo>
                        <a:pt x="1668" y="116"/>
                        <a:pt x="1695" y="143"/>
                        <a:pt x="1704" y="170"/>
                      </a:cubicBezTo>
                      <a:cubicBezTo>
                        <a:pt x="1716" y="188"/>
                        <a:pt x="1724" y="210"/>
                        <a:pt x="1731" y="231"/>
                      </a:cubicBezTo>
                      <a:lnTo>
                        <a:pt x="1731" y="231"/>
                      </a:lnTo>
                      <a:cubicBezTo>
                        <a:pt x="1730" y="213"/>
                        <a:pt x="1722" y="196"/>
                        <a:pt x="1713" y="170"/>
                      </a:cubicBezTo>
                      <a:cubicBezTo>
                        <a:pt x="1677" y="98"/>
                        <a:pt x="1606" y="36"/>
                        <a:pt x="1526" y="9"/>
                      </a:cubicBezTo>
                      <a:cubicBezTo>
                        <a:pt x="1499" y="0"/>
                        <a:pt x="1472" y="0"/>
                        <a:pt x="1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2981" name="Google Shape;2981;p52"/>
                <p:cNvSpPr/>
                <p:nvPr/>
              </p:nvSpPr>
              <p:spPr>
                <a:xfrm>
                  <a:off x="6624421" y="2783017"/>
                  <a:ext cx="82372" cy="12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" h="94" extrusionOk="0">
                      <a:moveTo>
                        <a:pt x="1" y="0"/>
                      </a:moveTo>
                      <a:cubicBezTo>
                        <a:pt x="10" y="9"/>
                        <a:pt x="10" y="18"/>
                        <a:pt x="18" y="18"/>
                      </a:cubicBezTo>
                      <a:cubicBezTo>
                        <a:pt x="36" y="27"/>
                        <a:pt x="63" y="36"/>
                        <a:pt x="81" y="45"/>
                      </a:cubicBezTo>
                      <a:cubicBezTo>
                        <a:pt x="117" y="63"/>
                        <a:pt x="143" y="72"/>
                        <a:pt x="179" y="81"/>
                      </a:cubicBezTo>
                      <a:cubicBezTo>
                        <a:pt x="224" y="90"/>
                        <a:pt x="259" y="90"/>
                        <a:pt x="304" y="90"/>
                      </a:cubicBezTo>
                      <a:cubicBezTo>
                        <a:pt x="317" y="92"/>
                        <a:pt x="329" y="93"/>
                        <a:pt x="341" y="93"/>
                      </a:cubicBezTo>
                      <a:cubicBezTo>
                        <a:pt x="370" y="93"/>
                        <a:pt x="397" y="87"/>
                        <a:pt x="429" y="81"/>
                      </a:cubicBezTo>
                      <a:cubicBezTo>
                        <a:pt x="464" y="81"/>
                        <a:pt x="491" y="72"/>
                        <a:pt x="527" y="54"/>
                      </a:cubicBezTo>
                      <a:cubicBezTo>
                        <a:pt x="545" y="54"/>
                        <a:pt x="572" y="45"/>
                        <a:pt x="589" y="27"/>
                      </a:cubicBezTo>
                      <a:cubicBezTo>
                        <a:pt x="598" y="27"/>
                        <a:pt x="607" y="18"/>
                        <a:pt x="607" y="18"/>
                      </a:cubicBezTo>
                      <a:lnTo>
                        <a:pt x="607" y="18"/>
                      </a:lnTo>
                      <a:cubicBezTo>
                        <a:pt x="607" y="18"/>
                        <a:pt x="580" y="27"/>
                        <a:pt x="527" y="45"/>
                      </a:cubicBezTo>
                      <a:cubicBezTo>
                        <a:pt x="491" y="63"/>
                        <a:pt x="456" y="63"/>
                        <a:pt x="429" y="72"/>
                      </a:cubicBezTo>
                      <a:cubicBezTo>
                        <a:pt x="384" y="81"/>
                        <a:pt x="349" y="81"/>
                        <a:pt x="304" y="81"/>
                      </a:cubicBezTo>
                      <a:cubicBezTo>
                        <a:pt x="268" y="81"/>
                        <a:pt x="224" y="72"/>
                        <a:pt x="188" y="63"/>
                      </a:cubicBezTo>
                      <a:cubicBezTo>
                        <a:pt x="152" y="63"/>
                        <a:pt x="117" y="54"/>
                        <a:pt x="90" y="36"/>
                      </a:cubicBezTo>
                      <a:cubicBezTo>
                        <a:pt x="27" y="1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2982" name="Google Shape;2982;p52"/>
              <p:cNvGrpSpPr/>
              <p:nvPr/>
            </p:nvGrpSpPr>
            <p:grpSpPr>
              <a:xfrm>
                <a:off x="6829430" y="2731383"/>
                <a:ext cx="1601349" cy="2121709"/>
                <a:chOff x="6829430" y="2731383"/>
                <a:chExt cx="1601349" cy="2121709"/>
              </a:xfrm>
            </p:grpSpPr>
            <p:grpSp>
              <p:nvGrpSpPr>
                <p:cNvPr id="2983" name="Google Shape;2983;p52"/>
                <p:cNvGrpSpPr/>
                <p:nvPr/>
              </p:nvGrpSpPr>
              <p:grpSpPr>
                <a:xfrm>
                  <a:off x="6829430" y="2731383"/>
                  <a:ext cx="1601349" cy="2121709"/>
                  <a:chOff x="10304006" y="2224929"/>
                  <a:chExt cx="1902518" cy="2520742"/>
                </a:xfrm>
              </p:grpSpPr>
              <p:sp>
                <p:nvSpPr>
                  <p:cNvPr id="2984" name="Google Shape;2984;p52"/>
                  <p:cNvSpPr/>
                  <p:nvPr/>
                </p:nvSpPr>
                <p:spPr>
                  <a:xfrm>
                    <a:off x="10304006" y="4379454"/>
                    <a:ext cx="474289" cy="3662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6" h="2267" extrusionOk="0">
                        <a:moveTo>
                          <a:pt x="1838" y="1"/>
                        </a:moveTo>
                        <a:lnTo>
                          <a:pt x="1446" y="1196"/>
                        </a:lnTo>
                        <a:cubicBezTo>
                          <a:pt x="1446" y="1196"/>
                          <a:pt x="90" y="1196"/>
                          <a:pt x="1" y="1419"/>
                        </a:cubicBezTo>
                        <a:lnTo>
                          <a:pt x="2293" y="2267"/>
                        </a:lnTo>
                        <a:lnTo>
                          <a:pt x="2936" y="402"/>
                        </a:lnTo>
                        <a:lnTo>
                          <a:pt x="183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85" name="Google Shape;2985;p52"/>
                  <p:cNvSpPr/>
                  <p:nvPr/>
                </p:nvSpPr>
                <p:spPr>
                  <a:xfrm>
                    <a:off x="10576371" y="4471696"/>
                    <a:ext cx="66556" cy="21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" h="135" extrusionOk="0">
                        <a:moveTo>
                          <a:pt x="242" y="36"/>
                        </a:moveTo>
                        <a:cubicBezTo>
                          <a:pt x="259" y="36"/>
                          <a:pt x="286" y="36"/>
                          <a:pt x="313" y="45"/>
                        </a:cubicBezTo>
                        <a:cubicBezTo>
                          <a:pt x="340" y="45"/>
                          <a:pt x="357" y="54"/>
                          <a:pt x="357" y="63"/>
                        </a:cubicBezTo>
                        <a:cubicBezTo>
                          <a:pt x="366" y="81"/>
                          <a:pt x="357" y="72"/>
                          <a:pt x="357" y="81"/>
                        </a:cubicBezTo>
                        <a:cubicBezTo>
                          <a:pt x="349" y="81"/>
                          <a:pt x="331" y="81"/>
                          <a:pt x="322" y="90"/>
                        </a:cubicBezTo>
                        <a:cubicBezTo>
                          <a:pt x="295" y="90"/>
                          <a:pt x="268" y="99"/>
                          <a:pt x="250" y="99"/>
                        </a:cubicBezTo>
                        <a:cubicBezTo>
                          <a:pt x="228" y="103"/>
                          <a:pt x="206" y="105"/>
                          <a:pt x="185" y="105"/>
                        </a:cubicBezTo>
                        <a:cubicBezTo>
                          <a:pt x="163" y="105"/>
                          <a:pt x="143" y="103"/>
                          <a:pt x="126" y="99"/>
                        </a:cubicBezTo>
                        <a:cubicBezTo>
                          <a:pt x="92" y="92"/>
                          <a:pt x="63" y="90"/>
                          <a:pt x="32" y="90"/>
                        </a:cubicBezTo>
                        <a:lnTo>
                          <a:pt x="32" y="90"/>
                        </a:lnTo>
                        <a:cubicBezTo>
                          <a:pt x="52" y="81"/>
                          <a:pt x="81" y="68"/>
                          <a:pt x="117" y="54"/>
                        </a:cubicBezTo>
                        <a:cubicBezTo>
                          <a:pt x="152" y="45"/>
                          <a:pt x="197" y="36"/>
                          <a:pt x="242" y="36"/>
                        </a:cubicBezTo>
                        <a:close/>
                        <a:moveTo>
                          <a:pt x="233" y="1"/>
                        </a:moveTo>
                        <a:cubicBezTo>
                          <a:pt x="188" y="1"/>
                          <a:pt x="143" y="10"/>
                          <a:pt x="108" y="27"/>
                        </a:cubicBezTo>
                        <a:cubicBezTo>
                          <a:pt x="53" y="55"/>
                          <a:pt x="19" y="77"/>
                          <a:pt x="6" y="90"/>
                        </a:cubicBezTo>
                        <a:lnTo>
                          <a:pt x="6" y="90"/>
                        </a:lnTo>
                        <a:cubicBezTo>
                          <a:pt x="4" y="90"/>
                          <a:pt x="3" y="90"/>
                          <a:pt x="1" y="90"/>
                        </a:cubicBezTo>
                        <a:cubicBezTo>
                          <a:pt x="2" y="90"/>
                          <a:pt x="3" y="91"/>
                          <a:pt x="5" y="92"/>
                        </a:cubicBezTo>
                        <a:lnTo>
                          <a:pt x="5" y="92"/>
                        </a:lnTo>
                        <a:cubicBezTo>
                          <a:pt x="2" y="95"/>
                          <a:pt x="1" y="97"/>
                          <a:pt x="1" y="99"/>
                        </a:cubicBezTo>
                        <a:cubicBezTo>
                          <a:pt x="1" y="100"/>
                          <a:pt x="1" y="100"/>
                          <a:pt x="3" y="100"/>
                        </a:cubicBezTo>
                        <a:cubicBezTo>
                          <a:pt x="5" y="100"/>
                          <a:pt x="9" y="99"/>
                          <a:pt x="15" y="97"/>
                        </a:cubicBezTo>
                        <a:lnTo>
                          <a:pt x="15" y="97"/>
                        </a:lnTo>
                        <a:cubicBezTo>
                          <a:pt x="46" y="112"/>
                          <a:pt x="78" y="125"/>
                          <a:pt x="117" y="125"/>
                        </a:cubicBezTo>
                        <a:cubicBezTo>
                          <a:pt x="161" y="134"/>
                          <a:pt x="206" y="134"/>
                          <a:pt x="250" y="134"/>
                        </a:cubicBezTo>
                        <a:cubicBezTo>
                          <a:pt x="277" y="134"/>
                          <a:pt x="304" y="134"/>
                          <a:pt x="331" y="125"/>
                        </a:cubicBezTo>
                        <a:cubicBezTo>
                          <a:pt x="349" y="125"/>
                          <a:pt x="357" y="117"/>
                          <a:pt x="375" y="108"/>
                        </a:cubicBezTo>
                        <a:cubicBezTo>
                          <a:pt x="393" y="99"/>
                          <a:pt x="411" y="81"/>
                          <a:pt x="402" y="54"/>
                        </a:cubicBezTo>
                        <a:cubicBezTo>
                          <a:pt x="393" y="36"/>
                          <a:pt x="384" y="18"/>
                          <a:pt x="357" y="10"/>
                        </a:cubicBezTo>
                        <a:cubicBezTo>
                          <a:pt x="349" y="1"/>
                          <a:pt x="331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86" name="Google Shape;2986;p52"/>
                  <p:cNvSpPr/>
                  <p:nvPr/>
                </p:nvSpPr>
                <p:spPr>
                  <a:xfrm>
                    <a:off x="10564902" y="4423556"/>
                    <a:ext cx="30370" cy="65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" h="406" extrusionOk="0">
                        <a:moveTo>
                          <a:pt x="109" y="1"/>
                        </a:moveTo>
                        <a:cubicBezTo>
                          <a:pt x="94" y="1"/>
                          <a:pt x="76" y="9"/>
                          <a:pt x="63" y="22"/>
                        </a:cubicBezTo>
                        <a:cubicBezTo>
                          <a:pt x="54" y="31"/>
                          <a:pt x="45" y="49"/>
                          <a:pt x="36" y="58"/>
                        </a:cubicBezTo>
                        <a:cubicBezTo>
                          <a:pt x="27" y="84"/>
                          <a:pt x="18" y="111"/>
                          <a:pt x="9" y="138"/>
                        </a:cubicBezTo>
                        <a:cubicBezTo>
                          <a:pt x="0" y="183"/>
                          <a:pt x="0" y="227"/>
                          <a:pt x="18" y="272"/>
                        </a:cubicBezTo>
                        <a:cubicBezTo>
                          <a:pt x="36" y="352"/>
                          <a:pt x="81" y="379"/>
                          <a:pt x="81" y="379"/>
                        </a:cubicBezTo>
                        <a:cubicBezTo>
                          <a:pt x="72" y="343"/>
                          <a:pt x="54" y="308"/>
                          <a:pt x="45" y="272"/>
                        </a:cubicBezTo>
                        <a:cubicBezTo>
                          <a:pt x="36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2"/>
                          <a:pt x="72" y="84"/>
                        </a:cubicBezTo>
                        <a:cubicBezTo>
                          <a:pt x="79" y="62"/>
                          <a:pt x="92" y="46"/>
                          <a:pt x="102" y="46"/>
                        </a:cubicBezTo>
                        <a:cubicBezTo>
                          <a:pt x="104" y="46"/>
                          <a:pt x="106" y="47"/>
                          <a:pt x="107" y="49"/>
                        </a:cubicBezTo>
                        <a:cubicBezTo>
                          <a:pt x="125" y="58"/>
                          <a:pt x="134" y="76"/>
                          <a:pt x="134" y="102"/>
                        </a:cubicBezTo>
                        <a:cubicBezTo>
                          <a:pt x="143" y="120"/>
                          <a:pt x="143" y="147"/>
                          <a:pt x="143" y="174"/>
                        </a:cubicBezTo>
                        <a:cubicBezTo>
                          <a:pt x="143" y="218"/>
                          <a:pt x="134" y="254"/>
                          <a:pt x="116" y="299"/>
                        </a:cubicBezTo>
                        <a:cubicBezTo>
                          <a:pt x="107" y="361"/>
                          <a:pt x="81" y="406"/>
                          <a:pt x="81" y="406"/>
                        </a:cubicBezTo>
                        <a:cubicBezTo>
                          <a:pt x="89" y="406"/>
                          <a:pt x="125" y="379"/>
                          <a:pt x="152" y="308"/>
                        </a:cubicBezTo>
                        <a:cubicBezTo>
                          <a:pt x="170" y="263"/>
                          <a:pt x="179" y="218"/>
                          <a:pt x="188" y="174"/>
                        </a:cubicBezTo>
                        <a:cubicBezTo>
                          <a:pt x="188" y="147"/>
                          <a:pt x="188" y="120"/>
                          <a:pt x="179" y="93"/>
                        </a:cubicBezTo>
                        <a:cubicBezTo>
                          <a:pt x="179" y="58"/>
                          <a:pt x="161" y="22"/>
                          <a:pt x="125" y="4"/>
                        </a:cubicBezTo>
                        <a:cubicBezTo>
                          <a:pt x="120" y="2"/>
                          <a:pt x="115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87" name="Google Shape;2987;p52"/>
                  <p:cNvSpPr/>
                  <p:nvPr/>
                </p:nvSpPr>
                <p:spPr>
                  <a:xfrm>
                    <a:off x="10521608" y="3661710"/>
                    <a:ext cx="1339026" cy="9254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9" h="5729" extrusionOk="0">
                        <a:moveTo>
                          <a:pt x="6656" y="1"/>
                        </a:moveTo>
                        <a:cubicBezTo>
                          <a:pt x="6558" y="46"/>
                          <a:pt x="1901" y="278"/>
                          <a:pt x="1803" y="447"/>
                        </a:cubicBezTo>
                        <a:cubicBezTo>
                          <a:pt x="1651" y="697"/>
                          <a:pt x="1" y="5202"/>
                          <a:pt x="1" y="5202"/>
                        </a:cubicBezTo>
                        <a:lnTo>
                          <a:pt x="1696" y="5728"/>
                        </a:lnTo>
                        <a:lnTo>
                          <a:pt x="3444" y="1865"/>
                        </a:lnTo>
                        <a:lnTo>
                          <a:pt x="7610" y="1741"/>
                        </a:lnTo>
                        <a:cubicBezTo>
                          <a:pt x="7610" y="1741"/>
                          <a:pt x="8279" y="1509"/>
                          <a:pt x="8288" y="759"/>
                        </a:cubicBezTo>
                        <a:lnTo>
                          <a:pt x="6656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88" name="Google Shape;2988;p52"/>
                  <p:cNvSpPr/>
                  <p:nvPr/>
                </p:nvSpPr>
                <p:spPr>
                  <a:xfrm>
                    <a:off x="10304006" y="4196424"/>
                    <a:ext cx="429703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0" h="1812" extrusionOk="0">
                        <a:moveTo>
                          <a:pt x="1606" y="1"/>
                        </a:moveTo>
                        <a:lnTo>
                          <a:pt x="1392" y="830"/>
                        </a:lnTo>
                        <a:cubicBezTo>
                          <a:pt x="1392" y="830"/>
                          <a:pt x="81" y="928"/>
                          <a:pt x="1" y="1143"/>
                        </a:cubicBezTo>
                        <a:lnTo>
                          <a:pt x="2293" y="1812"/>
                        </a:lnTo>
                        <a:lnTo>
                          <a:pt x="2659" y="277"/>
                        </a:lnTo>
                        <a:lnTo>
                          <a:pt x="1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89" name="Google Shape;2989;p52"/>
                  <p:cNvSpPr/>
                  <p:nvPr/>
                </p:nvSpPr>
                <p:spPr>
                  <a:xfrm>
                    <a:off x="10560540" y="4225340"/>
                    <a:ext cx="63648" cy="23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147" extrusionOk="0">
                        <a:moveTo>
                          <a:pt x="268" y="38"/>
                        </a:moveTo>
                        <a:cubicBezTo>
                          <a:pt x="279" y="38"/>
                          <a:pt x="290" y="40"/>
                          <a:pt x="304" y="45"/>
                        </a:cubicBezTo>
                        <a:cubicBezTo>
                          <a:pt x="331" y="45"/>
                          <a:pt x="348" y="45"/>
                          <a:pt x="348" y="63"/>
                        </a:cubicBezTo>
                        <a:cubicBezTo>
                          <a:pt x="357" y="71"/>
                          <a:pt x="348" y="71"/>
                          <a:pt x="348" y="71"/>
                        </a:cubicBezTo>
                        <a:cubicBezTo>
                          <a:pt x="340" y="80"/>
                          <a:pt x="331" y="80"/>
                          <a:pt x="313" y="89"/>
                        </a:cubicBezTo>
                        <a:cubicBezTo>
                          <a:pt x="295" y="89"/>
                          <a:pt x="268" y="98"/>
                          <a:pt x="241" y="98"/>
                        </a:cubicBezTo>
                        <a:cubicBezTo>
                          <a:pt x="206" y="107"/>
                          <a:pt x="161" y="116"/>
                          <a:pt x="116" y="116"/>
                        </a:cubicBezTo>
                        <a:cubicBezTo>
                          <a:pt x="88" y="109"/>
                          <a:pt x="60" y="108"/>
                          <a:pt x="28" y="107"/>
                        </a:cubicBezTo>
                        <a:lnTo>
                          <a:pt x="28" y="107"/>
                        </a:lnTo>
                        <a:cubicBezTo>
                          <a:pt x="44" y="99"/>
                          <a:pt x="71" y="87"/>
                          <a:pt x="108" y="71"/>
                        </a:cubicBezTo>
                        <a:cubicBezTo>
                          <a:pt x="152" y="54"/>
                          <a:pt x="188" y="45"/>
                          <a:pt x="232" y="45"/>
                        </a:cubicBezTo>
                        <a:cubicBezTo>
                          <a:pt x="246" y="40"/>
                          <a:pt x="257" y="38"/>
                          <a:pt x="268" y="38"/>
                        </a:cubicBezTo>
                        <a:close/>
                        <a:moveTo>
                          <a:pt x="224" y="0"/>
                        </a:moveTo>
                        <a:cubicBezTo>
                          <a:pt x="179" y="9"/>
                          <a:pt x="143" y="27"/>
                          <a:pt x="99" y="45"/>
                        </a:cubicBezTo>
                        <a:cubicBezTo>
                          <a:pt x="55" y="70"/>
                          <a:pt x="25" y="94"/>
                          <a:pt x="13" y="107"/>
                        </a:cubicBezTo>
                        <a:lnTo>
                          <a:pt x="13" y="107"/>
                        </a:lnTo>
                        <a:cubicBezTo>
                          <a:pt x="9" y="107"/>
                          <a:pt x="5" y="107"/>
                          <a:pt x="1" y="107"/>
                        </a:cubicBezTo>
                        <a:cubicBezTo>
                          <a:pt x="3" y="109"/>
                          <a:pt x="6" y="111"/>
                          <a:pt x="9" y="113"/>
                        </a:cubicBezTo>
                        <a:lnTo>
                          <a:pt x="9" y="113"/>
                        </a:lnTo>
                        <a:cubicBezTo>
                          <a:pt x="8" y="115"/>
                          <a:pt x="8" y="116"/>
                          <a:pt x="9" y="116"/>
                        </a:cubicBezTo>
                        <a:cubicBezTo>
                          <a:pt x="9" y="116"/>
                          <a:pt x="10" y="116"/>
                          <a:pt x="12" y="115"/>
                        </a:cubicBezTo>
                        <a:lnTo>
                          <a:pt x="12" y="115"/>
                        </a:lnTo>
                        <a:cubicBezTo>
                          <a:pt x="45" y="136"/>
                          <a:pt x="84" y="143"/>
                          <a:pt x="116" y="143"/>
                        </a:cubicBezTo>
                        <a:cubicBezTo>
                          <a:pt x="136" y="145"/>
                          <a:pt x="155" y="146"/>
                          <a:pt x="174" y="146"/>
                        </a:cubicBezTo>
                        <a:cubicBezTo>
                          <a:pt x="225" y="146"/>
                          <a:pt x="276" y="138"/>
                          <a:pt x="322" y="125"/>
                        </a:cubicBezTo>
                        <a:cubicBezTo>
                          <a:pt x="340" y="125"/>
                          <a:pt x="357" y="116"/>
                          <a:pt x="366" y="107"/>
                        </a:cubicBezTo>
                        <a:cubicBezTo>
                          <a:pt x="384" y="98"/>
                          <a:pt x="393" y="71"/>
                          <a:pt x="393" y="54"/>
                        </a:cubicBezTo>
                        <a:cubicBezTo>
                          <a:pt x="384" y="27"/>
                          <a:pt x="366" y="18"/>
                          <a:pt x="348" y="9"/>
                        </a:cubicBezTo>
                        <a:cubicBezTo>
                          <a:pt x="331" y="9"/>
                          <a:pt x="322" y="0"/>
                          <a:pt x="304" y="0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0" name="Google Shape;2990;p52"/>
                  <p:cNvSpPr/>
                  <p:nvPr/>
                </p:nvSpPr>
                <p:spPr>
                  <a:xfrm>
                    <a:off x="10547616" y="4182854"/>
                    <a:ext cx="28916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" h="397" extrusionOk="0">
                        <a:moveTo>
                          <a:pt x="96" y="1"/>
                        </a:moveTo>
                        <a:cubicBezTo>
                          <a:pt x="80" y="1"/>
                          <a:pt x="67" y="9"/>
                          <a:pt x="54" y="22"/>
                        </a:cubicBezTo>
                        <a:cubicBezTo>
                          <a:pt x="45" y="31"/>
                          <a:pt x="36" y="49"/>
                          <a:pt x="36" y="58"/>
                        </a:cubicBezTo>
                        <a:cubicBezTo>
                          <a:pt x="18" y="85"/>
                          <a:pt x="9" y="111"/>
                          <a:pt x="9" y="138"/>
                        </a:cubicBezTo>
                        <a:cubicBezTo>
                          <a:pt x="0" y="183"/>
                          <a:pt x="9" y="227"/>
                          <a:pt x="27" y="272"/>
                        </a:cubicBezTo>
                        <a:cubicBezTo>
                          <a:pt x="54" y="343"/>
                          <a:pt x="98" y="370"/>
                          <a:pt x="98" y="370"/>
                        </a:cubicBezTo>
                        <a:cubicBezTo>
                          <a:pt x="81" y="334"/>
                          <a:pt x="63" y="299"/>
                          <a:pt x="54" y="263"/>
                        </a:cubicBezTo>
                        <a:cubicBezTo>
                          <a:pt x="45" y="227"/>
                          <a:pt x="36" y="183"/>
                          <a:pt x="45" y="147"/>
                        </a:cubicBezTo>
                        <a:cubicBezTo>
                          <a:pt x="54" y="120"/>
                          <a:pt x="63" y="103"/>
                          <a:pt x="72" y="76"/>
                        </a:cubicBezTo>
                        <a:cubicBezTo>
                          <a:pt x="81" y="58"/>
                          <a:pt x="98" y="40"/>
                          <a:pt x="98" y="40"/>
                        </a:cubicBezTo>
                        <a:cubicBezTo>
                          <a:pt x="116" y="58"/>
                          <a:pt x="125" y="76"/>
                          <a:pt x="134" y="94"/>
                        </a:cubicBezTo>
                        <a:cubicBezTo>
                          <a:pt x="134" y="120"/>
                          <a:pt x="143" y="138"/>
                          <a:pt x="143" y="165"/>
                        </a:cubicBezTo>
                        <a:cubicBezTo>
                          <a:pt x="143" y="201"/>
                          <a:pt x="143" y="245"/>
                          <a:pt x="134" y="281"/>
                        </a:cubicBezTo>
                        <a:cubicBezTo>
                          <a:pt x="107" y="352"/>
                          <a:pt x="89" y="388"/>
                          <a:pt x="89" y="397"/>
                        </a:cubicBezTo>
                        <a:cubicBezTo>
                          <a:pt x="89" y="397"/>
                          <a:pt x="134" y="361"/>
                          <a:pt x="152" y="290"/>
                        </a:cubicBezTo>
                        <a:cubicBezTo>
                          <a:pt x="170" y="254"/>
                          <a:pt x="179" y="210"/>
                          <a:pt x="179" y="165"/>
                        </a:cubicBezTo>
                        <a:cubicBezTo>
                          <a:pt x="179" y="138"/>
                          <a:pt x="179" y="111"/>
                          <a:pt x="170" y="85"/>
                        </a:cubicBezTo>
                        <a:cubicBezTo>
                          <a:pt x="170" y="49"/>
                          <a:pt x="143" y="22"/>
                          <a:pt x="116" y="4"/>
                        </a:cubicBezTo>
                        <a:cubicBezTo>
                          <a:pt x="109" y="2"/>
                          <a:pt x="102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1" name="Google Shape;2991;p52"/>
                  <p:cNvSpPr/>
                  <p:nvPr/>
                </p:nvSpPr>
                <p:spPr>
                  <a:xfrm>
                    <a:off x="10518700" y="3472056"/>
                    <a:ext cx="1068119" cy="852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2" h="5279" extrusionOk="0">
                        <a:moveTo>
                          <a:pt x="2484" y="0"/>
                        </a:moveTo>
                        <a:cubicBezTo>
                          <a:pt x="2035" y="0"/>
                          <a:pt x="1516" y="138"/>
                          <a:pt x="1294" y="756"/>
                        </a:cubicBezTo>
                        <a:lnTo>
                          <a:pt x="1" y="4842"/>
                        </a:lnTo>
                        <a:lnTo>
                          <a:pt x="1589" y="5279"/>
                        </a:lnTo>
                        <a:lnTo>
                          <a:pt x="2740" y="1710"/>
                        </a:lnTo>
                        <a:lnTo>
                          <a:pt x="6611" y="1211"/>
                        </a:lnTo>
                        <a:lnTo>
                          <a:pt x="6370" y="363"/>
                        </a:lnTo>
                        <a:lnTo>
                          <a:pt x="2891" y="33"/>
                        </a:lnTo>
                        <a:cubicBezTo>
                          <a:pt x="2772" y="15"/>
                          <a:pt x="2632" y="0"/>
                          <a:pt x="248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2" name="Google Shape;2992;p52"/>
                  <p:cNvSpPr/>
                  <p:nvPr/>
                </p:nvSpPr>
                <p:spPr>
                  <a:xfrm>
                    <a:off x="10707546" y="3883672"/>
                    <a:ext cx="207744" cy="4830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2990" extrusionOk="0">
                        <a:moveTo>
                          <a:pt x="1276" y="1"/>
                        </a:moveTo>
                        <a:lnTo>
                          <a:pt x="1276" y="1"/>
                        </a:lnTo>
                        <a:cubicBezTo>
                          <a:pt x="1000" y="875"/>
                          <a:pt x="438" y="2731"/>
                          <a:pt x="438" y="2731"/>
                        </a:cubicBezTo>
                        <a:lnTo>
                          <a:pt x="54" y="2633"/>
                        </a:lnTo>
                        <a:lnTo>
                          <a:pt x="0" y="2873"/>
                        </a:lnTo>
                        <a:cubicBezTo>
                          <a:pt x="72" y="2900"/>
                          <a:pt x="482" y="2972"/>
                          <a:pt x="554" y="2989"/>
                        </a:cubicBezTo>
                        <a:lnTo>
                          <a:pt x="857" y="1705"/>
                        </a:lnTo>
                        <a:cubicBezTo>
                          <a:pt x="991" y="1161"/>
                          <a:pt x="1285" y="45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3" name="Google Shape;2993;p52"/>
                  <p:cNvSpPr/>
                  <p:nvPr/>
                </p:nvSpPr>
                <p:spPr>
                  <a:xfrm>
                    <a:off x="10778142" y="3661710"/>
                    <a:ext cx="599646" cy="663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2" h="4105" extrusionOk="0">
                        <a:moveTo>
                          <a:pt x="3703" y="1"/>
                        </a:moveTo>
                        <a:lnTo>
                          <a:pt x="3667" y="10"/>
                        </a:lnTo>
                        <a:lnTo>
                          <a:pt x="3515" y="37"/>
                        </a:lnTo>
                        <a:lnTo>
                          <a:pt x="2971" y="144"/>
                        </a:lnTo>
                        <a:lnTo>
                          <a:pt x="1125" y="527"/>
                        </a:lnTo>
                        <a:lnTo>
                          <a:pt x="1116" y="527"/>
                        </a:lnTo>
                        <a:lnTo>
                          <a:pt x="1116" y="536"/>
                        </a:lnTo>
                        <a:cubicBezTo>
                          <a:pt x="1062" y="706"/>
                          <a:pt x="1009" y="875"/>
                          <a:pt x="946" y="1054"/>
                        </a:cubicBezTo>
                        <a:lnTo>
                          <a:pt x="268" y="3213"/>
                        </a:lnTo>
                        <a:cubicBezTo>
                          <a:pt x="188" y="3489"/>
                          <a:pt x="117" y="3712"/>
                          <a:pt x="72" y="3864"/>
                        </a:cubicBezTo>
                        <a:cubicBezTo>
                          <a:pt x="45" y="3944"/>
                          <a:pt x="27" y="3998"/>
                          <a:pt x="18" y="4042"/>
                        </a:cubicBezTo>
                        <a:cubicBezTo>
                          <a:pt x="36" y="4007"/>
                          <a:pt x="63" y="3944"/>
                          <a:pt x="81" y="3873"/>
                        </a:cubicBezTo>
                        <a:cubicBezTo>
                          <a:pt x="134" y="3712"/>
                          <a:pt x="206" y="3489"/>
                          <a:pt x="295" y="3221"/>
                        </a:cubicBezTo>
                        <a:lnTo>
                          <a:pt x="982" y="1063"/>
                        </a:lnTo>
                        <a:cubicBezTo>
                          <a:pt x="1044" y="886"/>
                          <a:pt x="1097" y="718"/>
                          <a:pt x="1150" y="551"/>
                        </a:cubicBezTo>
                        <a:lnTo>
                          <a:pt x="1150" y="551"/>
                        </a:lnTo>
                        <a:lnTo>
                          <a:pt x="2980" y="162"/>
                        </a:lnTo>
                        <a:lnTo>
                          <a:pt x="3524" y="46"/>
                        </a:lnTo>
                        <a:lnTo>
                          <a:pt x="3676" y="10"/>
                        </a:lnTo>
                        <a:lnTo>
                          <a:pt x="3712" y="1"/>
                        </a:lnTo>
                        <a:close/>
                        <a:moveTo>
                          <a:pt x="18" y="4042"/>
                        </a:moveTo>
                        <a:lnTo>
                          <a:pt x="18" y="4042"/>
                        </a:lnTo>
                        <a:cubicBezTo>
                          <a:pt x="10" y="4060"/>
                          <a:pt x="10" y="4078"/>
                          <a:pt x="1" y="4087"/>
                        </a:cubicBezTo>
                        <a:cubicBezTo>
                          <a:pt x="1" y="4096"/>
                          <a:pt x="1" y="4105"/>
                          <a:pt x="1" y="4105"/>
                        </a:cubicBezTo>
                        <a:cubicBezTo>
                          <a:pt x="1" y="4105"/>
                          <a:pt x="1" y="4105"/>
                          <a:pt x="10" y="4096"/>
                        </a:cubicBezTo>
                        <a:cubicBezTo>
                          <a:pt x="10" y="4078"/>
                          <a:pt x="18" y="4060"/>
                          <a:pt x="18" y="404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4" name="Google Shape;2994;p52"/>
                  <p:cNvSpPr/>
                  <p:nvPr/>
                </p:nvSpPr>
                <p:spPr>
                  <a:xfrm>
                    <a:off x="11699113" y="2224929"/>
                    <a:ext cx="278176" cy="212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313" extrusionOk="0">
                        <a:moveTo>
                          <a:pt x="1173" y="1"/>
                        </a:moveTo>
                        <a:cubicBezTo>
                          <a:pt x="1093" y="1"/>
                          <a:pt x="1013" y="28"/>
                          <a:pt x="946" y="81"/>
                        </a:cubicBezTo>
                        <a:cubicBezTo>
                          <a:pt x="901" y="45"/>
                          <a:pt x="848" y="36"/>
                          <a:pt x="794" y="28"/>
                        </a:cubicBezTo>
                        <a:cubicBezTo>
                          <a:pt x="788" y="27"/>
                          <a:pt x="783" y="27"/>
                          <a:pt x="777" y="27"/>
                        </a:cubicBezTo>
                        <a:cubicBezTo>
                          <a:pt x="606" y="27"/>
                          <a:pt x="463" y="158"/>
                          <a:pt x="446" y="331"/>
                        </a:cubicBezTo>
                        <a:cubicBezTo>
                          <a:pt x="436" y="330"/>
                          <a:pt x="426" y="329"/>
                          <a:pt x="415" y="329"/>
                        </a:cubicBezTo>
                        <a:cubicBezTo>
                          <a:pt x="344" y="329"/>
                          <a:pt x="269" y="355"/>
                          <a:pt x="214" y="402"/>
                        </a:cubicBezTo>
                        <a:cubicBezTo>
                          <a:pt x="98" y="509"/>
                          <a:pt x="98" y="679"/>
                          <a:pt x="196" y="795"/>
                        </a:cubicBezTo>
                        <a:cubicBezTo>
                          <a:pt x="80" y="830"/>
                          <a:pt x="0" y="946"/>
                          <a:pt x="9" y="1071"/>
                        </a:cubicBezTo>
                        <a:cubicBezTo>
                          <a:pt x="26" y="1208"/>
                          <a:pt x="142" y="1313"/>
                          <a:pt x="278" y="1313"/>
                        </a:cubicBezTo>
                        <a:cubicBezTo>
                          <a:pt x="283" y="1313"/>
                          <a:pt x="289" y="1312"/>
                          <a:pt x="295" y="1312"/>
                        </a:cubicBezTo>
                        <a:lnTo>
                          <a:pt x="1624" y="527"/>
                        </a:lnTo>
                        <a:cubicBezTo>
                          <a:pt x="1686" y="465"/>
                          <a:pt x="1722" y="384"/>
                          <a:pt x="1704" y="295"/>
                        </a:cubicBezTo>
                        <a:cubicBezTo>
                          <a:pt x="1680" y="168"/>
                          <a:pt x="1572" y="77"/>
                          <a:pt x="1448" y="77"/>
                        </a:cubicBezTo>
                        <a:cubicBezTo>
                          <a:pt x="1432" y="77"/>
                          <a:pt x="1417" y="78"/>
                          <a:pt x="1401" y="81"/>
                        </a:cubicBezTo>
                        <a:cubicBezTo>
                          <a:pt x="1334" y="28"/>
                          <a:pt x="1254" y="1"/>
                          <a:pt x="117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5" name="Google Shape;2995;p52"/>
                  <p:cNvSpPr/>
                  <p:nvPr/>
                </p:nvSpPr>
                <p:spPr>
                  <a:xfrm>
                    <a:off x="11722052" y="2279692"/>
                    <a:ext cx="362017" cy="62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1" h="3864" extrusionOk="0">
                        <a:moveTo>
                          <a:pt x="1241" y="1"/>
                        </a:moveTo>
                        <a:cubicBezTo>
                          <a:pt x="660" y="1"/>
                          <a:pt x="179" y="435"/>
                          <a:pt x="117" y="1009"/>
                        </a:cubicBezTo>
                        <a:cubicBezTo>
                          <a:pt x="63" y="1544"/>
                          <a:pt x="10" y="2142"/>
                          <a:pt x="1" y="2436"/>
                        </a:cubicBezTo>
                        <a:cubicBezTo>
                          <a:pt x="1" y="3034"/>
                          <a:pt x="599" y="3141"/>
                          <a:pt x="599" y="3141"/>
                        </a:cubicBezTo>
                        <a:lnTo>
                          <a:pt x="536" y="3864"/>
                        </a:lnTo>
                        <a:lnTo>
                          <a:pt x="1990" y="3846"/>
                        </a:lnTo>
                        <a:lnTo>
                          <a:pt x="2178" y="1232"/>
                        </a:lnTo>
                        <a:cubicBezTo>
                          <a:pt x="2240" y="607"/>
                          <a:pt x="1937" y="54"/>
                          <a:pt x="1312" y="1"/>
                        </a:cubicBezTo>
                        <a:lnTo>
                          <a:pt x="1259" y="1"/>
                        </a:lnTo>
                        <a:cubicBezTo>
                          <a:pt x="1253" y="1"/>
                          <a:pt x="1247" y="1"/>
                          <a:pt x="1241" y="1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6" name="Google Shape;2996;p52"/>
                  <p:cNvSpPr/>
                  <p:nvPr/>
                </p:nvSpPr>
                <p:spPr>
                  <a:xfrm>
                    <a:off x="11815749" y="2752373"/>
                    <a:ext cx="129880" cy="634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" h="393" extrusionOk="0">
                        <a:moveTo>
                          <a:pt x="804" y="1"/>
                        </a:moveTo>
                        <a:lnTo>
                          <a:pt x="804" y="1"/>
                        </a:lnTo>
                        <a:cubicBezTo>
                          <a:pt x="575" y="136"/>
                          <a:pt x="322" y="216"/>
                          <a:pt x="53" y="216"/>
                        </a:cubicBezTo>
                        <a:cubicBezTo>
                          <a:pt x="38" y="216"/>
                          <a:pt x="24" y="215"/>
                          <a:pt x="10" y="215"/>
                        </a:cubicBezTo>
                        <a:lnTo>
                          <a:pt x="1" y="384"/>
                        </a:lnTo>
                        <a:cubicBezTo>
                          <a:pt x="44" y="390"/>
                          <a:pt x="86" y="392"/>
                          <a:pt x="125" y="392"/>
                        </a:cubicBezTo>
                        <a:cubicBezTo>
                          <a:pt x="627" y="392"/>
                          <a:pt x="804" y="1"/>
                          <a:pt x="804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7" name="Google Shape;2997;p52"/>
                  <p:cNvSpPr/>
                  <p:nvPr/>
                </p:nvSpPr>
                <p:spPr>
                  <a:xfrm>
                    <a:off x="11748061" y="2267253"/>
                    <a:ext cx="353293" cy="34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2147" extrusionOk="0">
                        <a:moveTo>
                          <a:pt x="992" y="0"/>
                        </a:moveTo>
                        <a:cubicBezTo>
                          <a:pt x="931" y="0"/>
                          <a:pt x="873" y="3"/>
                          <a:pt x="821" y="6"/>
                        </a:cubicBezTo>
                        <a:cubicBezTo>
                          <a:pt x="545" y="33"/>
                          <a:pt x="0" y="336"/>
                          <a:pt x="18" y="809"/>
                        </a:cubicBezTo>
                        <a:cubicBezTo>
                          <a:pt x="18" y="809"/>
                          <a:pt x="188" y="435"/>
                          <a:pt x="366" y="354"/>
                        </a:cubicBezTo>
                        <a:cubicBezTo>
                          <a:pt x="406" y="335"/>
                          <a:pt x="442" y="327"/>
                          <a:pt x="475" y="327"/>
                        </a:cubicBezTo>
                        <a:cubicBezTo>
                          <a:pt x="605" y="327"/>
                          <a:pt x="691" y="445"/>
                          <a:pt x="824" y="445"/>
                        </a:cubicBezTo>
                        <a:cubicBezTo>
                          <a:pt x="845" y="445"/>
                          <a:pt x="868" y="442"/>
                          <a:pt x="893" y="435"/>
                        </a:cubicBezTo>
                        <a:cubicBezTo>
                          <a:pt x="1011" y="404"/>
                          <a:pt x="1132" y="361"/>
                          <a:pt x="1254" y="361"/>
                        </a:cubicBezTo>
                        <a:cubicBezTo>
                          <a:pt x="1344" y="361"/>
                          <a:pt x="1435" y="384"/>
                          <a:pt x="1526" y="452"/>
                        </a:cubicBezTo>
                        <a:cubicBezTo>
                          <a:pt x="1758" y="640"/>
                          <a:pt x="1642" y="756"/>
                          <a:pt x="1651" y="1023"/>
                        </a:cubicBezTo>
                        <a:cubicBezTo>
                          <a:pt x="1675" y="1769"/>
                          <a:pt x="1771" y="2146"/>
                          <a:pt x="1852" y="2146"/>
                        </a:cubicBezTo>
                        <a:cubicBezTo>
                          <a:pt x="1889" y="2146"/>
                          <a:pt x="1923" y="2067"/>
                          <a:pt x="1945" y="1907"/>
                        </a:cubicBezTo>
                        <a:cubicBezTo>
                          <a:pt x="1954" y="1853"/>
                          <a:pt x="2106" y="1817"/>
                          <a:pt x="2133" y="1576"/>
                        </a:cubicBezTo>
                        <a:cubicBezTo>
                          <a:pt x="2168" y="1273"/>
                          <a:pt x="2186" y="898"/>
                          <a:pt x="2124" y="684"/>
                        </a:cubicBezTo>
                        <a:cubicBezTo>
                          <a:pt x="2070" y="497"/>
                          <a:pt x="1972" y="372"/>
                          <a:pt x="1785" y="229"/>
                        </a:cubicBezTo>
                        <a:cubicBezTo>
                          <a:pt x="1555" y="43"/>
                          <a:pt x="1244" y="0"/>
                          <a:pt x="992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8" name="Google Shape;2998;p52"/>
                  <p:cNvSpPr/>
                  <p:nvPr/>
                </p:nvSpPr>
                <p:spPr>
                  <a:xfrm>
                    <a:off x="12050636" y="2547857"/>
                    <a:ext cx="72209" cy="1011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7" h="626" extrusionOk="0">
                        <a:moveTo>
                          <a:pt x="206" y="0"/>
                        </a:moveTo>
                        <a:cubicBezTo>
                          <a:pt x="117" y="0"/>
                          <a:pt x="37" y="62"/>
                          <a:pt x="37" y="152"/>
                        </a:cubicBezTo>
                        <a:cubicBezTo>
                          <a:pt x="19" y="330"/>
                          <a:pt x="1" y="598"/>
                          <a:pt x="10" y="607"/>
                        </a:cubicBezTo>
                        <a:cubicBezTo>
                          <a:pt x="10" y="610"/>
                          <a:pt x="62" y="626"/>
                          <a:pt x="129" y="626"/>
                        </a:cubicBezTo>
                        <a:cubicBezTo>
                          <a:pt x="250" y="626"/>
                          <a:pt x="421" y="575"/>
                          <a:pt x="438" y="312"/>
                        </a:cubicBezTo>
                        <a:cubicBezTo>
                          <a:pt x="447" y="80"/>
                          <a:pt x="322" y="18"/>
                          <a:pt x="215" y="0"/>
                        </a:cubicBez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2999" name="Google Shape;2999;p52"/>
                  <p:cNvSpPr/>
                  <p:nvPr/>
                </p:nvSpPr>
                <p:spPr>
                  <a:xfrm>
                    <a:off x="11797009" y="2244960"/>
                    <a:ext cx="325831" cy="212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1315" extrusionOk="0">
                        <a:moveTo>
                          <a:pt x="680" y="1"/>
                        </a:moveTo>
                        <a:cubicBezTo>
                          <a:pt x="530" y="1"/>
                          <a:pt x="390" y="95"/>
                          <a:pt x="340" y="251"/>
                        </a:cubicBezTo>
                        <a:cubicBezTo>
                          <a:pt x="309" y="239"/>
                          <a:pt x="276" y="232"/>
                          <a:pt x="243" y="232"/>
                        </a:cubicBezTo>
                        <a:cubicBezTo>
                          <a:pt x="161" y="232"/>
                          <a:pt x="78" y="271"/>
                          <a:pt x="28" y="341"/>
                        </a:cubicBezTo>
                        <a:cubicBezTo>
                          <a:pt x="10" y="358"/>
                          <a:pt x="1" y="394"/>
                          <a:pt x="10" y="412"/>
                        </a:cubicBezTo>
                        <a:cubicBezTo>
                          <a:pt x="19" y="466"/>
                          <a:pt x="81" y="474"/>
                          <a:pt x="135" y="474"/>
                        </a:cubicBezTo>
                        <a:cubicBezTo>
                          <a:pt x="155" y="466"/>
                          <a:pt x="176" y="462"/>
                          <a:pt x="199" y="462"/>
                        </a:cubicBezTo>
                        <a:cubicBezTo>
                          <a:pt x="226" y="462"/>
                          <a:pt x="253" y="469"/>
                          <a:pt x="277" y="483"/>
                        </a:cubicBezTo>
                        <a:cubicBezTo>
                          <a:pt x="322" y="510"/>
                          <a:pt x="331" y="573"/>
                          <a:pt x="340" y="626"/>
                        </a:cubicBezTo>
                        <a:cubicBezTo>
                          <a:pt x="340" y="680"/>
                          <a:pt x="367" y="742"/>
                          <a:pt x="420" y="751"/>
                        </a:cubicBezTo>
                        <a:cubicBezTo>
                          <a:pt x="456" y="751"/>
                          <a:pt x="483" y="742"/>
                          <a:pt x="509" y="733"/>
                        </a:cubicBezTo>
                        <a:cubicBezTo>
                          <a:pt x="572" y="733"/>
                          <a:pt x="616" y="760"/>
                          <a:pt x="652" y="805"/>
                        </a:cubicBezTo>
                        <a:cubicBezTo>
                          <a:pt x="679" y="840"/>
                          <a:pt x="714" y="876"/>
                          <a:pt x="750" y="894"/>
                        </a:cubicBezTo>
                        <a:cubicBezTo>
                          <a:pt x="768" y="908"/>
                          <a:pt x="789" y="915"/>
                          <a:pt x="809" y="915"/>
                        </a:cubicBezTo>
                        <a:cubicBezTo>
                          <a:pt x="840" y="915"/>
                          <a:pt x="871" y="899"/>
                          <a:pt x="893" y="867"/>
                        </a:cubicBezTo>
                        <a:cubicBezTo>
                          <a:pt x="919" y="988"/>
                          <a:pt x="1045" y="1117"/>
                          <a:pt x="1166" y="1117"/>
                        </a:cubicBezTo>
                        <a:cubicBezTo>
                          <a:pt x="1170" y="1117"/>
                          <a:pt x="1174" y="1117"/>
                          <a:pt x="1178" y="1117"/>
                        </a:cubicBezTo>
                        <a:cubicBezTo>
                          <a:pt x="1193" y="1113"/>
                          <a:pt x="1209" y="1111"/>
                          <a:pt x="1225" y="1111"/>
                        </a:cubicBezTo>
                        <a:cubicBezTo>
                          <a:pt x="1246" y="1111"/>
                          <a:pt x="1266" y="1115"/>
                          <a:pt x="1276" y="1126"/>
                        </a:cubicBezTo>
                        <a:cubicBezTo>
                          <a:pt x="1294" y="1152"/>
                          <a:pt x="1285" y="1188"/>
                          <a:pt x="1294" y="1215"/>
                        </a:cubicBezTo>
                        <a:cubicBezTo>
                          <a:pt x="1311" y="1272"/>
                          <a:pt x="1364" y="1314"/>
                          <a:pt x="1421" y="1314"/>
                        </a:cubicBezTo>
                        <a:cubicBezTo>
                          <a:pt x="1426" y="1314"/>
                          <a:pt x="1432" y="1314"/>
                          <a:pt x="1437" y="1313"/>
                        </a:cubicBezTo>
                        <a:cubicBezTo>
                          <a:pt x="1495" y="1305"/>
                          <a:pt x="1554" y="1281"/>
                          <a:pt x="1605" y="1241"/>
                        </a:cubicBezTo>
                        <a:lnTo>
                          <a:pt x="1605" y="1241"/>
                        </a:lnTo>
                        <a:cubicBezTo>
                          <a:pt x="1636" y="1270"/>
                          <a:pt x="1676" y="1288"/>
                          <a:pt x="1719" y="1288"/>
                        </a:cubicBezTo>
                        <a:cubicBezTo>
                          <a:pt x="1738" y="1288"/>
                          <a:pt x="1757" y="1285"/>
                          <a:pt x="1776" y="1277"/>
                        </a:cubicBezTo>
                        <a:cubicBezTo>
                          <a:pt x="1847" y="1242"/>
                          <a:pt x="1883" y="1152"/>
                          <a:pt x="1847" y="1081"/>
                        </a:cubicBezTo>
                        <a:lnTo>
                          <a:pt x="1874" y="1081"/>
                        </a:lnTo>
                        <a:cubicBezTo>
                          <a:pt x="1954" y="1081"/>
                          <a:pt x="2017" y="1019"/>
                          <a:pt x="2017" y="938"/>
                        </a:cubicBezTo>
                        <a:cubicBezTo>
                          <a:pt x="2008" y="849"/>
                          <a:pt x="1954" y="769"/>
                          <a:pt x="1883" y="733"/>
                        </a:cubicBezTo>
                        <a:cubicBezTo>
                          <a:pt x="1919" y="671"/>
                          <a:pt x="1928" y="599"/>
                          <a:pt x="1910" y="537"/>
                        </a:cubicBezTo>
                        <a:cubicBezTo>
                          <a:pt x="1880" y="415"/>
                          <a:pt x="1772" y="333"/>
                          <a:pt x="1652" y="333"/>
                        </a:cubicBezTo>
                        <a:cubicBezTo>
                          <a:pt x="1631" y="333"/>
                          <a:pt x="1610" y="335"/>
                          <a:pt x="1589" y="341"/>
                        </a:cubicBezTo>
                        <a:cubicBezTo>
                          <a:pt x="1580" y="296"/>
                          <a:pt x="1553" y="260"/>
                          <a:pt x="1526" y="234"/>
                        </a:cubicBezTo>
                        <a:cubicBezTo>
                          <a:pt x="1453" y="146"/>
                          <a:pt x="1351" y="103"/>
                          <a:pt x="1248" y="103"/>
                        </a:cubicBezTo>
                        <a:cubicBezTo>
                          <a:pt x="1163" y="103"/>
                          <a:pt x="1078" y="132"/>
                          <a:pt x="1009" y="189"/>
                        </a:cubicBezTo>
                        <a:cubicBezTo>
                          <a:pt x="964" y="109"/>
                          <a:pt x="893" y="46"/>
                          <a:pt x="795" y="19"/>
                        </a:cubicBezTo>
                        <a:cubicBezTo>
                          <a:pt x="757" y="7"/>
                          <a:pt x="718" y="1"/>
                          <a:pt x="680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0" name="Google Shape;3000;p52"/>
                  <p:cNvSpPr/>
                  <p:nvPr/>
                </p:nvSpPr>
                <p:spPr>
                  <a:xfrm>
                    <a:off x="11402192" y="2876439"/>
                    <a:ext cx="739380" cy="758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7" h="4693" extrusionOk="0">
                        <a:moveTo>
                          <a:pt x="3612" y="79"/>
                        </a:moveTo>
                        <a:cubicBezTo>
                          <a:pt x="3420" y="79"/>
                          <a:pt x="2975" y="430"/>
                          <a:pt x="2846" y="740"/>
                        </a:cubicBezTo>
                        <a:cubicBezTo>
                          <a:pt x="2739" y="999"/>
                          <a:pt x="2195" y="3167"/>
                          <a:pt x="2195" y="3167"/>
                        </a:cubicBezTo>
                        <a:lnTo>
                          <a:pt x="9" y="3845"/>
                        </a:lnTo>
                        <a:lnTo>
                          <a:pt x="0" y="3845"/>
                        </a:lnTo>
                        <a:lnTo>
                          <a:pt x="152" y="4692"/>
                        </a:lnTo>
                        <a:lnTo>
                          <a:pt x="2596" y="4559"/>
                        </a:lnTo>
                        <a:cubicBezTo>
                          <a:pt x="2962" y="4541"/>
                          <a:pt x="3283" y="4300"/>
                          <a:pt x="3417" y="3952"/>
                        </a:cubicBezTo>
                        <a:cubicBezTo>
                          <a:pt x="3667" y="3256"/>
                          <a:pt x="4051" y="2195"/>
                          <a:pt x="4193" y="1579"/>
                        </a:cubicBezTo>
                        <a:cubicBezTo>
                          <a:pt x="4577" y="0"/>
                          <a:pt x="3935" y="125"/>
                          <a:pt x="3631" y="80"/>
                        </a:cubicBezTo>
                        <a:cubicBezTo>
                          <a:pt x="3625" y="79"/>
                          <a:pt x="3619" y="79"/>
                          <a:pt x="3612" y="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1" name="Google Shape;3001;p52"/>
                  <p:cNvSpPr/>
                  <p:nvPr/>
                </p:nvSpPr>
                <p:spPr>
                  <a:xfrm>
                    <a:off x="11425293" y="2818768"/>
                    <a:ext cx="716279" cy="100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4" h="6245" extrusionOk="0">
                        <a:moveTo>
                          <a:pt x="3899" y="0"/>
                        </a:moveTo>
                        <a:lnTo>
                          <a:pt x="2382" y="277"/>
                        </a:lnTo>
                        <a:cubicBezTo>
                          <a:pt x="2337" y="321"/>
                          <a:pt x="1731" y="1321"/>
                          <a:pt x="1606" y="1615"/>
                        </a:cubicBezTo>
                        <a:cubicBezTo>
                          <a:pt x="1472" y="1900"/>
                          <a:pt x="1017" y="3479"/>
                          <a:pt x="1017" y="3479"/>
                        </a:cubicBezTo>
                        <a:lnTo>
                          <a:pt x="0" y="4443"/>
                        </a:lnTo>
                        <a:lnTo>
                          <a:pt x="500" y="5192"/>
                        </a:lnTo>
                        <a:cubicBezTo>
                          <a:pt x="660" y="5433"/>
                          <a:pt x="883" y="5629"/>
                          <a:pt x="1142" y="5754"/>
                        </a:cubicBezTo>
                        <a:cubicBezTo>
                          <a:pt x="1606" y="5977"/>
                          <a:pt x="2204" y="6245"/>
                          <a:pt x="2409" y="6245"/>
                        </a:cubicBezTo>
                        <a:cubicBezTo>
                          <a:pt x="2534" y="6245"/>
                          <a:pt x="2668" y="6218"/>
                          <a:pt x="2792" y="6165"/>
                        </a:cubicBezTo>
                        <a:cubicBezTo>
                          <a:pt x="2810" y="6138"/>
                          <a:pt x="4282" y="2980"/>
                          <a:pt x="4380" y="2016"/>
                        </a:cubicBezTo>
                        <a:cubicBezTo>
                          <a:pt x="4434" y="1312"/>
                          <a:pt x="4273" y="607"/>
                          <a:pt x="38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2" name="Google Shape;3002;p52"/>
                  <p:cNvSpPr/>
                  <p:nvPr/>
                </p:nvSpPr>
                <p:spPr>
                  <a:xfrm>
                    <a:off x="10933872" y="3277071"/>
                    <a:ext cx="402241" cy="360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231" extrusionOk="0">
                        <a:moveTo>
                          <a:pt x="259" y="0"/>
                        </a:moveTo>
                        <a:lnTo>
                          <a:pt x="0" y="241"/>
                        </a:lnTo>
                        <a:cubicBezTo>
                          <a:pt x="0" y="294"/>
                          <a:pt x="1552" y="1713"/>
                          <a:pt x="1552" y="1713"/>
                        </a:cubicBezTo>
                        <a:lnTo>
                          <a:pt x="2186" y="2230"/>
                        </a:lnTo>
                        <a:lnTo>
                          <a:pt x="2489" y="2025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3" name="Google Shape;3003;p52"/>
                  <p:cNvSpPr/>
                  <p:nvPr/>
                </p:nvSpPr>
                <p:spPr>
                  <a:xfrm>
                    <a:off x="11154220" y="3437001"/>
                    <a:ext cx="272684" cy="200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" h="1242" extrusionOk="0">
                        <a:moveTo>
                          <a:pt x="72" y="0"/>
                        </a:moveTo>
                        <a:lnTo>
                          <a:pt x="72" y="0"/>
                        </a:lnTo>
                        <a:cubicBezTo>
                          <a:pt x="72" y="0"/>
                          <a:pt x="1" y="134"/>
                          <a:pt x="269" y="214"/>
                        </a:cubicBezTo>
                        <a:lnTo>
                          <a:pt x="617" y="268"/>
                        </a:lnTo>
                        <a:lnTo>
                          <a:pt x="28" y="643"/>
                        </a:lnTo>
                        <a:cubicBezTo>
                          <a:pt x="55" y="732"/>
                          <a:pt x="117" y="794"/>
                          <a:pt x="206" y="812"/>
                        </a:cubicBezTo>
                        <a:cubicBezTo>
                          <a:pt x="295" y="848"/>
                          <a:pt x="367" y="901"/>
                          <a:pt x="429" y="973"/>
                        </a:cubicBezTo>
                        <a:lnTo>
                          <a:pt x="590" y="1151"/>
                        </a:lnTo>
                        <a:cubicBezTo>
                          <a:pt x="646" y="1207"/>
                          <a:pt x="723" y="1242"/>
                          <a:pt x="797" y="1242"/>
                        </a:cubicBezTo>
                        <a:cubicBezTo>
                          <a:pt x="805" y="1242"/>
                          <a:pt x="814" y="1241"/>
                          <a:pt x="822" y="1240"/>
                        </a:cubicBezTo>
                        <a:lnTo>
                          <a:pt x="1268" y="1222"/>
                        </a:lnTo>
                        <a:lnTo>
                          <a:pt x="1687" y="1178"/>
                        </a:lnTo>
                        <a:lnTo>
                          <a:pt x="1562" y="473"/>
                        </a:lnTo>
                        <a:lnTo>
                          <a:pt x="1295" y="268"/>
                        </a:lnTo>
                        <a:cubicBezTo>
                          <a:pt x="1107" y="125"/>
                          <a:pt x="875" y="36"/>
                          <a:pt x="625" y="27"/>
                        </a:cubicBezTo>
                        <a:lnTo>
                          <a:pt x="72" y="0"/>
                        </a:lnTo>
                        <a:close/>
                      </a:path>
                    </a:pathLst>
                  </a:custGeom>
                  <a:solidFill>
                    <a:srgbClr val="D576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4" name="Google Shape;3004;p52"/>
                  <p:cNvSpPr/>
                  <p:nvPr/>
                </p:nvSpPr>
                <p:spPr>
                  <a:xfrm>
                    <a:off x="11400738" y="2995983"/>
                    <a:ext cx="680417" cy="6414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2" h="3971" extrusionOk="0">
                        <a:moveTo>
                          <a:pt x="2855" y="0"/>
                        </a:moveTo>
                        <a:cubicBezTo>
                          <a:pt x="2855" y="1"/>
                          <a:pt x="2846" y="18"/>
                          <a:pt x="2837" y="45"/>
                        </a:cubicBezTo>
                        <a:cubicBezTo>
                          <a:pt x="2828" y="72"/>
                          <a:pt x="2820" y="116"/>
                          <a:pt x="2802" y="170"/>
                        </a:cubicBezTo>
                        <a:cubicBezTo>
                          <a:pt x="2820" y="116"/>
                          <a:pt x="2828" y="72"/>
                          <a:pt x="2846" y="45"/>
                        </a:cubicBezTo>
                        <a:cubicBezTo>
                          <a:pt x="2855" y="18"/>
                          <a:pt x="2855" y="1"/>
                          <a:pt x="2855" y="0"/>
                        </a:cubicBezTo>
                        <a:close/>
                        <a:moveTo>
                          <a:pt x="2802" y="170"/>
                        </a:moveTo>
                        <a:cubicBezTo>
                          <a:pt x="2785" y="222"/>
                          <a:pt x="2765" y="288"/>
                          <a:pt x="2744" y="366"/>
                        </a:cubicBezTo>
                        <a:lnTo>
                          <a:pt x="2744" y="366"/>
                        </a:lnTo>
                        <a:cubicBezTo>
                          <a:pt x="2766" y="290"/>
                          <a:pt x="2785" y="225"/>
                          <a:pt x="2802" y="170"/>
                        </a:cubicBezTo>
                        <a:close/>
                        <a:moveTo>
                          <a:pt x="4211" y="839"/>
                        </a:moveTo>
                        <a:lnTo>
                          <a:pt x="4202" y="866"/>
                        </a:lnTo>
                        <a:cubicBezTo>
                          <a:pt x="4211" y="848"/>
                          <a:pt x="4211" y="839"/>
                          <a:pt x="4211" y="839"/>
                        </a:cubicBezTo>
                        <a:close/>
                        <a:moveTo>
                          <a:pt x="2744" y="366"/>
                        </a:moveTo>
                        <a:cubicBezTo>
                          <a:pt x="2720" y="450"/>
                          <a:pt x="2692" y="548"/>
                          <a:pt x="2659" y="661"/>
                        </a:cubicBezTo>
                        <a:cubicBezTo>
                          <a:pt x="2543" y="1079"/>
                          <a:pt x="2392" y="1683"/>
                          <a:pt x="2206" y="2420"/>
                        </a:cubicBezTo>
                        <a:lnTo>
                          <a:pt x="2206" y="2420"/>
                        </a:lnTo>
                        <a:lnTo>
                          <a:pt x="18" y="3096"/>
                        </a:lnTo>
                        <a:lnTo>
                          <a:pt x="0" y="3096"/>
                        </a:lnTo>
                        <a:lnTo>
                          <a:pt x="0" y="3105"/>
                        </a:lnTo>
                        <a:cubicBezTo>
                          <a:pt x="45" y="3382"/>
                          <a:pt x="99" y="3667"/>
                          <a:pt x="152" y="3961"/>
                        </a:cubicBezTo>
                        <a:lnTo>
                          <a:pt x="152" y="3970"/>
                        </a:lnTo>
                        <a:lnTo>
                          <a:pt x="161" y="3970"/>
                        </a:lnTo>
                        <a:lnTo>
                          <a:pt x="339" y="3961"/>
                        </a:lnTo>
                        <a:lnTo>
                          <a:pt x="2614" y="3828"/>
                        </a:lnTo>
                        <a:cubicBezTo>
                          <a:pt x="2953" y="3801"/>
                          <a:pt x="3257" y="3596"/>
                          <a:pt x="3408" y="3292"/>
                        </a:cubicBezTo>
                        <a:cubicBezTo>
                          <a:pt x="3444" y="3221"/>
                          <a:pt x="3462" y="3150"/>
                          <a:pt x="3489" y="3078"/>
                        </a:cubicBezTo>
                        <a:lnTo>
                          <a:pt x="3569" y="2864"/>
                        </a:lnTo>
                        <a:cubicBezTo>
                          <a:pt x="3614" y="2730"/>
                          <a:pt x="3658" y="2596"/>
                          <a:pt x="3703" y="2472"/>
                        </a:cubicBezTo>
                        <a:cubicBezTo>
                          <a:pt x="3881" y="1972"/>
                          <a:pt x="4006" y="1571"/>
                          <a:pt x="4095" y="1285"/>
                        </a:cubicBezTo>
                        <a:cubicBezTo>
                          <a:pt x="4131" y="1142"/>
                          <a:pt x="4167" y="1026"/>
                          <a:pt x="4184" y="955"/>
                        </a:cubicBezTo>
                        <a:cubicBezTo>
                          <a:pt x="4193" y="919"/>
                          <a:pt x="4193" y="893"/>
                          <a:pt x="4202" y="866"/>
                        </a:cubicBezTo>
                        <a:lnTo>
                          <a:pt x="4202" y="866"/>
                        </a:lnTo>
                        <a:cubicBezTo>
                          <a:pt x="4193" y="884"/>
                          <a:pt x="4184" y="919"/>
                          <a:pt x="4176" y="955"/>
                        </a:cubicBezTo>
                        <a:cubicBezTo>
                          <a:pt x="4158" y="1026"/>
                          <a:pt x="4122" y="1142"/>
                          <a:pt x="4086" y="1276"/>
                        </a:cubicBezTo>
                        <a:cubicBezTo>
                          <a:pt x="3997" y="1562"/>
                          <a:pt x="3863" y="1972"/>
                          <a:pt x="3685" y="2472"/>
                        </a:cubicBezTo>
                        <a:lnTo>
                          <a:pt x="3542" y="2855"/>
                        </a:lnTo>
                        <a:cubicBezTo>
                          <a:pt x="3524" y="2927"/>
                          <a:pt x="3498" y="2998"/>
                          <a:pt x="3471" y="3069"/>
                        </a:cubicBezTo>
                        <a:cubicBezTo>
                          <a:pt x="3444" y="3141"/>
                          <a:pt x="3417" y="3212"/>
                          <a:pt x="3390" y="3283"/>
                        </a:cubicBezTo>
                        <a:cubicBezTo>
                          <a:pt x="3248" y="3578"/>
                          <a:pt x="2944" y="3783"/>
                          <a:pt x="2614" y="3801"/>
                        </a:cubicBezTo>
                        <a:lnTo>
                          <a:pt x="339" y="3926"/>
                        </a:lnTo>
                        <a:lnTo>
                          <a:pt x="177" y="3934"/>
                        </a:lnTo>
                        <a:lnTo>
                          <a:pt x="177" y="3934"/>
                        </a:lnTo>
                        <a:cubicBezTo>
                          <a:pt x="125" y="3657"/>
                          <a:pt x="82" y="3373"/>
                          <a:pt x="31" y="3113"/>
                        </a:cubicBezTo>
                        <a:lnTo>
                          <a:pt x="31" y="3113"/>
                        </a:lnTo>
                        <a:lnTo>
                          <a:pt x="2213" y="2436"/>
                        </a:lnTo>
                        <a:lnTo>
                          <a:pt x="2213" y="2427"/>
                        </a:lnTo>
                        <a:cubicBezTo>
                          <a:pt x="2400" y="1687"/>
                          <a:pt x="2552" y="1080"/>
                          <a:pt x="2668" y="661"/>
                        </a:cubicBezTo>
                        <a:cubicBezTo>
                          <a:pt x="2696" y="550"/>
                          <a:pt x="2721" y="451"/>
                          <a:pt x="2744" y="36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5" name="Google Shape;3005;p52"/>
                  <p:cNvSpPr/>
                  <p:nvPr/>
                </p:nvSpPr>
                <p:spPr>
                  <a:xfrm>
                    <a:off x="11874874" y="2921026"/>
                    <a:ext cx="199020" cy="66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411" extrusionOk="0">
                        <a:moveTo>
                          <a:pt x="643" y="1"/>
                        </a:moveTo>
                        <a:cubicBezTo>
                          <a:pt x="455" y="1"/>
                          <a:pt x="277" y="63"/>
                          <a:pt x="143" y="188"/>
                        </a:cubicBezTo>
                        <a:cubicBezTo>
                          <a:pt x="99" y="215"/>
                          <a:pt x="63" y="259"/>
                          <a:pt x="27" y="304"/>
                        </a:cubicBezTo>
                        <a:cubicBezTo>
                          <a:pt x="18" y="322"/>
                          <a:pt x="9" y="340"/>
                          <a:pt x="1" y="357"/>
                        </a:cubicBezTo>
                        <a:cubicBezTo>
                          <a:pt x="45" y="295"/>
                          <a:pt x="99" y="250"/>
                          <a:pt x="152" y="197"/>
                        </a:cubicBezTo>
                        <a:cubicBezTo>
                          <a:pt x="215" y="152"/>
                          <a:pt x="286" y="108"/>
                          <a:pt x="357" y="81"/>
                        </a:cubicBezTo>
                        <a:cubicBezTo>
                          <a:pt x="447" y="45"/>
                          <a:pt x="545" y="27"/>
                          <a:pt x="643" y="27"/>
                        </a:cubicBezTo>
                        <a:cubicBezTo>
                          <a:pt x="821" y="27"/>
                          <a:pt x="991" y="99"/>
                          <a:pt x="1116" y="224"/>
                        </a:cubicBezTo>
                        <a:cubicBezTo>
                          <a:pt x="1163" y="271"/>
                          <a:pt x="1197" y="326"/>
                          <a:pt x="1223" y="388"/>
                        </a:cubicBezTo>
                        <a:lnTo>
                          <a:pt x="1223" y="388"/>
                        </a:lnTo>
                        <a:cubicBezTo>
                          <a:pt x="1223" y="374"/>
                          <a:pt x="1222" y="365"/>
                          <a:pt x="1214" y="349"/>
                        </a:cubicBezTo>
                        <a:cubicBezTo>
                          <a:pt x="1196" y="295"/>
                          <a:pt x="1169" y="250"/>
                          <a:pt x="1133" y="206"/>
                        </a:cubicBezTo>
                        <a:cubicBezTo>
                          <a:pt x="1000" y="81"/>
                          <a:pt x="821" y="1"/>
                          <a:pt x="643" y="1"/>
                        </a:cubicBezTo>
                        <a:close/>
                        <a:moveTo>
                          <a:pt x="1223" y="388"/>
                        </a:moveTo>
                        <a:cubicBezTo>
                          <a:pt x="1223" y="390"/>
                          <a:pt x="1223" y="391"/>
                          <a:pt x="1223" y="393"/>
                        </a:cubicBezTo>
                        <a:cubicBezTo>
                          <a:pt x="1224" y="395"/>
                          <a:pt x="1225" y="396"/>
                          <a:pt x="1226" y="397"/>
                        </a:cubicBezTo>
                        <a:lnTo>
                          <a:pt x="1226" y="397"/>
                        </a:lnTo>
                        <a:cubicBezTo>
                          <a:pt x="1225" y="394"/>
                          <a:pt x="1224" y="391"/>
                          <a:pt x="1223" y="388"/>
                        </a:cubicBezTo>
                        <a:close/>
                        <a:moveTo>
                          <a:pt x="1226" y="397"/>
                        </a:moveTo>
                        <a:cubicBezTo>
                          <a:pt x="1228" y="402"/>
                          <a:pt x="1230" y="406"/>
                          <a:pt x="1232" y="411"/>
                        </a:cubicBezTo>
                        <a:cubicBezTo>
                          <a:pt x="1232" y="411"/>
                          <a:pt x="1232" y="405"/>
                          <a:pt x="1226" y="39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6" name="Google Shape;3006;p52"/>
                  <p:cNvSpPr/>
                  <p:nvPr/>
                </p:nvSpPr>
                <p:spPr>
                  <a:xfrm>
                    <a:off x="11946924" y="3697896"/>
                    <a:ext cx="101126" cy="275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" h="1704" extrusionOk="0">
                        <a:moveTo>
                          <a:pt x="456" y="0"/>
                        </a:moveTo>
                        <a:cubicBezTo>
                          <a:pt x="456" y="9"/>
                          <a:pt x="366" y="1079"/>
                          <a:pt x="322" y="1463"/>
                        </a:cubicBezTo>
                        <a:cubicBezTo>
                          <a:pt x="313" y="1508"/>
                          <a:pt x="277" y="1534"/>
                          <a:pt x="241" y="1534"/>
                        </a:cubicBezTo>
                        <a:lnTo>
                          <a:pt x="1" y="1534"/>
                        </a:lnTo>
                        <a:lnTo>
                          <a:pt x="1" y="1704"/>
                        </a:lnTo>
                        <a:lnTo>
                          <a:pt x="241" y="1704"/>
                        </a:lnTo>
                        <a:cubicBezTo>
                          <a:pt x="366" y="1704"/>
                          <a:pt x="473" y="1606"/>
                          <a:pt x="482" y="1481"/>
                        </a:cubicBezTo>
                        <a:cubicBezTo>
                          <a:pt x="536" y="1097"/>
                          <a:pt x="625" y="18"/>
                          <a:pt x="625" y="9"/>
                        </a:cubicBezTo>
                        <a:lnTo>
                          <a:pt x="45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7" name="Google Shape;3007;p52"/>
                  <p:cNvSpPr/>
                  <p:nvPr/>
                </p:nvSpPr>
                <p:spPr>
                  <a:xfrm>
                    <a:off x="11946924" y="3696442"/>
                    <a:ext cx="103872" cy="278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" h="1722" extrusionOk="0">
                        <a:moveTo>
                          <a:pt x="456" y="0"/>
                        </a:moveTo>
                        <a:lnTo>
                          <a:pt x="456" y="9"/>
                        </a:lnTo>
                        <a:cubicBezTo>
                          <a:pt x="411" y="419"/>
                          <a:pt x="375" y="803"/>
                          <a:pt x="348" y="1115"/>
                        </a:cubicBezTo>
                        <a:cubicBezTo>
                          <a:pt x="340" y="1187"/>
                          <a:pt x="331" y="1267"/>
                          <a:pt x="331" y="1338"/>
                        </a:cubicBezTo>
                        <a:cubicBezTo>
                          <a:pt x="322" y="1374"/>
                          <a:pt x="322" y="1401"/>
                          <a:pt x="322" y="1436"/>
                        </a:cubicBezTo>
                        <a:cubicBezTo>
                          <a:pt x="313" y="1454"/>
                          <a:pt x="313" y="1472"/>
                          <a:pt x="313" y="1481"/>
                        </a:cubicBezTo>
                        <a:cubicBezTo>
                          <a:pt x="313" y="1499"/>
                          <a:pt x="304" y="1508"/>
                          <a:pt x="295" y="1517"/>
                        </a:cubicBezTo>
                        <a:cubicBezTo>
                          <a:pt x="286" y="1534"/>
                          <a:pt x="277" y="1534"/>
                          <a:pt x="259" y="1543"/>
                        </a:cubicBezTo>
                        <a:lnTo>
                          <a:pt x="1" y="1543"/>
                        </a:lnTo>
                        <a:lnTo>
                          <a:pt x="1" y="1668"/>
                        </a:lnTo>
                        <a:lnTo>
                          <a:pt x="1" y="1704"/>
                        </a:lnTo>
                        <a:lnTo>
                          <a:pt x="1" y="1713"/>
                        </a:lnTo>
                        <a:cubicBezTo>
                          <a:pt x="1" y="1713"/>
                          <a:pt x="5" y="1717"/>
                          <a:pt x="7" y="1717"/>
                        </a:cubicBezTo>
                        <a:cubicBezTo>
                          <a:pt x="8" y="1717"/>
                          <a:pt x="9" y="1716"/>
                          <a:pt x="9" y="1713"/>
                        </a:cubicBezTo>
                        <a:lnTo>
                          <a:pt x="9" y="1677"/>
                        </a:lnTo>
                        <a:lnTo>
                          <a:pt x="9" y="1561"/>
                        </a:lnTo>
                        <a:lnTo>
                          <a:pt x="268" y="1561"/>
                        </a:lnTo>
                        <a:cubicBezTo>
                          <a:pt x="295" y="1552"/>
                          <a:pt x="322" y="1526"/>
                          <a:pt x="331" y="1490"/>
                        </a:cubicBezTo>
                        <a:cubicBezTo>
                          <a:pt x="331" y="1472"/>
                          <a:pt x="331" y="1463"/>
                          <a:pt x="331" y="1445"/>
                        </a:cubicBezTo>
                        <a:cubicBezTo>
                          <a:pt x="340" y="1410"/>
                          <a:pt x="340" y="1374"/>
                          <a:pt x="340" y="1347"/>
                        </a:cubicBezTo>
                        <a:cubicBezTo>
                          <a:pt x="348" y="1276"/>
                          <a:pt x="357" y="1195"/>
                          <a:pt x="366" y="1124"/>
                        </a:cubicBezTo>
                        <a:cubicBezTo>
                          <a:pt x="393" y="805"/>
                          <a:pt x="428" y="434"/>
                          <a:pt x="472" y="27"/>
                        </a:cubicBezTo>
                        <a:lnTo>
                          <a:pt x="472" y="27"/>
                        </a:lnTo>
                        <a:lnTo>
                          <a:pt x="589" y="36"/>
                        </a:lnTo>
                        <a:lnTo>
                          <a:pt x="616" y="42"/>
                        </a:lnTo>
                        <a:lnTo>
                          <a:pt x="616" y="42"/>
                        </a:lnTo>
                        <a:cubicBezTo>
                          <a:pt x="562" y="611"/>
                          <a:pt x="518" y="1117"/>
                          <a:pt x="482" y="1490"/>
                        </a:cubicBezTo>
                        <a:cubicBezTo>
                          <a:pt x="473" y="1579"/>
                          <a:pt x="429" y="1650"/>
                          <a:pt x="357" y="1695"/>
                        </a:cubicBezTo>
                        <a:cubicBezTo>
                          <a:pt x="438" y="1650"/>
                          <a:pt x="491" y="1579"/>
                          <a:pt x="500" y="1490"/>
                        </a:cubicBezTo>
                        <a:cubicBezTo>
                          <a:pt x="536" y="1115"/>
                          <a:pt x="589" y="598"/>
                          <a:pt x="643" y="27"/>
                        </a:cubicBezTo>
                        <a:lnTo>
                          <a:pt x="643" y="18"/>
                        </a:lnTo>
                        <a:lnTo>
                          <a:pt x="634" y="18"/>
                        </a:lnTo>
                        <a:lnTo>
                          <a:pt x="589" y="9"/>
                        </a:lnTo>
                        <a:lnTo>
                          <a:pt x="464" y="0"/>
                        </a:lnTo>
                        <a:close/>
                        <a:moveTo>
                          <a:pt x="357" y="1695"/>
                        </a:moveTo>
                        <a:lnTo>
                          <a:pt x="357" y="1695"/>
                        </a:lnTo>
                        <a:cubicBezTo>
                          <a:pt x="295" y="1713"/>
                          <a:pt x="233" y="1722"/>
                          <a:pt x="170" y="1722"/>
                        </a:cubicBezTo>
                        <a:lnTo>
                          <a:pt x="259" y="1722"/>
                        </a:lnTo>
                        <a:cubicBezTo>
                          <a:pt x="295" y="1722"/>
                          <a:pt x="331" y="1713"/>
                          <a:pt x="357" y="169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8" name="Google Shape;3008;p52"/>
                  <p:cNvSpPr/>
                  <p:nvPr/>
                </p:nvSpPr>
                <p:spPr>
                  <a:xfrm>
                    <a:off x="11249370" y="3980276"/>
                    <a:ext cx="173174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4247" extrusionOk="0">
                        <a:moveTo>
                          <a:pt x="572" y="1"/>
                        </a:moveTo>
                        <a:lnTo>
                          <a:pt x="1" y="4247"/>
                        </a:lnTo>
                        <a:lnTo>
                          <a:pt x="224" y="4247"/>
                        </a:lnTo>
                        <a:lnTo>
                          <a:pt x="1071" y="161"/>
                        </a:lnTo>
                        <a:lnTo>
                          <a:pt x="572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09" name="Google Shape;3009;p52"/>
                  <p:cNvSpPr/>
                  <p:nvPr/>
                </p:nvSpPr>
                <p:spPr>
                  <a:xfrm>
                    <a:off x="11247916" y="3983184"/>
                    <a:ext cx="176081" cy="68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4238" extrusionOk="0">
                        <a:moveTo>
                          <a:pt x="581" y="0"/>
                        </a:moveTo>
                        <a:lnTo>
                          <a:pt x="572" y="63"/>
                        </a:lnTo>
                        <a:cubicBezTo>
                          <a:pt x="563" y="125"/>
                          <a:pt x="545" y="206"/>
                          <a:pt x="536" y="313"/>
                        </a:cubicBezTo>
                        <a:cubicBezTo>
                          <a:pt x="500" y="518"/>
                          <a:pt x="465" y="830"/>
                          <a:pt x="411" y="1214"/>
                        </a:cubicBezTo>
                        <a:cubicBezTo>
                          <a:pt x="304" y="1972"/>
                          <a:pt x="161" y="3034"/>
                          <a:pt x="1" y="4220"/>
                        </a:cubicBezTo>
                        <a:lnTo>
                          <a:pt x="1" y="4238"/>
                        </a:lnTo>
                        <a:lnTo>
                          <a:pt x="242" y="4238"/>
                        </a:lnTo>
                        <a:lnTo>
                          <a:pt x="242" y="4229"/>
                        </a:lnTo>
                        <a:lnTo>
                          <a:pt x="260" y="4131"/>
                        </a:lnTo>
                        <a:cubicBezTo>
                          <a:pt x="625" y="2391"/>
                          <a:pt x="938" y="875"/>
                          <a:pt x="1089" y="143"/>
                        </a:cubicBezTo>
                        <a:lnTo>
                          <a:pt x="1089" y="134"/>
                        </a:lnTo>
                        <a:lnTo>
                          <a:pt x="1080" y="134"/>
                        </a:lnTo>
                        <a:lnTo>
                          <a:pt x="706" y="27"/>
                        </a:lnTo>
                        <a:lnTo>
                          <a:pt x="706" y="27"/>
                        </a:lnTo>
                        <a:lnTo>
                          <a:pt x="1079" y="143"/>
                        </a:lnTo>
                        <a:lnTo>
                          <a:pt x="1079" y="143"/>
                        </a:lnTo>
                        <a:cubicBezTo>
                          <a:pt x="926" y="886"/>
                          <a:pt x="606" y="2389"/>
                          <a:pt x="242" y="4131"/>
                        </a:cubicBezTo>
                        <a:cubicBezTo>
                          <a:pt x="234" y="4155"/>
                          <a:pt x="233" y="4186"/>
                          <a:pt x="226" y="4211"/>
                        </a:cubicBezTo>
                        <a:lnTo>
                          <a:pt x="21" y="4211"/>
                        </a:lnTo>
                        <a:lnTo>
                          <a:pt x="420" y="1214"/>
                        </a:lnTo>
                        <a:cubicBezTo>
                          <a:pt x="474" y="839"/>
                          <a:pt x="509" y="527"/>
                          <a:pt x="545" y="313"/>
                        </a:cubicBezTo>
                        <a:cubicBezTo>
                          <a:pt x="554" y="206"/>
                          <a:pt x="563" y="125"/>
                          <a:pt x="572" y="72"/>
                        </a:cubicBezTo>
                        <a:cubicBezTo>
                          <a:pt x="581" y="45"/>
                          <a:pt x="581" y="18"/>
                          <a:pt x="581" y="9"/>
                        </a:cubicBezTo>
                        <a:lnTo>
                          <a:pt x="5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10" name="Google Shape;3010;p52"/>
                  <p:cNvSpPr/>
                  <p:nvPr/>
                </p:nvSpPr>
                <p:spPr>
                  <a:xfrm>
                    <a:off x="11297026" y="3924059"/>
                    <a:ext cx="693340" cy="82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92" h="510" extrusionOk="0">
                        <a:moveTo>
                          <a:pt x="250" y="1"/>
                        </a:moveTo>
                        <a:cubicBezTo>
                          <a:pt x="107" y="1"/>
                          <a:pt x="0" y="117"/>
                          <a:pt x="0" y="250"/>
                        </a:cubicBezTo>
                        <a:cubicBezTo>
                          <a:pt x="0" y="393"/>
                          <a:pt x="107" y="509"/>
                          <a:pt x="250" y="509"/>
                        </a:cubicBezTo>
                        <a:lnTo>
                          <a:pt x="4032" y="509"/>
                        </a:lnTo>
                        <a:cubicBezTo>
                          <a:pt x="4175" y="509"/>
                          <a:pt x="4291" y="393"/>
                          <a:pt x="4291" y="250"/>
                        </a:cubicBezTo>
                        <a:cubicBezTo>
                          <a:pt x="4291" y="117"/>
                          <a:pt x="4175" y="1"/>
                          <a:pt x="403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11" name="Google Shape;3011;p52"/>
                  <p:cNvSpPr/>
                  <p:nvPr/>
                </p:nvSpPr>
                <p:spPr>
                  <a:xfrm>
                    <a:off x="11991672" y="3025545"/>
                    <a:ext cx="214852" cy="730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" h="4524" extrusionOk="0">
                        <a:moveTo>
                          <a:pt x="1050" y="0"/>
                        </a:moveTo>
                        <a:cubicBezTo>
                          <a:pt x="933" y="0"/>
                          <a:pt x="827" y="84"/>
                          <a:pt x="803" y="210"/>
                        </a:cubicBezTo>
                        <a:lnTo>
                          <a:pt x="27" y="4216"/>
                        </a:lnTo>
                        <a:cubicBezTo>
                          <a:pt x="0" y="4358"/>
                          <a:pt x="89" y="4492"/>
                          <a:pt x="232" y="4519"/>
                        </a:cubicBezTo>
                        <a:cubicBezTo>
                          <a:pt x="248" y="4522"/>
                          <a:pt x="264" y="4524"/>
                          <a:pt x="280" y="4524"/>
                        </a:cubicBezTo>
                        <a:cubicBezTo>
                          <a:pt x="396" y="4524"/>
                          <a:pt x="503" y="4439"/>
                          <a:pt x="526" y="4314"/>
                        </a:cubicBezTo>
                        <a:lnTo>
                          <a:pt x="1303" y="308"/>
                        </a:lnTo>
                        <a:cubicBezTo>
                          <a:pt x="1329" y="165"/>
                          <a:pt x="1240" y="32"/>
                          <a:pt x="1097" y="5"/>
                        </a:cubicBezTo>
                        <a:cubicBezTo>
                          <a:pt x="1081" y="2"/>
                          <a:pt x="1065" y="0"/>
                          <a:pt x="10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12" name="Google Shape;3012;p52"/>
                  <p:cNvSpPr/>
                  <p:nvPr/>
                </p:nvSpPr>
                <p:spPr>
                  <a:xfrm>
                    <a:off x="11860497" y="3980276"/>
                    <a:ext cx="174466" cy="686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" h="4247" extrusionOk="0">
                        <a:moveTo>
                          <a:pt x="500" y="1"/>
                        </a:moveTo>
                        <a:lnTo>
                          <a:pt x="0" y="161"/>
                        </a:lnTo>
                        <a:lnTo>
                          <a:pt x="857" y="4247"/>
                        </a:lnTo>
                        <a:lnTo>
                          <a:pt x="1080" y="4247"/>
                        </a:lnTo>
                        <a:lnTo>
                          <a:pt x="50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13" name="Google Shape;3013;p52"/>
                  <p:cNvSpPr/>
                  <p:nvPr/>
                </p:nvSpPr>
                <p:spPr>
                  <a:xfrm>
                    <a:off x="11333051" y="4004831"/>
                    <a:ext cx="625493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2" h="19" extrusionOk="0">
                        <a:moveTo>
                          <a:pt x="1936" y="0"/>
                        </a:moveTo>
                        <a:cubicBezTo>
                          <a:pt x="866" y="0"/>
                          <a:pt x="0" y="0"/>
                          <a:pt x="0" y="9"/>
                        </a:cubicBezTo>
                        <a:cubicBezTo>
                          <a:pt x="0" y="18"/>
                          <a:pt x="866" y="18"/>
                          <a:pt x="1936" y="18"/>
                        </a:cubicBezTo>
                        <a:cubicBezTo>
                          <a:pt x="3007" y="18"/>
                          <a:pt x="3872" y="18"/>
                          <a:pt x="3872" y="9"/>
                        </a:cubicBezTo>
                        <a:cubicBezTo>
                          <a:pt x="3872" y="0"/>
                          <a:pt x="3007" y="0"/>
                          <a:pt x="19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3014" name="Google Shape;3014;p52"/>
                <p:cNvSpPr/>
                <p:nvPr/>
              </p:nvSpPr>
              <p:spPr>
                <a:xfrm>
                  <a:off x="8056125" y="2981226"/>
                  <a:ext cx="23167" cy="2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3" extrusionOk="0">
                      <a:moveTo>
                        <a:pt x="90" y="0"/>
                      </a:moveTo>
                      <a:cubicBezTo>
                        <a:pt x="45" y="0"/>
                        <a:pt x="1" y="27"/>
                        <a:pt x="1" y="72"/>
                      </a:cubicBezTo>
                      <a:cubicBezTo>
                        <a:pt x="1" y="125"/>
                        <a:pt x="36" y="161"/>
                        <a:pt x="81" y="161"/>
                      </a:cubicBezTo>
                      <a:cubicBezTo>
                        <a:pt x="86" y="162"/>
                        <a:pt x="90" y="162"/>
                        <a:pt x="95" y="162"/>
                      </a:cubicBezTo>
                      <a:cubicBezTo>
                        <a:pt x="133" y="162"/>
                        <a:pt x="162" y="130"/>
                        <a:pt x="170" y="90"/>
                      </a:cubicBezTo>
                      <a:cubicBezTo>
                        <a:pt x="170" y="45"/>
                        <a:pt x="135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15" name="Google Shape;3015;p52"/>
                <p:cNvSpPr/>
                <p:nvPr/>
              </p:nvSpPr>
              <p:spPr>
                <a:xfrm>
                  <a:off x="8054906" y="2942613"/>
                  <a:ext cx="48502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" h="100" extrusionOk="0">
                      <a:moveTo>
                        <a:pt x="179" y="0"/>
                      </a:moveTo>
                      <a:cubicBezTo>
                        <a:pt x="126" y="0"/>
                        <a:pt x="81" y="18"/>
                        <a:pt x="37" y="45"/>
                      </a:cubicBezTo>
                      <a:cubicBezTo>
                        <a:pt x="10" y="62"/>
                        <a:pt x="1" y="80"/>
                        <a:pt x="10" y="89"/>
                      </a:cubicBezTo>
                      <a:cubicBezTo>
                        <a:pt x="11" y="90"/>
                        <a:pt x="12" y="90"/>
                        <a:pt x="13" y="90"/>
                      </a:cubicBezTo>
                      <a:cubicBezTo>
                        <a:pt x="30" y="90"/>
                        <a:pt x="90" y="54"/>
                        <a:pt x="179" y="54"/>
                      </a:cubicBezTo>
                      <a:cubicBezTo>
                        <a:pt x="262" y="54"/>
                        <a:pt x="321" y="99"/>
                        <a:pt x="344" y="99"/>
                      </a:cubicBezTo>
                      <a:cubicBezTo>
                        <a:pt x="346" y="99"/>
                        <a:pt x="347" y="99"/>
                        <a:pt x="349" y="98"/>
                      </a:cubicBezTo>
                      <a:cubicBezTo>
                        <a:pt x="358" y="80"/>
                        <a:pt x="340" y="71"/>
                        <a:pt x="313" y="45"/>
                      </a:cubicBezTo>
                      <a:cubicBezTo>
                        <a:pt x="268" y="18"/>
                        <a:pt x="224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16" name="Google Shape;3016;p52"/>
                <p:cNvSpPr/>
                <p:nvPr/>
              </p:nvSpPr>
              <p:spPr>
                <a:xfrm>
                  <a:off x="8163697" y="2988271"/>
                  <a:ext cx="23167" cy="22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4" extrusionOk="0">
                      <a:moveTo>
                        <a:pt x="76" y="1"/>
                      </a:moveTo>
                      <a:cubicBezTo>
                        <a:pt x="37" y="1"/>
                        <a:pt x="1" y="33"/>
                        <a:pt x="1" y="73"/>
                      </a:cubicBezTo>
                      <a:cubicBezTo>
                        <a:pt x="1" y="127"/>
                        <a:pt x="36" y="163"/>
                        <a:pt x="81" y="163"/>
                      </a:cubicBezTo>
                      <a:cubicBezTo>
                        <a:pt x="86" y="164"/>
                        <a:pt x="90" y="164"/>
                        <a:pt x="95" y="164"/>
                      </a:cubicBezTo>
                      <a:cubicBezTo>
                        <a:pt x="133" y="164"/>
                        <a:pt x="162" y="131"/>
                        <a:pt x="170" y="91"/>
                      </a:cubicBezTo>
                      <a:cubicBezTo>
                        <a:pt x="170" y="47"/>
                        <a:pt x="135" y="2"/>
                        <a:pt x="90" y="2"/>
                      </a:cubicBezTo>
                      <a:cubicBezTo>
                        <a:pt x="85" y="1"/>
                        <a:pt x="81" y="1"/>
                        <a:pt x="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17" name="Google Shape;3017;p52"/>
                <p:cNvSpPr/>
                <p:nvPr/>
              </p:nvSpPr>
              <p:spPr>
                <a:xfrm>
                  <a:off x="8178194" y="2947355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1"/>
                      </a:moveTo>
                      <a:cubicBezTo>
                        <a:pt x="126" y="1"/>
                        <a:pt x="81" y="19"/>
                        <a:pt x="36" y="45"/>
                      </a:cubicBezTo>
                      <a:cubicBezTo>
                        <a:pt x="10" y="63"/>
                        <a:pt x="1" y="81"/>
                        <a:pt x="1" y="90"/>
                      </a:cubicBezTo>
                      <a:cubicBezTo>
                        <a:pt x="2" y="91"/>
                        <a:pt x="4" y="91"/>
                        <a:pt x="7" y="91"/>
                      </a:cubicBezTo>
                      <a:cubicBezTo>
                        <a:pt x="30" y="91"/>
                        <a:pt x="89" y="54"/>
                        <a:pt x="170" y="54"/>
                      </a:cubicBezTo>
                      <a:cubicBezTo>
                        <a:pt x="260" y="62"/>
                        <a:pt x="319" y="100"/>
                        <a:pt x="336" y="100"/>
                      </a:cubicBezTo>
                      <a:cubicBezTo>
                        <a:pt x="338" y="100"/>
                        <a:pt x="339" y="100"/>
                        <a:pt x="340" y="99"/>
                      </a:cubicBezTo>
                      <a:cubicBezTo>
                        <a:pt x="349" y="81"/>
                        <a:pt x="340" y="72"/>
                        <a:pt x="304" y="45"/>
                      </a:cubicBezTo>
                      <a:cubicBezTo>
                        <a:pt x="268" y="19"/>
                        <a:pt x="224" y="1"/>
                        <a:pt x="1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18" name="Google Shape;3018;p52"/>
                <p:cNvSpPr/>
                <p:nvPr/>
              </p:nvSpPr>
              <p:spPr>
                <a:xfrm>
                  <a:off x="8099615" y="2947355"/>
                  <a:ext cx="41321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775" extrusionOk="0">
                      <a:moveTo>
                        <a:pt x="295" y="0"/>
                      </a:moveTo>
                      <a:cubicBezTo>
                        <a:pt x="282" y="0"/>
                        <a:pt x="186" y="202"/>
                        <a:pt x="90" y="447"/>
                      </a:cubicBezTo>
                      <a:cubicBezTo>
                        <a:pt x="63" y="509"/>
                        <a:pt x="46" y="572"/>
                        <a:pt x="19" y="634"/>
                      </a:cubicBezTo>
                      <a:cubicBezTo>
                        <a:pt x="1" y="661"/>
                        <a:pt x="1" y="688"/>
                        <a:pt x="1" y="723"/>
                      </a:cubicBezTo>
                      <a:cubicBezTo>
                        <a:pt x="10" y="741"/>
                        <a:pt x="28" y="750"/>
                        <a:pt x="46" y="759"/>
                      </a:cubicBezTo>
                      <a:cubicBezTo>
                        <a:pt x="54" y="759"/>
                        <a:pt x="72" y="768"/>
                        <a:pt x="81" y="768"/>
                      </a:cubicBezTo>
                      <a:cubicBezTo>
                        <a:pt x="108" y="772"/>
                        <a:pt x="135" y="775"/>
                        <a:pt x="160" y="775"/>
                      </a:cubicBezTo>
                      <a:cubicBezTo>
                        <a:pt x="186" y="775"/>
                        <a:pt x="211" y="772"/>
                        <a:pt x="233" y="768"/>
                      </a:cubicBezTo>
                      <a:cubicBezTo>
                        <a:pt x="188" y="750"/>
                        <a:pt x="135" y="741"/>
                        <a:pt x="81" y="741"/>
                      </a:cubicBezTo>
                      <a:cubicBezTo>
                        <a:pt x="63" y="732"/>
                        <a:pt x="37" y="732"/>
                        <a:pt x="37" y="714"/>
                      </a:cubicBezTo>
                      <a:cubicBezTo>
                        <a:pt x="37" y="688"/>
                        <a:pt x="37" y="661"/>
                        <a:pt x="54" y="643"/>
                      </a:cubicBezTo>
                      <a:lnTo>
                        <a:pt x="126" y="465"/>
                      </a:lnTo>
                      <a:cubicBezTo>
                        <a:pt x="233" y="215"/>
                        <a:pt x="304" y="1"/>
                        <a:pt x="295" y="1"/>
                      </a:cubicBezTo>
                      <a:cubicBezTo>
                        <a:pt x="295" y="0"/>
                        <a:pt x="295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19" name="Google Shape;3019;p52"/>
                <p:cNvSpPr/>
                <p:nvPr/>
              </p:nvSpPr>
              <p:spPr>
                <a:xfrm>
                  <a:off x="8168575" y="2897769"/>
                  <a:ext cx="52160" cy="15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1" extrusionOk="0">
                      <a:moveTo>
                        <a:pt x="188" y="1"/>
                      </a:moveTo>
                      <a:cubicBezTo>
                        <a:pt x="134" y="10"/>
                        <a:pt x="90" y="19"/>
                        <a:pt x="45" y="46"/>
                      </a:cubicBezTo>
                      <a:cubicBezTo>
                        <a:pt x="9" y="63"/>
                        <a:pt x="0" y="90"/>
                        <a:pt x="0" y="99"/>
                      </a:cubicBezTo>
                      <a:cubicBezTo>
                        <a:pt x="6" y="108"/>
                        <a:pt x="19" y="111"/>
                        <a:pt x="37" y="111"/>
                      </a:cubicBezTo>
                      <a:cubicBezTo>
                        <a:pt x="73" y="111"/>
                        <a:pt x="128" y="99"/>
                        <a:pt x="188" y="99"/>
                      </a:cubicBezTo>
                      <a:cubicBezTo>
                        <a:pt x="244" y="99"/>
                        <a:pt x="294" y="105"/>
                        <a:pt x="329" y="105"/>
                      </a:cubicBezTo>
                      <a:cubicBezTo>
                        <a:pt x="354" y="105"/>
                        <a:pt x="371" y="102"/>
                        <a:pt x="375" y="90"/>
                      </a:cubicBezTo>
                      <a:cubicBezTo>
                        <a:pt x="384" y="81"/>
                        <a:pt x="366" y="54"/>
                        <a:pt x="330" y="37"/>
                      </a:cubicBezTo>
                      <a:cubicBezTo>
                        <a:pt x="286" y="19"/>
                        <a:pt x="232" y="1"/>
                        <a:pt x="1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20" name="Google Shape;3020;p52"/>
                <p:cNvSpPr/>
                <p:nvPr/>
              </p:nvSpPr>
              <p:spPr>
                <a:xfrm>
                  <a:off x="8054906" y="2889911"/>
                  <a:ext cx="53379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107" extrusionOk="0">
                      <a:moveTo>
                        <a:pt x="197" y="1"/>
                      </a:moveTo>
                      <a:cubicBezTo>
                        <a:pt x="146" y="1"/>
                        <a:pt x="94" y="14"/>
                        <a:pt x="45" y="41"/>
                      </a:cubicBezTo>
                      <a:cubicBezTo>
                        <a:pt x="10" y="68"/>
                        <a:pt x="1" y="86"/>
                        <a:pt x="10" y="95"/>
                      </a:cubicBezTo>
                      <a:cubicBezTo>
                        <a:pt x="16" y="104"/>
                        <a:pt x="29" y="107"/>
                        <a:pt x="46" y="107"/>
                      </a:cubicBezTo>
                      <a:cubicBezTo>
                        <a:pt x="82" y="107"/>
                        <a:pt x="138" y="95"/>
                        <a:pt x="197" y="95"/>
                      </a:cubicBezTo>
                      <a:cubicBezTo>
                        <a:pt x="257" y="95"/>
                        <a:pt x="312" y="103"/>
                        <a:pt x="348" y="103"/>
                      </a:cubicBezTo>
                      <a:cubicBezTo>
                        <a:pt x="366" y="103"/>
                        <a:pt x="378" y="101"/>
                        <a:pt x="384" y="95"/>
                      </a:cubicBezTo>
                      <a:cubicBezTo>
                        <a:pt x="393" y="86"/>
                        <a:pt x="384" y="59"/>
                        <a:pt x="349" y="41"/>
                      </a:cubicBezTo>
                      <a:cubicBezTo>
                        <a:pt x="300" y="14"/>
                        <a:pt x="24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21" name="Google Shape;3021;p52"/>
                <p:cNvSpPr/>
                <p:nvPr/>
              </p:nvSpPr>
              <p:spPr>
                <a:xfrm>
                  <a:off x="8299043" y="3003038"/>
                  <a:ext cx="60560" cy="84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626" extrusionOk="0">
                      <a:moveTo>
                        <a:pt x="206" y="0"/>
                      </a:moveTo>
                      <a:cubicBezTo>
                        <a:pt x="117" y="0"/>
                        <a:pt x="37" y="62"/>
                        <a:pt x="37" y="152"/>
                      </a:cubicBezTo>
                      <a:cubicBezTo>
                        <a:pt x="19" y="330"/>
                        <a:pt x="1" y="598"/>
                        <a:pt x="10" y="607"/>
                      </a:cubicBezTo>
                      <a:cubicBezTo>
                        <a:pt x="10" y="610"/>
                        <a:pt x="62" y="626"/>
                        <a:pt x="129" y="626"/>
                      </a:cubicBezTo>
                      <a:cubicBezTo>
                        <a:pt x="250" y="626"/>
                        <a:pt x="421" y="575"/>
                        <a:pt x="438" y="312"/>
                      </a:cubicBezTo>
                      <a:cubicBezTo>
                        <a:pt x="447" y="80"/>
                        <a:pt x="322" y="18"/>
                        <a:pt x="215" y="0"/>
                      </a:cubicBezTo>
                      <a:close/>
                    </a:path>
                  </a:pathLst>
                </a:custGeom>
                <a:solidFill>
                  <a:srgbClr val="D576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22" name="Google Shape;3022;p52"/>
                <p:cNvSpPr/>
                <p:nvPr/>
              </p:nvSpPr>
              <p:spPr>
                <a:xfrm>
                  <a:off x="8312455" y="3021057"/>
                  <a:ext cx="26690" cy="4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362" extrusionOk="0">
                      <a:moveTo>
                        <a:pt x="107" y="1"/>
                      </a:moveTo>
                      <a:cubicBezTo>
                        <a:pt x="89" y="1"/>
                        <a:pt x="80" y="1"/>
                        <a:pt x="62" y="10"/>
                      </a:cubicBezTo>
                      <a:cubicBezTo>
                        <a:pt x="54" y="19"/>
                        <a:pt x="54" y="28"/>
                        <a:pt x="45" y="37"/>
                      </a:cubicBezTo>
                      <a:cubicBezTo>
                        <a:pt x="45" y="54"/>
                        <a:pt x="54" y="63"/>
                        <a:pt x="54" y="63"/>
                      </a:cubicBezTo>
                      <a:cubicBezTo>
                        <a:pt x="54" y="63"/>
                        <a:pt x="54" y="54"/>
                        <a:pt x="62" y="37"/>
                      </a:cubicBezTo>
                      <a:cubicBezTo>
                        <a:pt x="62" y="28"/>
                        <a:pt x="89" y="19"/>
                        <a:pt x="98" y="19"/>
                      </a:cubicBezTo>
                      <a:cubicBezTo>
                        <a:pt x="125" y="28"/>
                        <a:pt x="143" y="54"/>
                        <a:pt x="152" y="81"/>
                      </a:cubicBezTo>
                      <a:cubicBezTo>
                        <a:pt x="161" y="117"/>
                        <a:pt x="170" y="153"/>
                        <a:pt x="170" y="188"/>
                      </a:cubicBezTo>
                      <a:cubicBezTo>
                        <a:pt x="170" y="251"/>
                        <a:pt x="134" y="304"/>
                        <a:pt x="80" y="340"/>
                      </a:cubicBezTo>
                      <a:cubicBezTo>
                        <a:pt x="62" y="340"/>
                        <a:pt x="36" y="340"/>
                        <a:pt x="27" y="331"/>
                      </a:cubicBezTo>
                      <a:cubicBezTo>
                        <a:pt x="9" y="331"/>
                        <a:pt x="9" y="322"/>
                        <a:pt x="9" y="322"/>
                      </a:cubicBezTo>
                      <a:cubicBezTo>
                        <a:pt x="0" y="322"/>
                        <a:pt x="9" y="331"/>
                        <a:pt x="18" y="340"/>
                      </a:cubicBezTo>
                      <a:cubicBezTo>
                        <a:pt x="31" y="353"/>
                        <a:pt x="49" y="361"/>
                        <a:pt x="64" y="361"/>
                      </a:cubicBezTo>
                      <a:cubicBezTo>
                        <a:pt x="70" y="361"/>
                        <a:pt x="76" y="360"/>
                        <a:pt x="80" y="358"/>
                      </a:cubicBezTo>
                      <a:cubicBezTo>
                        <a:pt x="152" y="331"/>
                        <a:pt x="196" y="260"/>
                        <a:pt x="196" y="188"/>
                      </a:cubicBezTo>
                      <a:cubicBezTo>
                        <a:pt x="196" y="144"/>
                        <a:pt x="196" y="108"/>
                        <a:pt x="178" y="72"/>
                      </a:cubicBezTo>
                      <a:cubicBezTo>
                        <a:pt x="170" y="37"/>
                        <a:pt x="143" y="10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23" name="Google Shape;3023;p52"/>
                <p:cNvSpPr/>
                <p:nvPr/>
              </p:nvSpPr>
              <p:spPr>
                <a:xfrm>
                  <a:off x="8128743" y="2798733"/>
                  <a:ext cx="224897" cy="12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0" h="904" extrusionOk="0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36"/>
                      </a:lnTo>
                      <a:cubicBezTo>
                        <a:pt x="0" y="63"/>
                        <a:pt x="9" y="90"/>
                        <a:pt x="27" y="116"/>
                      </a:cubicBezTo>
                      <a:cubicBezTo>
                        <a:pt x="45" y="152"/>
                        <a:pt x="80" y="188"/>
                        <a:pt x="116" y="215"/>
                      </a:cubicBezTo>
                      <a:cubicBezTo>
                        <a:pt x="157" y="247"/>
                        <a:pt x="213" y="265"/>
                        <a:pt x="271" y="268"/>
                      </a:cubicBezTo>
                      <a:lnTo>
                        <a:pt x="271" y="268"/>
                      </a:lnTo>
                      <a:cubicBezTo>
                        <a:pt x="261" y="304"/>
                        <a:pt x="270" y="335"/>
                        <a:pt x="285" y="366"/>
                      </a:cubicBezTo>
                      <a:cubicBezTo>
                        <a:pt x="303" y="402"/>
                        <a:pt x="321" y="438"/>
                        <a:pt x="348" y="473"/>
                      </a:cubicBezTo>
                      <a:cubicBezTo>
                        <a:pt x="366" y="491"/>
                        <a:pt x="375" y="500"/>
                        <a:pt x="393" y="518"/>
                      </a:cubicBezTo>
                      <a:cubicBezTo>
                        <a:pt x="410" y="536"/>
                        <a:pt x="437" y="545"/>
                        <a:pt x="455" y="545"/>
                      </a:cubicBezTo>
                      <a:cubicBezTo>
                        <a:pt x="464" y="546"/>
                        <a:pt x="473" y="547"/>
                        <a:pt x="482" y="547"/>
                      </a:cubicBezTo>
                      <a:cubicBezTo>
                        <a:pt x="518" y="547"/>
                        <a:pt x="549" y="534"/>
                        <a:pt x="576" y="512"/>
                      </a:cubicBezTo>
                      <a:lnTo>
                        <a:pt x="576" y="512"/>
                      </a:lnTo>
                      <a:cubicBezTo>
                        <a:pt x="596" y="593"/>
                        <a:pt x="638" y="665"/>
                        <a:pt x="696" y="714"/>
                      </a:cubicBezTo>
                      <a:cubicBezTo>
                        <a:pt x="740" y="741"/>
                        <a:pt x="785" y="759"/>
                        <a:pt x="830" y="759"/>
                      </a:cubicBezTo>
                      <a:cubicBezTo>
                        <a:pt x="881" y="759"/>
                        <a:pt x="925" y="750"/>
                        <a:pt x="960" y="734"/>
                      </a:cubicBezTo>
                      <a:lnTo>
                        <a:pt x="960" y="734"/>
                      </a:lnTo>
                      <a:cubicBezTo>
                        <a:pt x="985" y="782"/>
                        <a:pt x="1011" y="824"/>
                        <a:pt x="1053" y="857"/>
                      </a:cubicBezTo>
                      <a:cubicBezTo>
                        <a:pt x="1082" y="886"/>
                        <a:pt x="1124" y="904"/>
                        <a:pt x="1168" y="904"/>
                      </a:cubicBezTo>
                      <a:cubicBezTo>
                        <a:pt x="1177" y="904"/>
                        <a:pt x="1186" y="903"/>
                        <a:pt x="1195" y="901"/>
                      </a:cubicBezTo>
                      <a:cubicBezTo>
                        <a:pt x="1281" y="884"/>
                        <a:pt x="1350" y="818"/>
                        <a:pt x="1371" y="734"/>
                      </a:cubicBezTo>
                      <a:lnTo>
                        <a:pt x="1371" y="734"/>
                      </a:lnTo>
                      <a:cubicBezTo>
                        <a:pt x="1402" y="746"/>
                        <a:pt x="1432" y="753"/>
                        <a:pt x="1463" y="753"/>
                      </a:cubicBezTo>
                      <a:cubicBezTo>
                        <a:pt x="1475" y="753"/>
                        <a:pt x="1487" y="752"/>
                        <a:pt x="1499" y="750"/>
                      </a:cubicBezTo>
                      <a:cubicBezTo>
                        <a:pt x="1543" y="750"/>
                        <a:pt x="1570" y="732"/>
                        <a:pt x="1606" y="714"/>
                      </a:cubicBezTo>
                      <a:cubicBezTo>
                        <a:pt x="1624" y="696"/>
                        <a:pt x="1633" y="678"/>
                        <a:pt x="1650" y="661"/>
                      </a:cubicBezTo>
                      <a:cubicBezTo>
                        <a:pt x="1650" y="652"/>
                        <a:pt x="1659" y="652"/>
                        <a:pt x="1659" y="643"/>
                      </a:cubicBezTo>
                      <a:lnTo>
                        <a:pt x="1659" y="643"/>
                      </a:lnTo>
                      <a:cubicBezTo>
                        <a:pt x="1641" y="661"/>
                        <a:pt x="1624" y="687"/>
                        <a:pt x="1597" y="705"/>
                      </a:cubicBezTo>
                      <a:cubicBezTo>
                        <a:pt x="1570" y="723"/>
                        <a:pt x="1534" y="732"/>
                        <a:pt x="1499" y="741"/>
                      </a:cubicBezTo>
                      <a:cubicBezTo>
                        <a:pt x="1488" y="743"/>
                        <a:pt x="1476" y="744"/>
                        <a:pt x="1465" y="744"/>
                      </a:cubicBezTo>
                      <a:cubicBezTo>
                        <a:pt x="1432" y="744"/>
                        <a:pt x="1398" y="734"/>
                        <a:pt x="1365" y="714"/>
                      </a:cubicBezTo>
                      <a:lnTo>
                        <a:pt x="1365" y="723"/>
                      </a:lnTo>
                      <a:cubicBezTo>
                        <a:pt x="1338" y="803"/>
                        <a:pt x="1276" y="866"/>
                        <a:pt x="1195" y="884"/>
                      </a:cubicBezTo>
                      <a:cubicBezTo>
                        <a:pt x="1142" y="884"/>
                        <a:pt x="1097" y="875"/>
                        <a:pt x="1062" y="839"/>
                      </a:cubicBezTo>
                      <a:cubicBezTo>
                        <a:pt x="1026" y="803"/>
                        <a:pt x="990" y="768"/>
                        <a:pt x="972" y="714"/>
                      </a:cubicBezTo>
                      <a:lnTo>
                        <a:pt x="972" y="705"/>
                      </a:lnTo>
                      <a:lnTo>
                        <a:pt x="963" y="705"/>
                      </a:lnTo>
                      <a:cubicBezTo>
                        <a:pt x="928" y="723"/>
                        <a:pt x="883" y="732"/>
                        <a:pt x="839" y="732"/>
                      </a:cubicBezTo>
                      <a:cubicBezTo>
                        <a:pt x="794" y="732"/>
                        <a:pt x="749" y="714"/>
                        <a:pt x="714" y="687"/>
                      </a:cubicBezTo>
                      <a:cubicBezTo>
                        <a:pt x="651" y="643"/>
                        <a:pt x="607" y="571"/>
                        <a:pt x="598" y="482"/>
                      </a:cubicBezTo>
                      <a:lnTo>
                        <a:pt x="598" y="464"/>
                      </a:lnTo>
                      <a:lnTo>
                        <a:pt x="589" y="482"/>
                      </a:lnTo>
                      <a:cubicBezTo>
                        <a:pt x="584" y="486"/>
                        <a:pt x="579" y="489"/>
                        <a:pt x="574" y="492"/>
                      </a:cubicBezTo>
                      <a:lnTo>
                        <a:pt x="574" y="492"/>
                      </a:lnTo>
                      <a:lnTo>
                        <a:pt x="571" y="491"/>
                      </a:lnTo>
                      <a:lnTo>
                        <a:pt x="571" y="491"/>
                      </a:lnTo>
                      <a:cubicBezTo>
                        <a:pt x="571" y="492"/>
                        <a:pt x="571" y="493"/>
                        <a:pt x="572" y="494"/>
                      </a:cubicBezTo>
                      <a:lnTo>
                        <a:pt x="572" y="494"/>
                      </a:lnTo>
                      <a:cubicBezTo>
                        <a:pt x="546" y="510"/>
                        <a:pt x="517" y="520"/>
                        <a:pt x="488" y="520"/>
                      </a:cubicBezTo>
                      <a:cubicBezTo>
                        <a:pt x="480" y="520"/>
                        <a:pt x="472" y="519"/>
                        <a:pt x="464" y="518"/>
                      </a:cubicBezTo>
                      <a:cubicBezTo>
                        <a:pt x="446" y="518"/>
                        <a:pt x="428" y="509"/>
                        <a:pt x="410" y="500"/>
                      </a:cubicBezTo>
                      <a:cubicBezTo>
                        <a:pt x="393" y="482"/>
                        <a:pt x="384" y="473"/>
                        <a:pt x="366" y="455"/>
                      </a:cubicBezTo>
                      <a:cubicBezTo>
                        <a:pt x="339" y="420"/>
                        <a:pt x="321" y="393"/>
                        <a:pt x="303" y="357"/>
                      </a:cubicBezTo>
                      <a:cubicBezTo>
                        <a:pt x="285" y="322"/>
                        <a:pt x="285" y="286"/>
                        <a:pt x="294" y="250"/>
                      </a:cubicBezTo>
                      <a:lnTo>
                        <a:pt x="294" y="241"/>
                      </a:lnTo>
                      <a:lnTo>
                        <a:pt x="285" y="241"/>
                      </a:lnTo>
                      <a:cubicBezTo>
                        <a:pt x="232" y="241"/>
                        <a:pt x="170" y="223"/>
                        <a:pt x="125" y="197"/>
                      </a:cubicBezTo>
                      <a:cubicBezTo>
                        <a:pt x="89" y="170"/>
                        <a:pt x="62" y="134"/>
                        <a:pt x="36" y="99"/>
                      </a:cubicBezTo>
                      <a:cubicBezTo>
                        <a:pt x="18" y="72"/>
                        <a:pt x="9" y="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24" name="Google Shape;3024;p52"/>
                <p:cNvSpPr/>
                <p:nvPr/>
              </p:nvSpPr>
              <p:spPr>
                <a:xfrm>
                  <a:off x="8129827" y="3062243"/>
                  <a:ext cx="46063" cy="35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262" extrusionOk="0">
                      <a:moveTo>
                        <a:pt x="331" y="0"/>
                      </a:moveTo>
                      <a:cubicBezTo>
                        <a:pt x="313" y="0"/>
                        <a:pt x="295" y="107"/>
                        <a:pt x="206" y="170"/>
                      </a:cubicBezTo>
                      <a:cubicBezTo>
                        <a:pt x="141" y="217"/>
                        <a:pt x="75" y="221"/>
                        <a:pt x="36" y="221"/>
                      </a:cubicBezTo>
                      <a:cubicBezTo>
                        <a:pt x="28" y="221"/>
                        <a:pt x="22" y="221"/>
                        <a:pt x="16" y="221"/>
                      </a:cubicBezTo>
                      <a:cubicBezTo>
                        <a:pt x="8" y="221"/>
                        <a:pt x="3" y="221"/>
                        <a:pt x="1" y="223"/>
                      </a:cubicBezTo>
                      <a:cubicBezTo>
                        <a:pt x="1" y="232"/>
                        <a:pt x="28" y="250"/>
                        <a:pt x="63" y="259"/>
                      </a:cubicBezTo>
                      <a:cubicBezTo>
                        <a:pt x="74" y="260"/>
                        <a:pt x="85" y="261"/>
                        <a:pt x="96" y="261"/>
                      </a:cubicBezTo>
                      <a:cubicBezTo>
                        <a:pt x="145" y="261"/>
                        <a:pt x="187" y="245"/>
                        <a:pt x="224" y="223"/>
                      </a:cubicBezTo>
                      <a:cubicBezTo>
                        <a:pt x="277" y="188"/>
                        <a:pt x="313" y="134"/>
                        <a:pt x="331" y="72"/>
                      </a:cubicBezTo>
                      <a:cubicBezTo>
                        <a:pt x="340" y="27"/>
                        <a:pt x="340" y="9"/>
                        <a:pt x="3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3025" name="Google Shape;3025;p52"/>
              <p:cNvGrpSpPr/>
              <p:nvPr/>
            </p:nvGrpSpPr>
            <p:grpSpPr>
              <a:xfrm>
                <a:off x="3976878" y="2660542"/>
                <a:ext cx="1534587" cy="2127012"/>
                <a:chOff x="3976878" y="2660542"/>
                <a:chExt cx="1534587" cy="2127012"/>
              </a:xfrm>
            </p:grpSpPr>
            <p:grpSp>
              <p:nvGrpSpPr>
                <p:cNvPr id="3026" name="Google Shape;3026;p52"/>
                <p:cNvGrpSpPr/>
                <p:nvPr/>
              </p:nvGrpSpPr>
              <p:grpSpPr>
                <a:xfrm>
                  <a:off x="3976878" y="2660542"/>
                  <a:ext cx="1534587" cy="2127012"/>
                  <a:chOff x="4416964" y="2140764"/>
                  <a:chExt cx="1823199" cy="2527043"/>
                </a:xfrm>
              </p:grpSpPr>
              <p:sp>
                <p:nvSpPr>
                  <p:cNvPr id="3027" name="Google Shape;3027;p52"/>
                  <p:cNvSpPr/>
                  <p:nvPr/>
                </p:nvSpPr>
                <p:spPr>
                  <a:xfrm>
                    <a:off x="6009318" y="3645878"/>
                    <a:ext cx="106941" cy="29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" h="1812" extrusionOk="0">
                        <a:moveTo>
                          <a:pt x="483" y="1"/>
                        </a:moveTo>
                        <a:cubicBezTo>
                          <a:pt x="483" y="10"/>
                          <a:pt x="376" y="1152"/>
                          <a:pt x="331" y="1562"/>
                        </a:cubicBezTo>
                        <a:cubicBezTo>
                          <a:pt x="322" y="1598"/>
                          <a:pt x="286" y="1633"/>
                          <a:pt x="251" y="1633"/>
                        </a:cubicBezTo>
                        <a:lnTo>
                          <a:pt x="1" y="1633"/>
                        </a:lnTo>
                        <a:lnTo>
                          <a:pt x="1" y="1812"/>
                        </a:lnTo>
                        <a:lnTo>
                          <a:pt x="251" y="1812"/>
                        </a:lnTo>
                        <a:cubicBezTo>
                          <a:pt x="384" y="1812"/>
                          <a:pt x="492" y="1714"/>
                          <a:pt x="509" y="1580"/>
                        </a:cubicBezTo>
                        <a:cubicBezTo>
                          <a:pt x="554" y="1170"/>
                          <a:pt x="652" y="28"/>
                          <a:pt x="661" y="19"/>
                        </a:cubicBezTo>
                        <a:lnTo>
                          <a:pt x="48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28" name="Google Shape;3028;p52"/>
                  <p:cNvSpPr/>
                  <p:nvPr/>
                </p:nvSpPr>
                <p:spPr>
                  <a:xfrm>
                    <a:off x="6007864" y="3643132"/>
                    <a:ext cx="109687" cy="295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9" h="1829" extrusionOk="0">
                        <a:moveTo>
                          <a:pt x="278" y="1820"/>
                        </a:moveTo>
                        <a:lnTo>
                          <a:pt x="278" y="1820"/>
                        </a:lnTo>
                        <a:cubicBezTo>
                          <a:pt x="275" y="1820"/>
                          <a:pt x="272" y="1820"/>
                          <a:pt x="269" y="1820"/>
                        </a:cubicBezTo>
                        <a:lnTo>
                          <a:pt x="179" y="1820"/>
                        </a:lnTo>
                        <a:cubicBezTo>
                          <a:pt x="195" y="1822"/>
                          <a:pt x="211" y="1823"/>
                          <a:pt x="227" y="1823"/>
                        </a:cubicBezTo>
                        <a:cubicBezTo>
                          <a:pt x="244" y="1823"/>
                          <a:pt x="261" y="1822"/>
                          <a:pt x="278" y="1820"/>
                        </a:cubicBezTo>
                        <a:close/>
                        <a:moveTo>
                          <a:pt x="474" y="0"/>
                        </a:moveTo>
                        <a:lnTo>
                          <a:pt x="474" y="9"/>
                        </a:lnTo>
                        <a:cubicBezTo>
                          <a:pt x="438" y="446"/>
                          <a:pt x="402" y="848"/>
                          <a:pt x="367" y="1178"/>
                        </a:cubicBezTo>
                        <a:cubicBezTo>
                          <a:pt x="358" y="1258"/>
                          <a:pt x="349" y="1338"/>
                          <a:pt x="349" y="1418"/>
                        </a:cubicBezTo>
                        <a:cubicBezTo>
                          <a:pt x="349" y="1454"/>
                          <a:pt x="340" y="1490"/>
                          <a:pt x="340" y="1525"/>
                        </a:cubicBezTo>
                        <a:cubicBezTo>
                          <a:pt x="340" y="1543"/>
                          <a:pt x="331" y="1552"/>
                          <a:pt x="331" y="1570"/>
                        </a:cubicBezTo>
                        <a:cubicBezTo>
                          <a:pt x="331" y="1588"/>
                          <a:pt x="322" y="1597"/>
                          <a:pt x="313" y="1615"/>
                        </a:cubicBezTo>
                        <a:cubicBezTo>
                          <a:pt x="304" y="1624"/>
                          <a:pt x="286" y="1633"/>
                          <a:pt x="269" y="1633"/>
                        </a:cubicBezTo>
                        <a:lnTo>
                          <a:pt x="1" y="1633"/>
                        </a:lnTo>
                        <a:lnTo>
                          <a:pt x="1" y="1775"/>
                        </a:lnTo>
                        <a:lnTo>
                          <a:pt x="1" y="1802"/>
                        </a:lnTo>
                        <a:cubicBezTo>
                          <a:pt x="1" y="1811"/>
                          <a:pt x="10" y="1829"/>
                          <a:pt x="10" y="1829"/>
                        </a:cubicBezTo>
                        <a:cubicBezTo>
                          <a:pt x="10" y="1820"/>
                          <a:pt x="10" y="1820"/>
                          <a:pt x="10" y="1811"/>
                        </a:cubicBezTo>
                        <a:lnTo>
                          <a:pt x="10" y="1784"/>
                        </a:lnTo>
                        <a:lnTo>
                          <a:pt x="10" y="1650"/>
                        </a:lnTo>
                        <a:lnTo>
                          <a:pt x="277" y="1650"/>
                        </a:lnTo>
                        <a:cubicBezTo>
                          <a:pt x="286" y="1650"/>
                          <a:pt x="304" y="1641"/>
                          <a:pt x="313" y="1624"/>
                        </a:cubicBezTo>
                        <a:cubicBezTo>
                          <a:pt x="331" y="1615"/>
                          <a:pt x="340" y="1597"/>
                          <a:pt x="340" y="1579"/>
                        </a:cubicBezTo>
                        <a:cubicBezTo>
                          <a:pt x="340" y="1561"/>
                          <a:pt x="349" y="1543"/>
                          <a:pt x="349" y="1525"/>
                        </a:cubicBezTo>
                        <a:lnTo>
                          <a:pt x="358" y="1418"/>
                        </a:lnTo>
                        <a:cubicBezTo>
                          <a:pt x="367" y="1347"/>
                          <a:pt x="376" y="1267"/>
                          <a:pt x="385" y="1187"/>
                        </a:cubicBezTo>
                        <a:cubicBezTo>
                          <a:pt x="411" y="859"/>
                          <a:pt x="455" y="461"/>
                          <a:pt x="491" y="27"/>
                        </a:cubicBezTo>
                        <a:lnTo>
                          <a:pt x="491" y="27"/>
                        </a:lnTo>
                        <a:lnTo>
                          <a:pt x="616" y="36"/>
                        </a:lnTo>
                        <a:lnTo>
                          <a:pt x="652" y="43"/>
                        </a:lnTo>
                        <a:lnTo>
                          <a:pt x="652" y="43"/>
                        </a:lnTo>
                        <a:cubicBezTo>
                          <a:pt x="598" y="647"/>
                          <a:pt x="545" y="1188"/>
                          <a:pt x="509" y="1579"/>
                        </a:cubicBezTo>
                        <a:cubicBezTo>
                          <a:pt x="501" y="1668"/>
                          <a:pt x="447" y="1749"/>
                          <a:pt x="367" y="1793"/>
                        </a:cubicBezTo>
                        <a:cubicBezTo>
                          <a:pt x="340" y="1806"/>
                          <a:pt x="310" y="1815"/>
                          <a:pt x="278" y="1820"/>
                        </a:cubicBezTo>
                        <a:lnTo>
                          <a:pt x="278" y="1820"/>
                        </a:lnTo>
                        <a:cubicBezTo>
                          <a:pt x="312" y="1818"/>
                          <a:pt x="351" y="1809"/>
                          <a:pt x="376" y="1793"/>
                        </a:cubicBezTo>
                        <a:cubicBezTo>
                          <a:pt x="465" y="1749"/>
                          <a:pt x="518" y="1668"/>
                          <a:pt x="527" y="1579"/>
                        </a:cubicBezTo>
                        <a:cubicBezTo>
                          <a:pt x="563" y="1178"/>
                          <a:pt x="616" y="633"/>
                          <a:pt x="679" y="27"/>
                        </a:cubicBezTo>
                        <a:lnTo>
                          <a:pt x="679" y="18"/>
                        </a:lnTo>
                        <a:lnTo>
                          <a:pt x="670" y="18"/>
                        </a:lnTo>
                        <a:lnTo>
                          <a:pt x="616" y="9"/>
                        </a:lnTo>
                        <a:lnTo>
                          <a:pt x="48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29" name="Google Shape;3029;p52"/>
                  <p:cNvSpPr/>
                  <p:nvPr/>
                </p:nvSpPr>
                <p:spPr>
                  <a:xfrm>
                    <a:off x="5317580" y="3886580"/>
                    <a:ext cx="736634" cy="86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" h="536" extrusionOk="0">
                        <a:moveTo>
                          <a:pt x="277" y="1"/>
                        </a:moveTo>
                        <a:cubicBezTo>
                          <a:pt x="126" y="1"/>
                          <a:pt x="1" y="117"/>
                          <a:pt x="1" y="268"/>
                        </a:cubicBezTo>
                        <a:cubicBezTo>
                          <a:pt x="1" y="420"/>
                          <a:pt x="126" y="536"/>
                          <a:pt x="277" y="536"/>
                        </a:cubicBezTo>
                        <a:lnTo>
                          <a:pt x="4292" y="536"/>
                        </a:lnTo>
                        <a:cubicBezTo>
                          <a:pt x="4435" y="536"/>
                          <a:pt x="4559" y="420"/>
                          <a:pt x="4559" y="268"/>
                        </a:cubicBezTo>
                        <a:cubicBezTo>
                          <a:pt x="4559" y="117"/>
                          <a:pt x="4435" y="1"/>
                          <a:pt x="429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0" name="Google Shape;3030;p52"/>
                  <p:cNvSpPr/>
                  <p:nvPr/>
                </p:nvSpPr>
                <p:spPr>
                  <a:xfrm>
                    <a:off x="6059882" y="2926518"/>
                    <a:ext cx="180281" cy="781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840" extrusionOk="0">
                        <a:moveTo>
                          <a:pt x="832" y="0"/>
                        </a:moveTo>
                        <a:cubicBezTo>
                          <a:pt x="695" y="0"/>
                          <a:pt x="579" y="102"/>
                          <a:pt x="562" y="234"/>
                        </a:cubicBezTo>
                        <a:lnTo>
                          <a:pt x="18" y="4534"/>
                        </a:lnTo>
                        <a:cubicBezTo>
                          <a:pt x="0" y="4686"/>
                          <a:pt x="98" y="4820"/>
                          <a:pt x="250" y="4837"/>
                        </a:cubicBezTo>
                        <a:cubicBezTo>
                          <a:pt x="261" y="4839"/>
                          <a:pt x="272" y="4839"/>
                          <a:pt x="283" y="4839"/>
                        </a:cubicBezTo>
                        <a:cubicBezTo>
                          <a:pt x="421" y="4839"/>
                          <a:pt x="537" y="4738"/>
                          <a:pt x="553" y="4606"/>
                        </a:cubicBezTo>
                        <a:lnTo>
                          <a:pt x="1097" y="306"/>
                        </a:lnTo>
                        <a:cubicBezTo>
                          <a:pt x="1115" y="154"/>
                          <a:pt x="1017" y="20"/>
                          <a:pt x="865" y="2"/>
                        </a:cubicBezTo>
                        <a:cubicBezTo>
                          <a:pt x="854" y="1"/>
                          <a:pt x="843" y="0"/>
                          <a:pt x="8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1" name="Google Shape;3031;p52"/>
                  <p:cNvSpPr/>
                  <p:nvPr/>
                </p:nvSpPr>
                <p:spPr>
                  <a:xfrm>
                    <a:off x="5271539" y="3947160"/>
                    <a:ext cx="180281" cy="7191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4452" extrusionOk="0">
                        <a:moveTo>
                          <a:pt x="589" y="0"/>
                        </a:moveTo>
                        <a:lnTo>
                          <a:pt x="0" y="4452"/>
                        </a:lnTo>
                        <a:lnTo>
                          <a:pt x="232" y="4452"/>
                        </a:lnTo>
                        <a:lnTo>
                          <a:pt x="1115" y="161"/>
                        </a:lnTo>
                        <a:lnTo>
                          <a:pt x="58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2" name="Google Shape;3032;p52"/>
                  <p:cNvSpPr/>
                  <p:nvPr/>
                </p:nvSpPr>
                <p:spPr>
                  <a:xfrm>
                    <a:off x="5917075" y="3947160"/>
                    <a:ext cx="184643" cy="717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4443" extrusionOk="0">
                        <a:moveTo>
                          <a:pt x="527" y="0"/>
                        </a:moveTo>
                        <a:lnTo>
                          <a:pt x="1" y="170"/>
                        </a:lnTo>
                        <a:lnTo>
                          <a:pt x="911" y="4443"/>
                        </a:lnTo>
                        <a:lnTo>
                          <a:pt x="1143" y="4443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3" name="Google Shape;3033;p52"/>
                  <p:cNvSpPr/>
                  <p:nvPr/>
                </p:nvSpPr>
                <p:spPr>
                  <a:xfrm>
                    <a:off x="5337773" y="3971553"/>
                    <a:ext cx="681871" cy="4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1" h="28" extrusionOk="0">
                        <a:moveTo>
                          <a:pt x="2115" y="1"/>
                        </a:moveTo>
                        <a:cubicBezTo>
                          <a:pt x="946" y="1"/>
                          <a:pt x="1" y="10"/>
                          <a:pt x="1" y="10"/>
                        </a:cubicBezTo>
                        <a:cubicBezTo>
                          <a:pt x="1" y="19"/>
                          <a:pt x="946" y="28"/>
                          <a:pt x="2115" y="28"/>
                        </a:cubicBezTo>
                        <a:cubicBezTo>
                          <a:pt x="3275" y="28"/>
                          <a:pt x="4220" y="19"/>
                          <a:pt x="4220" y="10"/>
                        </a:cubicBezTo>
                        <a:cubicBezTo>
                          <a:pt x="4220" y="10"/>
                          <a:pt x="3275" y="1"/>
                          <a:pt x="21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4" name="Google Shape;3034;p52"/>
                  <p:cNvSpPr/>
                  <p:nvPr/>
                </p:nvSpPr>
                <p:spPr>
                  <a:xfrm>
                    <a:off x="5977655" y="2219274"/>
                    <a:ext cx="65102" cy="281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3" h="1740" extrusionOk="0">
                        <a:moveTo>
                          <a:pt x="170" y="0"/>
                        </a:moveTo>
                        <a:cubicBezTo>
                          <a:pt x="143" y="0"/>
                          <a:pt x="206" y="232"/>
                          <a:pt x="188" y="250"/>
                        </a:cubicBezTo>
                        <a:cubicBezTo>
                          <a:pt x="54" y="473"/>
                          <a:pt x="1" y="741"/>
                          <a:pt x="18" y="999"/>
                        </a:cubicBezTo>
                        <a:cubicBezTo>
                          <a:pt x="27" y="1245"/>
                          <a:pt x="70" y="1490"/>
                          <a:pt x="140" y="1727"/>
                        </a:cubicBezTo>
                        <a:lnTo>
                          <a:pt x="140" y="1727"/>
                        </a:lnTo>
                        <a:cubicBezTo>
                          <a:pt x="235" y="1499"/>
                          <a:pt x="305" y="1262"/>
                          <a:pt x="357" y="1017"/>
                        </a:cubicBezTo>
                        <a:cubicBezTo>
                          <a:pt x="402" y="776"/>
                          <a:pt x="393" y="517"/>
                          <a:pt x="322" y="277"/>
                        </a:cubicBezTo>
                        <a:cubicBezTo>
                          <a:pt x="313" y="241"/>
                          <a:pt x="206" y="0"/>
                          <a:pt x="170" y="0"/>
                        </a:cubicBezTo>
                        <a:close/>
                        <a:moveTo>
                          <a:pt x="140" y="1727"/>
                        </a:moveTo>
                        <a:lnTo>
                          <a:pt x="140" y="1727"/>
                        </a:lnTo>
                        <a:cubicBezTo>
                          <a:pt x="138" y="1731"/>
                          <a:pt x="136" y="1736"/>
                          <a:pt x="134" y="1740"/>
                        </a:cubicBezTo>
                        <a:lnTo>
                          <a:pt x="143" y="1740"/>
                        </a:lnTo>
                        <a:cubicBezTo>
                          <a:pt x="142" y="1736"/>
                          <a:pt x="141" y="1731"/>
                          <a:pt x="140" y="1727"/>
                        </a:cubicBez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5" name="Google Shape;3035;p52"/>
                  <p:cNvSpPr/>
                  <p:nvPr/>
                </p:nvSpPr>
                <p:spPr>
                  <a:xfrm>
                    <a:off x="5664903" y="2152879"/>
                    <a:ext cx="344570" cy="621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3" h="3847" extrusionOk="0">
                        <a:moveTo>
                          <a:pt x="1152" y="1"/>
                        </a:moveTo>
                        <a:cubicBezTo>
                          <a:pt x="581" y="10"/>
                          <a:pt x="108" y="465"/>
                          <a:pt x="72" y="1044"/>
                        </a:cubicBezTo>
                        <a:cubicBezTo>
                          <a:pt x="36" y="1589"/>
                          <a:pt x="1" y="2195"/>
                          <a:pt x="10" y="2481"/>
                        </a:cubicBezTo>
                        <a:cubicBezTo>
                          <a:pt x="27" y="3078"/>
                          <a:pt x="634" y="3168"/>
                          <a:pt x="634" y="3168"/>
                        </a:cubicBezTo>
                        <a:cubicBezTo>
                          <a:pt x="634" y="3168"/>
                          <a:pt x="607" y="3605"/>
                          <a:pt x="598" y="3783"/>
                        </a:cubicBezTo>
                        <a:cubicBezTo>
                          <a:pt x="598" y="3783"/>
                          <a:pt x="661" y="3828"/>
                          <a:pt x="1223" y="3846"/>
                        </a:cubicBezTo>
                        <a:cubicBezTo>
                          <a:pt x="1236" y="3846"/>
                          <a:pt x="1248" y="3846"/>
                          <a:pt x="1261" y="3846"/>
                        </a:cubicBezTo>
                        <a:cubicBezTo>
                          <a:pt x="1795" y="3846"/>
                          <a:pt x="1999" y="3480"/>
                          <a:pt x="1999" y="3480"/>
                        </a:cubicBezTo>
                        <a:lnTo>
                          <a:pt x="2088" y="1214"/>
                        </a:lnTo>
                        <a:cubicBezTo>
                          <a:pt x="2133" y="589"/>
                          <a:pt x="1847" y="27"/>
                          <a:pt x="1223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6" name="Google Shape;3036;p52"/>
                  <p:cNvSpPr/>
                  <p:nvPr/>
                </p:nvSpPr>
                <p:spPr>
                  <a:xfrm>
                    <a:off x="5765869" y="2624106"/>
                    <a:ext cx="126972" cy="641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6" h="397" extrusionOk="0">
                        <a:moveTo>
                          <a:pt x="785" y="1"/>
                        </a:moveTo>
                        <a:lnTo>
                          <a:pt x="785" y="1"/>
                        </a:lnTo>
                        <a:cubicBezTo>
                          <a:pt x="553" y="153"/>
                          <a:pt x="286" y="242"/>
                          <a:pt x="9" y="251"/>
                        </a:cubicBezTo>
                        <a:lnTo>
                          <a:pt x="0" y="393"/>
                        </a:lnTo>
                        <a:cubicBezTo>
                          <a:pt x="29" y="396"/>
                          <a:pt x="57" y="397"/>
                          <a:pt x="84" y="397"/>
                        </a:cubicBezTo>
                        <a:cubicBezTo>
                          <a:pt x="616" y="397"/>
                          <a:pt x="785" y="1"/>
                          <a:pt x="785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7" name="Google Shape;3037;p52"/>
                  <p:cNvSpPr/>
                  <p:nvPr/>
                </p:nvSpPr>
                <p:spPr>
                  <a:xfrm>
                    <a:off x="5993486" y="2416682"/>
                    <a:ext cx="68009" cy="10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" h="628" extrusionOk="0">
                        <a:moveTo>
                          <a:pt x="145" y="0"/>
                        </a:moveTo>
                        <a:cubicBezTo>
                          <a:pt x="73" y="0"/>
                          <a:pt x="13" y="18"/>
                          <a:pt x="10" y="18"/>
                        </a:cubicBezTo>
                        <a:cubicBezTo>
                          <a:pt x="10" y="18"/>
                          <a:pt x="1" y="598"/>
                          <a:pt x="1" y="607"/>
                        </a:cubicBezTo>
                        <a:cubicBezTo>
                          <a:pt x="1" y="613"/>
                          <a:pt x="49" y="627"/>
                          <a:pt x="112" y="627"/>
                        </a:cubicBezTo>
                        <a:cubicBezTo>
                          <a:pt x="234" y="627"/>
                          <a:pt x="414" y="574"/>
                          <a:pt x="420" y="304"/>
                        </a:cubicBezTo>
                        <a:cubicBezTo>
                          <a:pt x="420" y="48"/>
                          <a:pt x="265" y="0"/>
                          <a:pt x="145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8" name="Google Shape;3038;p52"/>
                  <p:cNvSpPr/>
                  <p:nvPr/>
                </p:nvSpPr>
                <p:spPr>
                  <a:xfrm>
                    <a:off x="5711105" y="2140764"/>
                    <a:ext cx="328739" cy="3261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5" h="2019" extrusionOk="0">
                        <a:moveTo>
                          <a:pt x="990" y="1"/>
                        </a:moveTo>
                        <a:cubicBezTo>
                          <a:pt x="784" y="1"/>
                          <a:pt x="542" y="54"/>
                          <a:pt x="366" y="129"/>
                        </a:cubicBezTo>
                        <a:cubicBezTo>
                          <a:pt x="205" y="201"/>
                          <a:pt x="0" y="415"/>
                          <a:pt x="63" y="450"/>
                        </a:cubicBezTo>
                        <a:lnTo>
                          <a:pt x="152" y="370"/>
                        </a:lnTo>
                        <a:cubicBezTo>
                          <a:pt x="196" y="441"/>
                          <a:pt x="250" y="504"/>
                          <a:pt x="330" y="557"/>
                        </a:cubicBezTo>
                        <a:cubicBezTo>
                          <a:pt x="354" y="577"/>
                          <a:pt x="395" y="585"/>
                          <a:pt x="447" y="585"/>
                        </a:cubicBezTo>
                        <a:cubicBezTo>
                          <a:pt x="611" y="585"/>
                          <a:pt x="885" y="505"/>
                          <a:pt x="1062" y="450"/>
                        </a:cubicBezTo>
                        <a:cubicBezTo>
                          <a:pt x="1106" y="434"/>
                          <a:pt x="1152" y="426"/>
                          <a:pt x="1198" y="426"/>
                        </a:cubicBezTo>
                        <a:cubicBezTo>
                          <a:pt x="1300" y="426"/>
                          <a:pt x="1401" y="466"/>
                          <a:pt x="1481" y="540"/>
                        </a:cubicBezTo>
                        <a:cubicBezTo>
                          <a:pt x="1499" y="549"/>
                          <a:pt x="1508" y="557"/>
                          <a:pt x="1517" y="575"/>
                        </a:cubicBezTo>
                        <a:cubicBezTo>
                          <a:pt x="1552" y="638"/>
                          <a:pt x="1561" y="709"/>
                          <a:pt x="1544" y="780"/>
                        </a:cubicBezTo>
                        <a:cubicBezTo>
                          <a:pt x="1526" y="852"/>
                          <a:pt x="1490" y="914"/>
                          <a:pt x="1463" y="977"/>
                        </a:cubicBezTo>
                        <a:cubicBezTo>
                          <a:pt x="1436" y="1111"/>
                          <a:pt x="1419" y="1244"/>
                          <a:pt x="1428" y="1369"/>
                        </a:cubicBezTo>
                        <a:cubicBezTo>
                          <a:pt x="1436" y="1557"/>
                          <a:pt x="1445" y="1753"/>
                          <a:pt x="1526" y="1913"/>
                        </a:cubicBezTo>
                        <a:cubicBezTo>
                          <a:pt x="1557" y="1964"/>
                          <a:pt x="1611" y="2018"/>
                          <a:pt x="1667" y="2018"/>
                        </a:cubicBezTo>
                        <a:cubicBezTo>
                          <a:pt x="1691" y="2018"/>
                          <a:pt x="1716" y="2009"/>
                          <a:pt x="1740" y="1985"/>
                        </a:cubicBezTo>
                        <a:cubicBezTo>
                          <a:pt x="1767" y="1949"/>
                          <a:pt x="1784" y="1905"/>
                          <a:pt x="1784" y="1860"/>
                        </a:cubicBezTo>
                        <a:cubicBezTo>
                          <a:pt x="1775" y="1735"/>
                          <a:pt x="1891" y="1681"/>
                          <a:pt x="1954" y="1592"/>
                        </a:cubicBezTo>
                        <a:cubicBezTo>
                          <a:pt x="1990" y="1512"/>
                          <a:pt x="2016" y="1432"/>
                          <a:pt x="2016" y="1342"/>
                        </a:cubicBezTo>
                        <a:cubicBezTo>
                          <a:pt x="2034" y="1057"/>
                          <a:pt x="1981" y="772"/>
                          <a:pt x="1847" y="513"/>
                        </a:cubicBezTo>
                        <a:cubicBezTo>
                          <a:pt x="1722" y="263"/>
                          <a:pt x="1490" y="120"/>
                          <a:pt x="1222" y="31"/>
                        </a:cubicBezTo>
                        <a:cubicBezTo>
                          <a:pt x="1156" y="10"/>
                          <a:pt x="1076" y="1"/>
                          <a:pt x="990" y="1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39" name="Google Shape;3039;p52"/>
                  <p:cNvSpPr/>
                  <p:nvPr/>
                </p:nvSpPr>
                <p:spPr>
                  <a:xfrm>
                    <a:off x="4725354" y="4339068"/>
                    <a:ext cx="409349" cy="32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2035" extrusionOk="0">
                        <a:moveTo>
                          <a:pt x="1267" y="1"/>
                        </a:moveTo>
                        <a:lnTo>
                          <a:pt x="1312" y="1303"/>
                        </a:lnTo>
                        <a:cubicBezTo>
                          <a:pt x="1312" y="1303"/>
                          <a:pt x="9" y="1758"/>
                          <a:pt x="0" y="1999"/>
                        </a:cubicBezTo>
                        <a:lnTo>
                          <a:pt x="2516" y="2035"/>
                        </a:lnTo>
                        <a:lnTo>
                          <a:pt x="253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0" name="Google Shape;3040;p52"/>
                  <p:cNvSpPr/>
                  <p:nvPr/>
                </p:nvSpPr>
                <p:spPr>
                  <a:xfrm>
                    <a:off x="4416964" y="3924059"/>
                    <a:ext cx="517421" cy="384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2383" extrusionOk="0">
                        <a:moveTo>
                          <a:pt x="2105" y="1"/>
                        </a:moveTo>
                        <a:lnTo>
                          <a:pt x="1490" y="1151"/>
                        </a:lnTo>
                        <a:cubicBezTo>
                          <a:pt x="1490" y="1151"/>
                          <a:pt x="777" y="1015"/>
                          <a:pt x="334" y="1015"/>
                        </a:cubicBezTo>
                        <a:cubicBezTo>
                          <a:pt x="166" y="1015"/>
                          <a:pt x="37" y="1035"/>
                          <a:pt x="0" y="1089"/>
                        </a:cubicBezTo>
                        <a:lnTo>
                          <a:pt x="2168" y="2383"/>
                        </a:lnTo>
                        <a:lnTo>
                          <a:pt x="3203" y="634"/>
                        </a:lnTo>
                        <a:lnTo>
                          <a:pt x="210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1" name="Google Shape;3041;p52"/>
                  <p:cNvSpPr/>
                  <p:nvPr/>
                </p:nvSpPr>
                <p:spPr>
                  <a:xfrm>
                    <a:off x="6036781" y="3605654"/>
                    <a:ext cx="162" cy="7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45" extrusionOk="0">
                        <a:moveTo>
                          <a:pt x="0" y="45"/>
                        </a:moveTo>
                        <a:cubicBezTo>
                          <a:pt x="0" y="1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2" name="Google Shape;3042;p52"/>
                  <p:cNvSpPr/>
                  <p:nvPr/>
                </p:nvSpPr>
                <p:spPr>
                  <a:xfrm>
                    <a:off x="4676244" y="3274002"/>
                    <a:ext cx="1370688" cy="890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5" h="5515" extrusionOk="0">
                        <a:moveTo>
                          <a:pt x="2959" y="1"/>
                        </a:moveTo>
                        <a:cubicBezTo>
                          <a:pt x="2401" y="1"/>
                          <a:pt x="1912" y="465"/>
                          <a:pt x="1589" y="1134"/>
                        </a:cubicBezTo>
                        <a:cubicBezTo>
                          <a:pt x="1339" y="1661"/>
                          <a:pt x="1" y="4738"/>
                          <a:pt x="1" y="4738"/>
                        </a:cubicBezTo>
                        <a:lnTo>
                          <a:pt x="1178" y="5514"/>
                        </a:lnTo>
                        <a:lnTo>
                          <a:pt x="3275" y="1696"/>
                        </a:lnTo>
                        <a:lnTo>
                          <a:pt x="6531" y="3810"/>
                        </a:lnTo>
                        <a:cubicBezTo>
                          <a:pt x="6531" y="3810"/>
                          <a:pt x="7173" y="3802"/>
                          <a:pt x="7789" y="3802"/>
                        </a:cubicBezTo>
                        <a:cubicBezTo>
                          <a:pt x="8351" y="3802"/>
                          <a:pt x="8485" y="2347"/>
                          <a:pt x="8458" y="2098"/>
                        </a:cubicBezTo>
                        <a:lnTo>
                          <a:pt x="5568" y="1009"/>
                        </a:lnTo>
                        <a:cubicBezTo>
                          <a:pt x="5568" y="1009"/>
                          <a:pt x="3846" y="215"/>
                          <a:pt x="3230" y="37"/>
                        </a:cubicBezTo>
                        <a:cubicBezTo>
                          <a:pt x="3139" y="12"/>
                          <a:pt x="3048" y="1"/>
                          <a:pt x="295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3" name="Google Shape;3043;p52"/>
                  <p:cNvSpPr/>
                  <p:nvPr/>
                </p:nvSpPr>
                <p:spPr>
                  <a:xfrm>
                    <a:off x="6036781" y="3612761"/>
                    <a:ext cx="162" cy="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1" extrusionOk="0">
                        <a:moveTo>
                          <a:pt x="0" y="1"/>
                        </a:move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4" name="Google Shape;3044;p52"/>
                  <p:cNvSpPr/>
                  <p:nvPr/>
                </p:nvSpPr>
                <p:spPr>
                  <a:xfrm>
                    <a:off x="4905477" y="3578352"/>
                    <a:ext cx="837436" cy="8689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4" h="5379" extrusionOk="0">
                        <a:moveTo>
                          <a:pt x="1817" y="0"/>
                        </a:moveTo>
                        <a:cubicBezTo>
                          <a:pt x="1585" y="0"/>
                          <a:pt x="1266" y="24"/>
                          <a:pt x="973" y="124"/>
                        </a:cubicBezTo>
                        <a:cubicBezTo>
                          <a:pt x="437" y="312"/>
                          <a:pt x="366" y="1249"/>
                          <a:pt x="366" y="1249"/>
                        </a:cubicBezTo>
                        <a:lnTo>
                          <a:pt x="0" y="5281"/>
                        </a:lnTo>
                        <a:lnTo>
                          <a:pt x="1553" y="5379"/>
                        </a:lnTo>
                        <a:cubicBezTo>
                          <a:pt x="1553" y="5379"/>
                          <a:pt x="1811" y="3256"/>
                          <a:pt x="1865" y="2917"/>
                        </a:cubicBezTo>
                        <a:cubicBezTo>
                          <a:pt x="1909" y="2640"/>
                          <a:pt x="2070" y="1980"/>
                          <a:pt x="2070" y="1980"/>
                        </a:cubicBezTo>
                        <a:lnTo>
                          <a:pt x="5183" y="1926"/>
                        </a:lnTo>
                        <a:lnTo>
                          <a:pt x="2150" y="17"/>
                        </a:lnTo>
                        <a:cubicBezTo>
                          <a:pt x="2150" y="17"/>
                          <a:pt x="2015" y="0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5" name="Google Shape;3045;p52"/>
                  <p:cNvSpPr/>
                  <p:nvPr/>
                </p:nvSpPr>
                <p:spPr>
                  <a:xfrm>
                    <a:off x="4906931" y="3576737"/>
                    <a:ext cx="824513" cy="850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4" h="5265" extrusionOk="0">
                        <a:moveTo>
                          <a:pt x="1704" y="1"/>
                        </a:moveTo>
                        <a:cubicBezTo>
                          <a:pt x="1517" y="10"/>
                          <a:pt x="1338" y="27"/>
                          <a:pt x="1160" y="72"/>
                        </a:cubicBezTo>
                        <a:cubicBezTo>
                          <a:pt x="1106" y="81"/>
                          <a:pt x="1062" y="99"/>
                          <a:pt x="1017" y="108"/>
                        </a:cubicBezTo>
                        <a:cubicBezTo>
                          <a:pt x="982" y="134"/>
                          <a:pt x="937" y="152"/>
                          <a:pt x="892" y="179"/>
                        </a:cubicBezTo>
                        <a:lnTo>
                          <a:pt x="839" y="224"/>
                        </a:lnTo>
                        <a:lnTo>
                          <a:pt x="803" y="242"/>
                        </a:lnTo>
                        <a:lnTo>
                          <a:pt x="776" y="268"/>
                        </a:lnTo>
                        <a:lnTo>
                          <a:pt x="732" y="322"/>
                        </a:lnTo>
                        <a:cubicBezTo>
                          <a:pt x="714" y="340"/>
                          <a:pt x="696" y="357"/>
                          <a:pt x="678" y="375"/>
                        </a:cubicBezTo>
                        <a:cubicBezTo>
                          <a:pt x="571" y="509"/>
                          <a:pt x="491" y="661"/>
                          <a:pt x="437" y="821"/>
                        </a:cubicBezTo>
                        <a:cubicBezTo>
                          <a:pt x="384" y="982"/>
                          <a:pt x="357" y="1151"/>
                          <a:pt x="348" y="1312"/>
                        </a:cubicBezTo>
                        <a:cubicBezTo>
                          <a:pt x="312" y="1642"/>
                          <a:pt x="286" y="1954"/>
                          <a:pt x="259" y="2249"/>
                        </a:cubicBezTo>
                        <a:cubicBezTo>
                          <a:pt x="205" y="2846"/>
                          <a:pt x="161" y="3382"/>
                          <a:pt x="116" y="3828"/>
                        </a:cubicBezTo>
                        <a:cubicBezTo>
                          <a:pt x="81" y="4283"/>
                          <a:pt x="45" y="4640"/>
                          <a:pt x="27" y="4898"/>
                        </a:cubicBezTo>
                        <a:cubicBezTo>
                          <a:pt x="18" y="5023"/>
                          <a:pt x="9" y="5121"/>
                          <a:pt x="0" y="5184"/>
                        </a:cubicBezTo>
                        <a:cubicBezTo>
                          <a:pt x="0" y="5219"/>
                          <a:pt x="0" y="5246"/>
                          <a:pt x="0" y="5264"/>
                        </a:cubicBezTo>
                        <a:cubicBezTo>
                          <a:pt x="0" y="5246"/>
                          <a:pt x="0" y="5219"/>
                          <a:pt x="9" y="5184"/>
                        </a:cubicBezTo>
                        <a:cubicBezTo>
                          <a:pt x="18" y="5121"/>
                          <a:pt x="27" y="5023"/>
                          <a:pt x="36" y="4898"/>
                        </a:cubicBezTo>
                        <a:cubicBezTo>
                          <a:pt x="63" y="4648"/>
                          <a:pt x="89" y="4283"/>
                          <a:pt x="134" y="3828"/>
                        </a:cubicBezTo>
                        <a:cubicBezTo>
                          <a:pt x="179" y="3382"/>
                          <a:pt x="223" y="2846"/>
                          <a:pt x="277" y="2249"/>
                        </a:cubicBezTo>
                        <a:cubicBezTo>
                          <a:pt x="312" y="1954"/>
                          <a:pt x="339" y="1642"/>
                          <a:pt x="366" y="1312"/>
                        </a:cubicBezTo>
                        <a:cubicBezTo>
                          <a:pt x="375" y="1151"/>
                          <a:pt x="411" y="991"/>
                          <a:pt x="455" y="830"/>
                        </a:cubicBezTo>
                        <a:cubicBezTo>
                          <a:pt x="509" y="670"/>
                          <a:pt x="589" y="518"/>
                          <a:pt x="696" y="384"/>
                        </a:cubicBezTo>
                        <a:cubicBezTo>
                          <a:pt x="714" y="366"/>
                          <a:pt x="732" y="349"/>
                          <a:pt x="741" y="331"/>
                        </a:cubicBezTo>
                        <a:lnTo>
                          <a:pt x="794" y="286"/>
                        </a:lnTo>
                        <a:lnTo>
                          <a:pt x="821" y="259"/>
                        </a:lnTo>
                        <a:lnTo>
                          <a:pt x="848" y="242"/>
                        </a:lnTo>
                        <a:lnTo>
                          <a:pt x="910" y="197"/>
                        </a:lnTo>
                        <a:cubicBezTo>
                          <a:pt x="946" y="170"/>
                          <a:pt x="990" y="152"/>
                          <a:pt x="1035" y="134"/>
                        </a:cubicBezTo>
                        <a:cubicBezTo>
                          <a:pt x="1080" y="117"/>
                          <a:pt x="1124" y="99"/>
                          <a:pt x="1169" y="90"/>
                        </a:cubicBezTo>
                        <a:cubicBezTo>
                          <a:pt x="1347" y="54"/>
                          <a:pt x="1526" y="27"/>
                          <a:pt x="1704" y="18"/>
                        </a:cubicBezTo>
                        <a:lnTo>
                          <a:pt x="2132" y="36"/>
                        </a:lnTo>
                        <a:lnTo>
                          <a:pt x="2123" y="36"/>
                        </a:lnTo>
                        <a:lnTo>
                          <a:pt x="2445" y="215"/>
                        </a:lnTo>
                        <a:lnTo>
                          <a:pt x="2757" y="393"/>
                        </a:lnTo>
                        <a:lnTo>
                          <a:pt x="3328" y="732"/>
                        </a:lnTo>
                        <a:lnTo>
                          <a:pt x="4265" y="1285"/>
                        </a:lnTo>
                        <a:lnTo>
                          <a:pt x="4880" y="1642"/>
                        </a:lnTo>
                        <a:lnTo>
                          <a:pt x="5041" y="1740"/>
                        </a:lnTo>
                        <a:lnTo>
                          <a:pt x="5085" y="1767"/>
                        </a:lnTo>
                        <a:lnTo>
                          <a:pt x="5103" y="1767"/>
                        </a:lnTo>
                        <a:lnTo>
                          <a:pt x="5085" y="1758"/>
                        </a:lnTo>
                        <a:lnTo>
                          <a:pt x="5041" y="1731"/>
                        </a:lnTo>
                        <a:lnTo>
                          <a:pt x="4880" y="1633"/>
                        </a:lnTo>
                        <a:lnTo>
                          <a:pt x="4265" y="1267"/>
                        </a:lnTo>
                        <a:lnTo>
                          <a:pt x="3319" y="714"/>
                        </a:lnTo>
                        <a:lnTo>
                          <a:pt x="2757" y="375"/>
                        </a:lnTo>
                        <a:lnTo>
                          <a:pt x="2445" y="197"/>
                        </a:lnTo>
                        <a:lnTo>
                          <a:pt x="2123" y="10"/>
                        </a:lnTo>
                        <a:lnTo>
                          <a:pt x="1704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6" name="Google Shape;3046;p52"/>
                  <p:cNvSpPr/>
                  <p:nvPr/>
                </p:nvSpPr>
                <p:spPr>
                  <a:xfrm>
                    <a:off x="5362328" y="3279817"/>
                    <a:ext cx="242314" cy="177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1099" extrusionOk="0">
                        <a:moveTo>
                          <a:pt x="1410" y="1"/>
                        </a:moveTo>
                        <a:lnTo>
                          <a:pt x="0" y="385"/>
                        </a:lnTo>
                        <a:lnTo>
                          <a:pt x="1312" y="1098"/>
                        </a:lnTo>
                        <a:lnTo>
                          <a:pt x="1499" y="5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7" name="Google Shape;3047;p52"/>
                  <p:cNvSpPr/>
                  <p:nvPr/>
                </p:nvSpPr>
                <p:spPr>
                  <a:xfrm>
                    <a:off x="5559737" y="2611183"/>
                    <a:ext cx="615477" cy="1002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0" h="6207" extrusionOk="0">
                        <a:moveTo>
                          <a:pt x="2704" y="1"/>
                        </a:moveTo>
                        <a:lnTo>
                          <a:pt x="1160" y="634"/>
                        </a:lnTo>
                        <a:lnTo>
                          <a:pt x="1169" y="1089"/>
                        </a:lnTo>
                        <a:lnTo>
                          <a:pt x="170" y="3043"/>
                        </a:lnTo>
                        <a:lnTo>
                          <a:pt x="0" y="5068"/>
                        </a:lnTo>
                        <a:lnTo>
                          <a:pt x="2953" y="6201"/>
                        </a:lnTo>
                        <a:cubicBezTo>
                          <a:pt x="2953" y="6201"/>
                          <a:pt x="2961" y="6206"/>
                          <a:pt x="2976" y="6206"/>
                        </a:cubicBezTo>
                        <a:cubicBezTo>
                          <a:pt x="3006" y="6206"/>
                          <a:pt x="3068" y="6182"/>
                          <a:pt x="3159" y="6031"/>
                        </a:cubicBezTo>
                        <a:cubicBezTo>
                          <a:pt x="3301" y="5799"/>
                          <a:pt x="3453" y="3730"/>
                          <a:pt x="3631" y="2490"/>
                        </a:cubicBezTo>
                        <a:cubicBezTo>
                          <a:pt x="3810" y="1250"/>
                          <a:pt x="2891" y="429"/>
                          <a:pt x="2891" y="429"/>
                        </a:cubicBezTo>
                        <a:lnTo>
                          <a:pt x="270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8" name="Google Shape;3048;p52"/>
                  <p:cNvSpPr/>
                  <p:nvPr/>
                </p:nvSpPr>
                <p:spPr>
                  <a:xfrm>
                    <a:off x="5128895" y="2787913"/>
                    <a:ext cx="926769" cy="546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7" h="3380" extrusionOk="0">
                        <a:moveTo>
                          <a:pt x="4652" y="0"/>
                        </a:moveTo>
                        <a:cubicBezTo>
                          <a:pt x="4402" y="0"/>
                          <a:pt x="4154" y="92"/>
                          <a:pt x="3979" y="263"/>
                        </a:cubicBezTo>
                        <a:cubicBezTo>
                          <a:pt x="3622" y="619"/>
                          <a:pt x="2355" y="1958"/>
                          <a:pt x="2355" y="1958"/>
                        </a:cubicBezTo>
                        <a:lnTo>
                          <a:pt x="901" y="2368"/>
                        </a:lnTo>
                        <a:lnTo>
                          <a:pt x="357" y="2520"/>
                        </a:lnTo>
                        <a:lnTo>
                          <a:pt x="0" y="3046"/>
                        </a:lnTo>
                        <a:cubicBezTo>
                          <a:pt x="0" y="3046"/>
                          <a:pt x="20" y="3045"/>
                          <a:pt x="55" y="3045"/>
                        </a:cubicBezTo>
                        <a:cubicBezTo>
                          <a:pt x="201" y="3045"/>
                          <a:pt x="613" y="3062"/>
                          <a:pt x="972" y="3242"/>
                        </a:cubicBezTo>
                        <a:cubicBezTo>
                          <a:pt x="1170" y="3341"/>
                          <a:pt x="1410" y="3379"/>
                          <a:pt x="1654" y="3379"/>
                        </a:cubicBezTo>
                        <a:cubicBezTo>
                          <a:pt x="2069" y="3379"/>
                          <a:pt x="2498" y="3269"/>
                          <a:pt x="2757" y="3162"/>
                        </a:cubicBezTo>
                        <a:cubicBezTo>
                          <a:pt x="3006" y="3055"/>
                          <a:pt x="3952" y="2644"/>
                          <a:pt x="4648" y="2297"/>
                        </a:cubicBezTo>
                        <a:cubicBezTo>
                          <a:pt x="5290" y="1984"/>
                          <a:pt x="5736" y="1378"/>
                          <a:pt x="5567" y="673"/>
                        </a:cubicBezTo>
                        <a:cubicBezTo>
                          <a:pt x="5540" y="610"/>
                          <a:pt x="5513" y="548"/>
                          <a:pt x="5487" y="486"/>
                        </a:cubicBezTo>
                        <a:cubicBezTo>
                          <a:pt x="5305" y="153"/>
                          <a:pt x="4976" y="0"/>
                          <a:pt x="4652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49" name="Google Shape;3049;p52"/>
                  <p:cNvSpPr/>
                  <p:nvPr/>
                </p:nvSpPr>
                <p:spPr>
                  <a:xfrm>
                    <a:off x="5125987" y="2786944"/>
                    <a:ext cx="909484" cy="549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30" h="3400" extrusionOk="0">
                        <a:moveTo>
                          <a:pt x="5564" y="620"/>
                        </a:moveTo>
                        <a:cubicBezTo>
                          <a:pt x="5568" y="635"/>
                          <a:pt x="5569" y="648"/>
                          <a:pt x="5575" y="660"/>
                        </a:cubicBezTo>
                        <a:lnTo>
                          <a:pt x="5575" y="660"/>
                        </a:lnTo>
                        <a:cubicBezTo>
                          <a:pt x="5574" y="644"/>
                          <a:pt x="5569" y="632"/>
                          <a:pt x="5564" y="620"/>
                        </a:cubicBezTo>
                        <a:close/>
                        <a:moveTo>
                          <a:pt x="5575" y="660"/>
                        </a:moveTo>
                        <a:lnTo>
                          <a:pt x="5575" y="660"/>
                        </a:lnTo>
                        <a:cubicBezTo>
                          <a:pt x="5576" y="663"/>
                          <a:pt x="5576" y="667"/>
                          <a:pt x="5576" y="670"/>
                        </a:cubicBezTo>
                        <a:cubicBezTo>
                          <a:pt x="5576" y="670"/>
                          <a:pt x="5585" y="679"/>
                          <a:pt x="5585" y="679"/>
                        </a:cubicBezTo>
                        <a:cubicBezTo>
                          <a:pt x="5585" y="679"/>
                          <a:pt x="5585" y="670"/>
                          <a:pt x="5576" y="661"/>
                        </a:cubicBezTo>
                        <a:cubicBezTo>
                          <a:pt x="5576" y="661"/>
                          <a:pt x="5576" y="661"/>
                          <a:pt x="5575" y="660"/>
                        </a:cubicBezTo>
                        <a:close/>
                        <a:moveTo>
                          <a:pt x="4648" y="0"/>
                        </a:moveTo>
                        <a:cubicBezTo>
                          <a:pt x="4447" y="0"/>
                          <a:pt x="4255" y="70"/>
                          <a:pt x="4095" y="188"/>
                        </a:cubicBezTo>
                        <a:cubicBezTo>
                          <a:pt x="3997" y="260"/>
                          <a:pt x="3917" y="340"/>
                          <a:pt x="3836" y="429"/>
                        </a:cubicBezTo>
                        <a:lnTo>
                          <a:pt x="3569" y="706"/>
                        </a:lnTo>
                        <a:cubicBezTo>
                          <a:pt x="3203" y="1080"/>
                          <a:pt x="2801" y="1500"/>
                          <a:pt x="2364" y="1964"/>
                        </a:cubicBezTo>
                        <a:lnTo>
                          <a:pt x="2373" y="1964"/>
                        </a:lnTo>
                        <a:lnTo>
                          <a:pt x="375" y="2526"/>
                        </a:lnTo>
                        <a:lnTo>
                          <a:pt x="36" y="3016"/>
                        </a:lnTo>
                        <a:lnTo>
                          <a:pt x="18" y="3052"/>
                        </a:lnTo>
                        <a:lnTo>
                          <a:pt x="0" y="3070"/>
                        </a:lnTo>
                        <a:lnTo>
                          <a:pt x="27" y="3070"/>
                        </a:lnTo>
                        <a:cubicBezTo>
                          <a:pt x="30" y="3070"/>
                          <a:pt x="33" y="3070"/>
                          <a:pt x="36" y="3069"/>
                        </a:cubicBezTo>
                        <a:lnTo>
                          <a:pt x="36" y="3069"/>
                        </a:lnTo>
                        <a:lnTo>
                          <a:pt x="36" y="3070"/>
                        </a:lnTo>
                        <a:lnTo>
                          <a:pt x="36" y="3069"/>
                        </a:lnTo>
                        <a:lnTo>
                          <a:pt x="36" y="3069"/>
                        </a:lnTo>
                        <a:cubicBezTo>
                          <a:pt x="57" y="3069"/>
                          <a:pt x="78" y="3068"/>
                          <a:pt x="98" y="3068"/>
                        </a:cubicBezTo>
                        <a:cubicBezTo>
                          <a:pt x="308" y="3068"/>
                          <a:pt x="523" y="3103"/>
                          <a:pt x="723" y="3159"/>
                        </a:cubicBezTo>
                        <a:cubicBezTo>
                          <a:pt x="776" y="3177"/>
                          <a:pt x="830" y="3195"/>
                          <a:pt x="883" y="3212"/>
                        </a:cubicBezTo>
                        <a:lnTo>
                          <a:pt x="1044" y="3284"/>
                        </a:lnTo>
                        <a:cubicBezTo>
                          <a:pt x="1071" y="3302"/>
                          <a:pt x="1098" y="3311"/>
                          <a:pt x="1124" y="3320"/>
                        </a:cubicBezTo>
                        <a:lnTo>
                          <a:pt x="1205" y="3346"/>
                        </a:lnTo>
                        <a:cubicBezTo>
                          <a:pt x="1267" y="3355"/>
                          <a:pt x="1321" y="3373"/>
                          <a:pt x="1374" y="3373"/>
                        </a:cubicBezTo>
                        <a:cubicBezTo>
                          <a:pt x="1486" y="3391"/>
                          <a:pt x="1597" y="3400"/>
                          <a:pt x="1709" y="3400"/>
                        </a:cubicBezTo>
                        <a:cubicBezTo>
                          <a:pt x="1820" y="3400"/>
                          <a:pt x="1932" y="3391"/>
                          <a:pt x="2043" y="3373"/>
                        </a:cubicBezTo>
                        <a:cubicBezTo>
                          <a:pt x="2248" y="3346"/>
                          <a:pt x="2462" y="3302"/>
                          <a:pt x="2659" y="3230"/>
                        </a:cubicBezTo>
                        <a:cubicBezTo>
                          <a:pt x="2757" y="3195"/>
                          <a:pt x="2855" y="3150"/>
                          <a:pt x="2944" y="3114"/>
                        </a:cubicBezTo>
                        <a:lnTo>
                          <a:pt x="3221" y="2989"/>
                        </a:lnTo>
                        <a:lnTo>
                          <a:pt x="3738" y="2758"/>
                        </a:lnTo>
                        <a:cubicBezTo>
                          <a:pt x="4077" y="2606"/>
                          <a:pt x="4389" y="2454"/>
                          <a:pt x="4666" y="2320"/>
                        </a:cubicBezTo>
                        <a:cubicBezTo>
                          <a:pt x="4800" y="2249"/>
                          <a:pt x="4925" y="2169"/>
                          <a:pt x="5050" y="2080"/>
                        </a:cubicBezTo>
                        <a:cubicBezTo>
                          <a:pt x="5103" y="2035"/>
                          <a:pt x="5148" y="1990"/>
                          <a:pt x="5201" y="1946"/>
                        </a:cubicBezTo>
                        <a:cubicBezTo>
                          <a:pt x="5246" y="1901"/>
                          <a:pt x="5290" y="1848"/>
                          <a:pt x="5326" y="1794"/>
                        </a:cubicBezTo>
                        <a:cubicBezTo>
                          <a:pt x="5371" y="1749"/>
                          <a:pt x="5397" y="1705"/>
                          <a:pt x="5433" y="1651"/>
                        </a:cubicBezTo>
                        <a:lnTo>
                          <a:pt x="5478" y="1580"/>
                        </a:lnTo>
                        <a:lnTo>
                          <a:pt x="5496" y="1544"/>
                        </a:lnTo>
                        <a:lnTo>
                          <a:pt x="5513" y="1500"/>
                        </a:lnTo>
                        <a:cubicBezTo>
                          <a:pt x="5522" y="1482"/>
                          <a:pt x="5531" y="1455"/>
                          <a:pt x="5540" y="1428"/>
                        </a:cubicBezTo>
                        <a:cubicBezTo>
                          <a:pt x="5549" y="1410"/>
                          <a:pt x="5558" y="1384"/>
                          <a:pt x="5567" y="1357"/>
                        </a:cubicBezTo>
                        <a:cubicBezTo>
                          <a:pt x="5585" y="1312"/>
                          <a:pt x="5594" y="1268"/>
                          <a:pt x="5603" y="1223"/>
                        </a:cubicBezTo>
                        <a:cubicBezTo>
                          <a:pt x="5629" y="1089"/>
                          <a:pt x="5629" y="955"/>
                          <a:pt x="5612" y="822"/>
                        </a:cubicBezTo>
                        <a:cubicBezTo>
                          <a:pt x="5603" y="777"/>
                          <a:pt x="5594" y="741"/>
                          <a:pt x="5594" y="724"/>
                        </a:cubicBezTo>
                        <a:cubicBezTo>
                          <a:pt x="5585" y="697"/>
                          <a:pt x="5585" y="688"/>
                          <a:pt x="5585" y="688"/>
                        </a:cubicBezTo>
                        <a:cubicBezTo>
                          <a:pt x="5585" y="688"/>
                          <a:pt x="5585" y="697"/>
                          <a:pt x="5585" y="724"/>
                        </a:cubicBezTo>
                        <a:cubicBezTo>
                          <a:pt x="5594" y="741"/>
                          <a:pt x="5603" y="777"/>
                          <a:pt x="5603" y="822"/>
                        </a:cubicBezTo>
                        <a:cubicBezTo>
                          <a:pt x="5621" y="955"/>
                          <a:pt x="5621" y="1089"/>
                          <a:pt x="5594" y="1223"/>
                        </a:cubicBezTo>
                        <a:cubicBezTo>
                          <a:pt x="5585" y="1268"/>
                          <a:pt x="5576" y="1312"/>
                          <a:pt x="5558" y="1357"/>
                        </a:cubicBezTo>
                        <a:cubicBezTo>
                          <a:pt x="5549" y="1384"/>
                          <a:pt x="5540" y="1402"/>
                          <a:pt x="5531" y="1428"/>
                        </a:cubicBezTo>
                        <a:lnTo>
                          <a:pt x="5505" y="1500"/>
                        </a:lnTo>
                        <a:lnTo>
                          <a:pt x="5487" y="1535"/>
                        </a:lnTo>
                        <a:cubicBezTo>
                          <a:pt x="5478" y="1544"/>
                          <a:pt x="5469" y="1562"/>
                          <a:pt x="5469" y="1571"/>
                        </a:cubicBezTo>
                        <a:cubicBezTo>
                          <a:pt x="5451" y="1598"/>
                          <a:pt x="5442" y="1616"/>
                          <a:pt x="5424" y="1642"/>
                        </a:cubicBezTo>
                        <a:cubicBezTo>
                          <a:pt x="5389" y="1696"/>
                          <a:pt x="5353" y="1741"/>
                          <a:pt x="5317" y="1794"/>
                        </a:cubicBezTo>
                        <a:cubicBezTo>
                          <a:pt x="5282" y="1839"/>
                          <a:pt x="5237" y="1892"/>
                          <a:pt x="5192" y="1937"/>
                        </a:cubicBezTo>
                        <a:cubicBezTo>
                          <a:pt x="5148" y="1981"/>
                          <a:pt x="5094" y="2026"/>
                          <a:pt x="5041" y="2071"/>
                        </a:cubicBezTo>
                        <a:cubicBezTo>
                          <a:pt x="4925" y="2160"/>
                          <a:pt x="4800" y="2240"/>
                          <a:pt x="4666" y="2303"/>
                        </a:cubicBezTo>
                        <a:cubicBezTo>
                          <a:pt x="4380" y="2445"/>
                          <a:pt x="4077" y="2588"/>
                          <a:pt x="3738" y="2740"/>
                        </a:cubicBezTo>
                        <a:lnTo>
                          <a:pt x="3212" y="2981"/>
                        </a:lnTo>
                        <a:lnTo>
                          <a:pt x="2944" y="3097"/>
                        </a:lnTo>
                        <a:cubicBezTo>
                          <a:pt x="2846" y="3132"/>
                          <a:pt x="2757" y="3177"/>
                          <a:pt x="2659" y="3212"/>
                        </a:cubicBezTo>
                        <a:cubicBezTo>
                          <a:pt x="2454" y="3284"/>
                          <a:pt x="2248" y="3328"/>
                          <a:pt x="2043" y="3355"/>
                        </a:cubicBezTo>
                        <a:cubicBezTo>
                          <a:pt x="1932" y="3373"/>
                          <a:pt x="1820" y="3382"/>
                          <a:pt x="1710" y="3382"/>
                        </a:cubicBezTo>
                        <a:cubicBezTo>
                          <a:pt x="1599" y="3382"/>
                          <a:pt x="1490" y="3373"/>
                          <a:pt x="1383" y="3355"/>
                        </a:cubicBezTo>
                        <a:cubicBezTo>
                          <a:pt x="1329" y="3346"/>
                          <a:pt x="1267" y="3337"/>
                          <a:pt x="1214" y="3328"/>
                        </a:cubicBezTo>
                        <a:cubicBezTo>
                          <a:pt x="1187" y="3320"/>
                          <a:pt x="1160" y="3311"/>
                          <a:pt x="1133" y="3302"/>
                        </a:cubicBezTo>
                        <a:cubicBezTo>
                          <a:pt x="1106" y="3293"/>
                          <a:pt x="1080" y="3284"/>
                          <a:pt x="1053" y="3266"/>
                        </a:cubicBezTo>
                        <a:lnTo>
                          <a:pt x="901" y="3204"/>
                        </a:lnTo>
                        <a:cubicBezTo>
                          <a:pt x="839" y="3177"/>
                          <a:pt x="785" y="3159"/>
                          <a:pt x="732" y="3141"/>
                        </a:cubicBezTo>
                        <a:cubicBezTo>
                          <a:pt x="616" y="3105"/>
                          <a:pt x="500" y="3088"/>
                          <a:pt x="384" y="3070"/>
                        </a:cubicBezTo>
                        <a:cubicBezTo>
                          <a:pt x="275" y="3053"/>
                          <a:pt x="166" y="3052"/>
                          <a:pt x="49" y="3052"/>
                        </a:cubicBezTo>
                        <a:lnTo>
                          <a:pt x="49" y="3052"/>
                        </a:lnTo>
                        <a:lnTo>
                          <a:pt x="63" y="3034"/>
                        </a:lnTo>
                        <a:cubicBezTo>
                          <a:pt x="179" y="2865"/>
                          <a:pt x="286" y="2695"/>
                          <a:pt x="393" y="2543"/>
                        </a:cubicBezTo>
                        <a:lnTo>
                          <a:pt x="384" y="2543"/>
                        </a:lnTo>
                        <a:lnTo>
                          <a:pt x="2382" y="1981"/>
                        </a:lnTo>
                        <a:cubicBezTo>
                          <a:pt x="2819" y="1518"/>
                          <a:pt x="3221" y="1098"/>
                          <a:pt x="3587" y="724"/>
                        </a:cubicBezTo>
                        <a:lnTo>
                          <a:pt x="3845" y="447"/>
                        </a:lnTo>
                        <a:cubicBezTo>
                          <a:pt x="3926" y="358"/>
                          <a:pt x="4015" y="277"/>
                          <a:pt x="4104" y="206"/>
                        </a:cubicBezTo>
                        <a:cubicBezTo>
                          <a:pt x="4273" y="81"/>
                          <a:pt x="4479" y="19"/>
                          <a:pt x="4684" y="19"/>
                        </a:cubicBezTo>
                        <a:cubicBezTo>
                          <a:pt x="4853" y="19"/>
                          <a:pt x="5023" y="63"/>
                          <a:pt x="5166" y="153"/>
                        </a:cubicBezTo>
                        <a:cubicBezTo>
                          <a:pt x="5273" y="215"/>
                          <a:pt x="5371" y="304"/>
                          <a:pt x="5442" y="402"/>
                        </a:cubicBezTo>
                        <a:cubicBezTo>
                          <a:pt x="5469" y="447"/>
                          <a:pt x="5496" y="483"/>
                          <a:pt x="5513" y="518"/>
                        </a:cubicBezTo>
                        <a:cubicBezTo>
                          <a:pt x="5531" y="554"/>
                          <a:pt x="5549" y="581"/>
                          <a:pt x="5558" y="608"/>
                        </a:cubicBezTo>
                        <a:cubicBezTo>
                          <a:pt x="5560" y="612"/>
                          <a:pt x="5562" y="616"/>
                          <a:pt x="5564" y="620"/>
                        </a:cubicBezTo>
                        <a:lnTo>
                          <a:pt x="5564" y="620"/>
                        </a:lnTo>
                        <a:cubicBezTo>
                          <a:pt x="5562" y="613"/>
                          <a:pt x="5561" y="606"/>
                          <a:pt x="5558" y="599"/>
                        </a:cubicBezTo>
                        <a:cubicBezTo>
                          <a:pt x="5549" y="581"/>
                          <a:pt x="5531" y="545"/>
                          <a:pt x="5513" y="509"/>
                        </a:cubicBezTo>
                        <a:cubicBezTo>
                          <a:pt x="5496" y="474"/>
                          <a:pt x="5469" y="438"/>
                          <a:pt x="5442" y="393"/>
                        </a:cubicBezTo>
                        <a:cubicBezTo>
                          <a:pt x="5273" y="144"/>
                          <a:pt x="4987" y="1"/>
                          <a:pt x="4684" y="1"/>
                        </a:cubicBezTo>
                        <a:cubicBezTo>
                          <a:pt x="4672" y="0"/>
                          <a:pt x="4660" y="0"/>
                          <a:pt x="464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0" name="Google Shape;3050;p52"/>
                  <p:cNvSpPr/>
                  <p:nvPr/>
                </p:nvSpPr>
                <p:spPr>
                  <a:xfrm>
                    <a:off x="5385429" y="3317296"/>
                    <a:ext cx="194659" cy="31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1965" extrusionOk="0">
                        <a:moveTo>
                          <a:pt x="981" y="1"/>
                        </a:moveTo>
                        <a:lnTo>
                          <a:pt x="419" y="99"/>
                        </a:lnTo>
                        <a:cubicBezTo>
                          <a:pt x="419" y="99"/>
                          <a:pt x="71" y="483"/>
                          <a:pt x="36" y="616"/>
                        </a:cubicBezTo>
                        <a:cubicBezTo>
                          <a:pt x="0" y="750"/>
                          <a:pt x="18" y="1348"/>
                          <a:pt x="18" y="1348"/>
                        </a:cubicBezTo>
                        <a:cubicBezTo>
                          <a:pt x="18" y="1348"/>
                          <a:pt x="107" y="1509"/>
                          <a:pt x="152" y="1571"/>
                        </a:cubicBezTo>
                        <a:cubicBezTo>
                          <a:pt x="165" y="1604"/>
                          <a:pt x="198" y="1622"/>
                          <a:pt x="228" y="1622"/>
                        </a:cubicBezTo>
                        <a:cubicBezTo>
                          <a:pt x="239" y="1622"/>
                          <a:pt x="250" y="1620"/>
                          <a:pt x="259" y="1616"/>
                        </a:cubicBezTo>
                        <a:cubicBezTo>
                          <a:pt x="296" y="1790"/>
                          <a:pt x="382" y="1817"/>
                          <a:pt x="430" y="1817"/>
                        </a:cubicBezTo>
                        <a:cubicBezTo>
                          <a:pt x="450" y="1817"/>
                          <a:pt x="464" y="1812"/>
                          <a:pt x="464" y="1812"/>
                        </a:cubicBezTo>
                        <a:cubicBezTo>
                          <a:pt x="479" y="1863"/>
                          <a:pt x="524" y="1897"/>
                          <a:pt x="574" y="1897"/>
                        </a:cubicBezTo>
                        <a:cubicBezTo>
                          <a:pt x="585" y="1897"/>
                          <a:pt x="596" y="1895"/>
                          <a:pt x="607" y="1892"/>
                        </a:cubicBezTo>
                        <a:cubicBezTo>
                          <a:pt x="642" y="1937"/>
                          <a:pt x="687" y="1963"/>
                          <a:pt x="740" y="1963"/>
                        </a:cubicBezTo>
                        <a:cubicBezTo>
                          <a:pt x="745" y="1964"/>
                          <a:pt x="750" y="1965"/>
                          <a:pt x="754" y="1965"/>
                        </a:cubicBezTo>
                        <a:cubicBezTo>
                          <a:pt x="792" y="1965"/>
                          <a:pt x="822" y="1932"/>
                          <a:pt x="830" y="1892"/>
                        </a:cubicBezTo>
                        <a:lnTo>
                          <a:pt x="830" y="1446"/>
                        </a:lnTo>
                        <a:lnTo>
                          <a:pt x="892" y="1196"/>
                        </a:lnTo>
                        <a:lnTo>
                          <a:pt x="892" y="1196"/>
                        </a:lnTo>
                        <a:cubicBezTo>
                          <a:pt x="892" y="1196"/>
                          <a:pt x="883" y="1473"/>
                          <a:pt x="919" y="1553"/>
                        </a:cubicBezTo>
                        <a:cubicBezTo>
                          <a:pt x="919" y="1562"/>
                          <a:pt x="919" y="1562"/>
                          <a:pt x="919" y="1562"/>
                        </a:cubicBezTo>
                        <a:cubicBezTo>
                          <a:pt x="949" y="1616"/>
                          <a:pt x="999" y="1646"/>
                          <a:pt x="1054" y="1646"/>
                        </a:cubicBezTo>
                        <a:cubicBezTo>
                          <a:pt x="1080" y="1646"/>
                          <a:pt x="1107" y="1639"/>
                          <a:pt x="1133" y="1624"/>
                        </a:cubicBezTo>
                        <a:cubicBezTo>
                          <a:pt x="1178" y="1589"/>
                          <a:pt x="1133" y="1473"/>
                          <a:pt x="1133" y="1348"/>
                        </a:cubicBezTo>
                        <a:cubicBezTo>
                          <a:pt x="1124" y="1223"/>
                          <a:pt x="1204" y="1000"/>
                          <a:pt x="1195" y="929"/>
                        </a:cubicBezTo>
                        <a:cubicBezTo>
                          <a:pt x="1187" y="857"/>
                          <a:pt x="1115" y="322"/>
                          <a:pt x="1115" y="322"/>
                        </a:cubicBezTo>
                        <a:lnTo>
                          <a:pt x="981" y="1"/>
                        </a:ln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1" name="Google Shape;3051;p52"/>
                  <p:cNvSpPr/>
                  <p:nvPr/>
                </p:nvSpPr>
                <p:spPr>
                  <a:xfrm>
                    <a:off x="5751330" y="2678870"/>
                    <a:ext cx="263960" cy="1040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4" h="644" extrusionOk="0">
                        <a:moveTo>
                          <a:pt x="1634" y="1"/>
                        </a:moveTo>
                        <a:cubicBezTo>
                          <a:pt x="1626" y="1"/>
                          <a:pt x="1617" y="1"/>
                          <a:pt x="1616" y="7"/>
                        </a:cubicBezTo>
                        <a:lnTo>
                          <a:pt x="1616" y="7"/>
                        </a:lnTo>
                        <a:cubicBezTo>
                          <a:pt x="1622" y="5"/>
                          <a:pt x="1628" y="1"/>
                          <a:pt x="1634" y="1"/>
                        </a:cubicBezTo>
                        <a:close/>
                        <a:moveTo>
                          <a:pt x="1616" y="7"/>
                        </a:moveTo>
                        <a:lnTo>
                          <a:pt x="1616" y="7"/>
                        </a:lnTo>
                        <a:cubicBezTo>
                          <a:pt x="1613" y="9"/>
                          <a:pt x="1610" y="10"/>
                          <a:pt x="1607" y="10"/>
                        </a:cubicBezTo>
                        <a:lnTo>
                          <a:pt x="1580" y="28"/>
                        </a:lnTo>
                        <a:lnTo>
                          <a:pt x="1580" y="28"/>
                        </a:lnTo>
                        <a:lnTo>
                          <a:pt x="1616" y="10"/>
                        </a:lnTo>
                        <a:cubicBezTo>
                          <a:pt x="1616" y="9"/>
                          <a:pt x="1616" y="8"/>
                          <a:pt x="1616" y="7"/>
                        </a:cubicBezTo>
                        <a:close/>
                        <a:moveTo>
                          <a:pt x="1580" y="28"/>
                        </a:moveTo>
                        <a:lnTo>
                          <a:pt x="1562" y="37"/>
                        </a:lnTo>
                        <a:lnTo>
                          <a:pt x="1366" y="126"/>
                        </a:lnTo>
                        <a:cubicBezTo>
                          <a:pt x="1205" y="206"/>
                          <a:pt x="973" y="313"/>
                          <a:pt x="715" y="411"/>
                        </a:cubicBezTo>
                        <a:cubicBezTo>
                          <a:pt x="510" y="500"/>
                          <a:pt x="315" y="571"/>
                          <a:pt x="163" y="616"/>
                        </a:cubicBezTo>
                        <a:lnTo>
                          <a:pt x="163" y="616"/>
                        </a:lnTo>
                        <a:cubicBezTo>
                          <a:pt x="105" y="538"/>
                          <a:pt x="62" y="452"/>
                          <a:pt x="37" y="358"/>
                        </a:cubicBezTo>
                        <a:cubicBezTo>
                          <a:pt x="19" y="331"/>
                          <a:pt x="10" y="295"/>
                          <a:pt x="10" y="286"/>
                        </a:cubicBezTo>
                        <a:cubicBezTo>
                          <a:pt x="10" y="277"/>
                          <a:pt x="1" y="268"/>
                          <a:pt x="1" y="260"/>
                        </a:cubicBezTo>
                        <a:cubicBezTo>
                          <a:pt x="1" y="268"/>
                          <a:pt x="1" y="277"/>
                          <a:pt x="1" y="286"/>
                        </a:cubicBezTo>
                        <a:cubicBezTo>
                          <a:pt x="10" y="304"/>
                          <a:pt x="10" y="331"/>
                          <a:pt x="28" y="367"/>
                        </a:cubicBezTo>
                        <a:cubicBezTo>
                          <a:pt x="55" y="456"/>
                          <a:pt x="90" y="554"/>
                          <a:pt x="153" y="634"/>
                        </a:cubicBezTo>
                        <a:lnTo>
                          <a:pt x="153" y="643"/>
                        </a:lnTo>
                        <a:lnTo>
                          <a:pt x="162" y="643"/>
                        </a:lnTo>
                        <a:cubicBezTo>
                          <a:pt x="313" y="590"/>
                          <a:pt x="509" y="518"/>
                          <a:pt x="724" y="438"/>
                        </a:cubicBezTo>
                        <a:cubicBezTo>
                          <a:pt x="982" y="331"/>
                          <a:pt x="1205" y="224"/>
                          <a:pt x="1366" y="144"/>
                        </a:cubicBezTo>
                        <a:cubicBezTo>
                          <a:pt x="1446" y="99"/>
                          <a:pt x="1518" y="63"/>
                          <a:pt x="1553" y="45"/>
                        </a:cubicBezTo>
                        <a:lnTo>
                          <a:pt x="1580" y="2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2" name="Google Shape;3052;p52"/>
                  <p:cNvSpPr/>
                  <p:nvPr/>
                </p:nvSpPr>
                <p:spPr>
                  <a:xfrm>
                    <a:off x="5200944" y="3210676"/>
                    <a:ext cx="23101" cy="57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358" extrusionOk="0">
                        <a:moveTo>
                          <a:pt x="0" y="1"/>
                        </a:moveTo>
                        <a:lnTo>
                          <a:pt x="0" y="1"/>
                        </a:lnTo>
                        <a:cubicBezTo>
                          <a:pt x="18" y="63"/>
                          <a:pt x="36" y="126"/>
                          <a:pt x="63" y="179"/>
                        </a:cubicBezTo>
                        <a:cubicBezTo>
                          <a:pt x="80" y="242"/>
                          <a:pt x="107" y="295"/>
                          <a:pt x="143" y="358"/>
                        </a:cubicBezTo>
                        <a:cubicBezTo>
                          <a:pt x="107" y="233"/>
                          <a:pt x="63" y="108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3" name="Google Shape;3053;p52"/>
                  <p:cNvSpPr/>
                  <p:nvPr/>
                </p:nvSpPr>
                <p:spPr>
                  <a:xfrm>
                    <a:off x="5519350" y="3134265"/>
                    <a:ext cx="21808" cy="105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653" extrusionOk="0">
                        <a:moveTo>
                          <a:pt x="1" y="1"/>
                        </a:moveTo>
                        <a:cubicBezTo>
                          <a:pt x="1" y="37"/>
                          <a:pt x="1" y="63"/>
                          <a:pt x="10" y="99"/>
                        </a:cubicBezTo>
                        <a:cubicBezTo>
                          <a:pt x="10" y="161"/>
                          <a:pt x="27" y="242"/>
                          <a:pt x="45" y="331"/>
                        </a:cubicBezTo>
                        <a:cubicBezTo>
                          <a:pt x="63" y="420"/>
                          <a:pt x="90" y="500"/>
                          <a:pt x="99" y="554"/>
                        </a:cubicBezTo>
                        <a:cubicBezTo>
                          <a:pt x="108" y="590"/>
                          <a:pt x="126" y="616"/>
                          <a:pt x="135" y="652"/>
                        </a:cubicBezTo>
                        <a:cubicBezTo>
                          <a:pt x="135" y="616"/>
                          <a:pt x="126" y="581"/>
                          <a:pt x="117" y="554"/>
                        </a:cubicBezTo>
                        <a:cubicBezTo>
                          <a:pt x="99" y="483"/>
                          <a:pt x="90" y="411"/>
                          <a:pt x="72" y="322"/>
                        </a:cubicBezTo>
                        <a:cubicBezTo>
                          <a:pt x="45" y="242"/>
                          <a:pt x="36" y="161"/>
                          <a:pt x="19" y="99"/>
                        </a:cubicBezTo>
                        <a:cubicBezTo>
                          <a:pt x="19" y="63"/>
                          <a:pt x="10" y="28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4" name="Google Shape;3054;p52"/>
                  <p:cNvSpPr/>
                  <p:nvPr/>
                </p:nvSpPr>
                <p:spPr>
                  <a:xfrm>
                    <a:off x="5543905" y="3147350"/>
                    <a:ext cx="39093" cy="851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" h="527" extrusionOk="0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125" y="152"/>
                          <a:pt x="206" y="330"/>
                          <a:pt x="232" y="527"/>
                        </a:cubicBezTo>
                        <a:cubicBezTo>
                          <a:pt x="241" y="500"/>
                          <a:pt x="241" y="473"/>
                          <a:pt x="232" y="446"/>
                        </a:cubicBezTo>
                        <a:cubicBezTo>
                          <a:pt x="223" y="375"/>
                          <a:pt x="206" y="304"/>
                          <a:pt x="179" y="241"/>
                        </a:cubicBezTo>
                        <a:cubicBezTo>
                          <a:pt x="143" y="170"/>
                          <a:pt x="107" y="116"/>
                          <a:pt x="63" y="63"/>
                        </a:cubicBezTo>
                        <a:cubicBezTo>
                          <a:pt x="45" y="36"/>
                          <a:pt x="27" y="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55" name="Google Shape;3055;p52"/>
                  <p:cNvSpPr/>
                  <p:nvPr/>
                </p:nvSpPr>
                <p:spPr>
                  <a:xfrm>
                    <a:off x="4677698" y="3279817"/>
                    <a:ext cx="462819" cy="758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5" h="4694" extrusionOk="0">
                        <a:moveTo>
                          <a:pt x="2740" y="1"/>
                        </a:moveTo>
                        <a:cubicBezTo>
                          <a:pt x="2713" y="1"/>
                          <a:pt x="2677" y="10"/>
                          <a:pt x="2641" y="19"/>
                        </a:cubicBezTo>
                        <a:lnTo>
                          <a:pt x="2588" y="28"/>
                        </a:lnTo>
                        <a:lnTo>
                          <a:pt x="2525" y="54"/>
                        </a:lnTo>
                        <a:cubicBezTo>
                          <a:pt x="2508" y="54"/>
                          <a:pt x="2481" y="63"/>
                          <a:pt x="2463" y="81"/>
                        </a:cubicBezTo>
                        <a:cubicBezTo>
                          <a:pt x="2445" y="90"/>
                          <a:pt x="2418" y="99"/>
                          <a:pt x="2401" y="108"/>
                        </a:cubicBezTo>
                        <a:cubicBezTo>
                          <a:pt x="2294" y="170"/>
                          <a:pt x="2204" y="242"/>
                          <a:pt x="2115" y="322"/>
                        </a:cubicBezTo>
                        <a:cubicBezTo>
                          <a:pt x="1901" y="536"/>
                          <a:pt x="1723" y="786"/>
                          <a:pt x="1571" y="1054"/>
                        </a:cubicBezTo>
                        <a:cubicBezTo>
                          <a:pt x="1392" y="1375"/>
                          <a:pt x="1232" y="1714"/>
                          <a:pt x="1107" y="2062"/>
                        </a:cubicBezTo>
                        <a:cubicBezTo>
                          <a:pt x="1098" y="2088"/>
                          <a:pt x="1089" y="2115"/>
                          <a:pt x="1080" y="2142"/>
                        </a:cubicBezTo>
                        <a:lnTo>
                          <a:pt x="304" y="3953"/>
                        </a:lnTo>
                        <a:cubicBezTo>
                          <a:pt x="206" y="4185"/>
                          <a:pt x="135" y="4372"/>
                          <a:pt x="72" y="4497"/>
                        </a:cubicBezTo>
                        <a:cubicBezTo>
                          <a:pt x="45" y="4568"/>
                          <a:pt x="28" y="4613"/>
                          <a:pt x="10" y="4649"/>
                        </a:cubicBezTo>
                        <a:lnTo>
                          <a:pt x="3" y="4684"/>
                        </a:lnTo>
                        <a:lnTo>
                          <a:pt x="3" y="4684"/>
                        </a:lnTo>
                        <a:cubicBezTo>
                          <a:pt x="6" y="4675"/>
                          <a:pt x="12" y="4662"/>
                          <a:pt x="19" y="4649"/>
                        </a:cubicBezTo>
                        <a:lnTo>
                          <a:pt x="81" y="4506"/>
                        </a:lnTo>
                        <a:lnTo>
                          <a:pt x="322" y="3962"/>
                        </a:lnTo>
                        <a:lnTo>
                          <a:pt x="1107" y="2151"/>
                        </a:lnTo>
                        <a:lnTo>
                          <a:pt x="1134" y="2080"/>
                        </a:lnTo>
                        <a:cubicBezTo>
                          <a:pt x="1259" y="1723"/>
                          <a:pt x="1419" y="1393"/>
                          <a:pt x="1598" y="1063"/>
                        </a:cubicBezTo>
                        <a:cubicBezTo>
                          <a:pt x="1740" y="804"/>
                          <a:pt x="1919" y="554"/>
                          <a:pt x="2133" y="340"/>
                        </a:cubicBezTo>
                        <a:cubicBezTo>
                          <a:pt x="2213" y="260"/>
                          <a:pt x="2302" y="188"/>
                          <a:pt x="2401" y="126"/>
                        </a:cubicBezTo>
                        <a:cubicBezTo>
                          <a:pt x="2427" y="108"/>
                          <a:pt x="2445" y="99"/>
                          <a:pt x="2472" y="90"/>
                        </a:cubicBezTo>
                        <a:cubicBezTo>
                          <a:pt x="2490" y="81"/>
                          <a:pt x="2508" y="72"/>
                          <a:pt x="2534" y="63"/>
                        </a:cubicBezTo>
                        <a:lnTo>
                          <a:pt x="2588" y="37"/>
                        </a:lnTo>
                        <a:lnTo>
                          <a:pt x="2641" y="28"/>
                        </a:lnTo>
                        <a:cubicBezTo>
                          <a:pt x="2677" y="19"/>
                          <a:pt x="2704" y="10"/>
                          <a:pt x="2740" y="10"/>
                        </a:cubicBezTo>
                        <a:cubicBezTo>
                          <a:pt x="2751" y="10"/>
                          <a:pt x="2767" y="6"/>
                          <a:pt x="2785" y="6"/>
                        </a:cubicBezTo>
                        <a:cubicBezTo>
                          <a:pt x="2793" y="6"/>
                          <a:pt x="2802" y="7"/>
                          <a:pt x="2811" y="10"/>
                        </a:cubicBezTo>
                        <a:lnTo>
                          <a:pt x="2864" y="10"/>
                        </a:lnTo>
                        <a:cubicBezTo>
                          <a:pt x="2864" y="1"/>
                          <a:pt x="2864" y="1"/>
                          <a:pt x="2856" y="1"/>
                        </a:cubicBezTo>
                        <a:close/>
                        <a:moveTo>
                          <a:pt x="3" y="4684"/>
                        </a:moveTo>
                        <a:cubicBezTo>
                          <a:pt x="1" y="4688"/>
                          <a:pt x="1" y="4691"/>
                          <a:pt x="1" y="4693"/>
                        </a:cubicBezTo>
                        <a:lnTo>
                          <a:pt x="3" y="468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3056" name="Google Shape;3056;p52"/>
                <p:cNvSpPr/>
                <p:nvPr/>
              </p:nvSpPr>
              <p:spPr>
                <a:xfrm>
                  <a:off x="5065642" y="2883273"/>
                  <a:ext cx="23167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71" extrusionOk="0">
                      <a:moveTo>
                        <a:pt x="90" y="1"/>
                      </a:moveTo>
                      <a:cubicBezTo>
                        <a:pt x="45" y="1"/>
                        <a:pt x="1" y="37"/>
                        <a:pt x="1" y="81"/>
                      </a:cubicBezTo>
                      <a:cubicBezTo>
                        <a:pt x="1" y="126"/>
                        <a:pt x="36" y="170"/>
                        <a:pt x="81" y="170"/>
                      </a:cubicBezTo>
                      <a:cubicBezTo>
                        <a:pt x="125" y="170"/>
                        <a:pt x="170" y="135"/>
                        <a:pt x="170" y="90"/>
                      </a:cubicBezTo>
                      <a:cubicBezTo>
                        <a:pt x="170" y="45"/>
                        <a:pt x="134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57" name="Google Shape;3057;p52"/>
                <p:cNvSpPr/>
                <p:nvPr/>
              </p:nvSpPr>
              <p:spPr>
                <a:xfrm>
                  <a:off x="5060764" y="2844661"/>
                  <a:ext cx="47283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00" extrusionOk="0">
                      <a:moveTo>
                        <a:pt x="170" y="0"/>
                      </a:moveTo>
                      <a:cubicBezTo>
                        <a:pt x="126" y="0"/>
                        <a:pt x="72" y="18"/>
                        <a:pt x="37" y="45"/>
                      </a:cubicBezTo>
                      <a:cubicBezTo>
                        <a:pt x="10" y="72"/>
                        <a:pt x="1" y="90"/>
                        <a:pt x="1" y="99"/>
                      </a:cubicBezTo>
                      <a:cubicBezTo>
                        <a:pt x="2" y="99"/>
                        <a:pt x="4" y="100"/>
                        <a:pt x="6" y="100"/>
                      </a:cubicBezTo>
                      <a:cubicBezTo>
                        <a:pt x="28" y="100"/>
                        <a:pt x="88" y="54"/>
                        <a:pt x="170" y="54"/>
                      </a:cubicBezTo>
                      <a:cubicBezTo>
                        <a:pt x="260" y="54"/>
                        <a:pt x="319" y="91"/>
                        <a:pt x="336" y="91"/>
                      </a:cubicBezTo>
                      <a:cubicBezTo>
                        <a:pt x="338" y="91"/>
                        <a:pt x="339" y="90"/>
                        <a:pt x="340" y="90"/>
                      </a:cubicBezTo>
                      <a:cubicBezTo>
                        <a:pt x="349" y="72"/>
                        <a:pt x="340" y="63"/>
                        <a:pt x="304" y="45"/>
                      </a:cubicBezTo>
                      <a:cubicBezTo>
                        <a:pt x="268" y="18"/>
                        <a:pt x="215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58" name="Google Shape;3058;p52"/>
                <p:cNvSpPr/>
                <p:nvPr/>
              </p:nvSpPr>
              <p:spPr>
                <a:xfrm>
                  <a:off x="5169556" y="2884492"/>
                  <a:ext cx="24386" cy="23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171" extrusionOk="0">
                      <a:moveTo>
                        <a:pt x="90" y="1"/>
                      </a:moveTo>
                      <a:cubicBezTo>
                        <a:pt x="45" y="1"/>
                        <a:pt x="10" y="36"/>
                        <a:pt x="1" y="81"/>
                      </a:cubicBezTo>
                      <a:cubicBezTo>
                        <a:pt x="1" y="135"/>
                        <a:pt x="45" y="170"/>
                        <a:pt x="90" y="170"/>
                      </a:cubicBezTo>
                      <a:cubicBezTo>
                        <a:pt x="135" y="170"/>
                        <a:pt x="170" y="135"/>
                        <a:pt x="179" y="90"/>
                      </a:cubicBezTo>
                      <a:cubicBezTo>
                        <a:pt x="179" y="45"/>
                        <a:pt x="135" y="10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59" name="Google Shape;3059;p52"/>
                <p:cNvSpPr/>
                <p:nvPr/>
              </p:nvSpPr>
              <p:spPr>
                <a:xfrm>
                  <a:off x="5175652" y="2847099"/>
                  <a:ext cx="47283" cy="12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91" extrusionOk="0">
                      <a:moveTo>
                        <a:pt x="170" y="0"/>
                      </a:moveTo>
                      <a:cubicBezTo>
                        <a:pt x="116" y="0"/>
                        <a:pt x="72" y="18"/>
                        <a:pt x="36" y="45"/>
                      </a:cubicBezTo>
                      <a:cubicBezTo>
                        <a:pt x="9" y="63"/>
                        <a:pt x="0" y="89"/>
                        <a:pt x="0" y="89"/>
                      </a:cubicBezTo>
                      <a:cubicBezTo>
                        <a:pt x="1" y="90"/>
                        <a:pt x="2" y="91"/>
                        <a:pt x="4" y="91"/>
                      </a:cubicBezTo>
                      <a:cubicBezTo>
                        <a:pt x="21" y="91"/>
                        <a:pt x="81" y="54"/>
                        <a:pt x="170" y="54"/>
                      </a:cubicBezTo>
                      <a:cubicBezTo>
                        <a:pt x="177" y="53"/>
                        <a:pt x="184" y="53"/>
                        <a:pt x="190" y="53"/>
                      </a:cubicBezTo>
                      <a:cubicBezTo>
                        <a:pt x="257" y="53"/>
                        <a:pt x="311" y="84"/>
                        <a:pt x="332" y="84"/>
                      </a:cubicBezTo>
                      <a:cubicBezTo>
                        <a:pt x="335" y="84"/>
                        <a:pt x="338" y="83"/>
                        <a:pt x="339" y="81"/>
                      </a:cubicBezTo>
                      <a:cubicBezTo>
                        <a:pt x="348" y="72"/>
                        <a:pt x="330" y="54"/>
                        <a:pt x="304" y="36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0" name="Google Shape;3060;p52"/>
                <p:cNvSpPr/>
                <p:nvPr/>
              </p:nvSpPr>
              <p:spPr>
                <a:xfrm>
                  <a:off x="5105473" y="2851841"/>
                  <a:ext cx="37663" cy="104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775" extrusionOk="0">
                      <a:moveTo>
                        <a:pt x="268" y="1"/>
                      </a:moveTo>
                      <a:cubicBezTo>
                        <a:pt x="256" y="1"/>
                        <a:pt x="169" y="203"/>
                        <a:pt x="81" y="456"/>
                      </a:cubicBezTo>
                      <a:cubicBezTo>
                        <a:pt x="54" y="518"/>
                        <a:pt x="37" y="581"/>
                        <a:pt x="19" y="643"/>
                      </a:cubicBezTo>
                      <a:cubicBezTo>
                        <a:pt x="1" y="670"/>
                        <a:pt x="1" y="706"/>
                        <a:pt x="10" y="732"/>
                      </a:cubicBezTo>
                      <a:cubicBezTo>
                        <a:pt x="10" y="750"/>
                        <a:pt x="28" y="759"/>
                        <a:pt x="46" y="768"/>
                      </a:cubicBezTo>
                      <a:lnTo>
                        <a:pt x="90" y="768"/>
                      </a:lnTo>
                      <a:cubicBezTo>
                        <a:pt x="112" y="773"/>
                        <a:pt x="137" y="775"/>
                        <a:pt x="163" y="775"/>
                      </a:cubicBezTo>
                      <a:cubicBezTo>
                        <a:pt x="188" y="775"/>
                        <a:pt x="215" y="773"/>
                        <a:pt x="242" y="768"/>
                      </a:cubicBezTo>
                      <a:cubicBezTo>
                        <a:pt x="188" y="759"/>
                        <a:pt x="135" y="750"/>
                        <a:pt x="90" y="741"/>
                      </a:cubicBezTo>
                      <a:cubicBezTo>
                        <a:pt x="63" y="741"/>
                        <a:pt x="46" y="741"/>
                        <a:pt x="37" y="724"/>
                      </a:cubicBezTo>
                      <a:cubicBezTo>
                        <a:pt x="37" y="697"/>
                        <a:pt x="37" y="670"/>
                        <a:pt x="54" y="652"/>
                      </a:cubicBezTo>
                      <a:cubicBezTo>
                        <a:pt x="72" y="599"/>
                        <a:pt x="90" y="536"/>
                        <a:pt x="117" y="474"/>
                      </a:cubicBezTo>
                      <a:cubicBezTo>
                        <a:pt x="215" y="215"/>
                        <a:pt x="277" y="1"/>
                        <a:pt x="269" y="1"/>
                      </a:cubicBezTo>
                      <a:cubicBezTo>
                        <a:pt x="268" y="1"/>
                        <a:pt x="268" y="1"/>
                        <a:pt x="2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1" name="Google Shape;3061;p52"/>
                <p:cNvSpPr/>
                <p:nvPr/>
              </p:nvSpPr>
              <p:spPr>
                <a:xfrm>
                  <a:off x="5173214" y="2806455"/>
                  <a:ext cx="58121" cy="14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107" extrusionOk="0">
                      <a:moveTo>
                        <a:pt x="207" y="0"/>
                      </a:moveTo>
                      <a:cubicBezTo>
                        <a:pt x="154" y="0"/>
                        <a:pt x="101" y="11"/>
                        <a:pt x="54" y="33"/>
                      </a:cubicBezTo>
                      <a:cubicBezTo>
                        <a:pt x="18" y="59"/>
                        <a:pt x="0" y="77"/>
                        <a:pt x="0" y="86"/>
                      </a:cubicBezTo>
                      <a:cubicBezTo>
                        <a:pt x="8" y="98"/>
                        <a:pt x="29" y="101"/>
                        <a:pt x="59" y="101"/>
                      </a:cubicBezTo>
                      <a:cubicBezTo>
                        <a:pt x="98" y="101"/>
                        <a:pt x="153" y="95"/>
                        <a:pt x="215" y="95"/>
                      </a:cubicBezTo>
                      <a:cubicBezTo>
                        <a:pt x="286" y="95"/>
                        <a:pt x="349" y="107"/>
                        <a:pt x="389" y="107"/>
                      </a:cubicBezTo>
                      <a:cubicBezTo>
                        <a:pt x="409" y="107"/>
                        <a:pt x="423" y="104"/>
                        <a:pt x="429" y="95"/>
                      </a:cubicBezTo>
                      <a:cubicBezTo>
                        <a:pt x="429" y="86"/>
                        <a:pt x="411" y="59"/>
                        <a:pt x="375" y="42"/>
                      </a:cubicBezTo>
                      <a:cubicBezTo>
                        <a:pt x="324" y="14"/>
                        <a:pt x="265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2" name="Google Shape;3062;p52"/>
                <p:cNvSpPr/>
                <p:nvPr/>
              </p:nvSpPr>
              <p:spPr>
                <a:xfrm>
                  <a:off x="5056023" y="2803068"/>
                  <a:ext cx="50805" cy="14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" h="110" extrusionOk="0">
                      <a:moveTo>
                        <a:pt x="153" y="1"/>
                      </a:moveTo>
                      <a:cubicBezTo>
                        <a:pt x="117" y="1"/>
                        <a:pt x="78" y="11"/>
                        <a:pt x="45" y="31"/>
                      </a:cubicBezTo>
                      <a:cubicBezTo>
                        <a:pt x="9" y="49"/>
                        <a:pt x="0" y="67"/>
                        <a:pt x="9" y="75"/>
                      </a:cubicBezTo>
                      <a:cubicBezTo>
                        <a:pt x="18" y="89"/>
                        <a:pt x="40" y="91"/>
                        <a:pt x="72" y="91"/>
                      </a:cubicBezTo>
                      <a:cubicBezTo>
                        <a:pt x="87" y="91"/>
                        <a:pt x="105" y="91"/>
                        <a:pt x="124" y="91"/>
                      </a:cubicBezTo>
                      <a:cubicBezTo>
                        <a:pt x="144" y="91"/>
                        <a:pt x="165" y="91"/>
                        <a:pt x="187" y="93"/>
                      </a:cubicBezTo>
                      <a:cubicBezTo>
                        <a:pt x="249" y="99"/>
                        <a:pt x="302" y="110"/>
                        <a:pt x="335" y="110"/>
                      </a:cubicBezTo>
                      <a:cubicBezTo>
                        <a:pt x="350" y="110"/>
                        <a:pt x="360" y="108"/>
                        <a:pt x="366" y="102"/>
                      </a:cubicBezTo>
                      <a:cubicBezTo>
                        <a:pt x="375" y="93"/>
                        <a:pt x="366" y="67"/>
                        <a:pt x="339" y="49"/>
                      </a:cubicBezTo>
                      <a:cubicBezTo>
                        <a:pt x="295" y="22"/>
                        <a:pt x="241" y="4"/>
                        <a:pt x="187" y="4"/>
                      </a:cubicBezTo>
                      <a:cubicBezTo>
                        <a:pt x="176" y="2"/>
                        <a:pt x="165" y="1"/>
                        <a:pt x="153" y="1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3" name="Google Shape;3063;p52"/>
                <p:cNvSpPr/>
                <p:nvPr/>
              </p:nvSpPr>
              <p:spPr>
                <a:xfrm>
                  <a:off x="5325494" y="2910640"/>
                  <a:ext cx="25470" cy="4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356" extrusionOk="0">
                      <a:moveTo>
                        <a:pt x="76" y="0"/>
                      </a:moveTo>
                      <a:cubicBezTo>
                        <a:pt x="66" y="0"/>
                        <a:pt x="58" y="7"/>
                        <a:pt x="45" y="13"/>
                      </a:cubicBezTo>
                      <a:cubicBezTo>
                        <a:pt x="36" y="22"/>
                        <a:pt x="36" y="31"/>
                        <a:pt x="27" y="40"/>
                      </a:cubicBezTo>
                      <a:cubicBezTo>
                        <a:pt x="27" y="58"/>
                        <a:pt x="36" y="58"/>
                        <a:pt x="36" y="58"/>
                      </a:cubicBezTo>
                      <a:cubicBezTo>
                        <a:pt x="36" y="58"/>
                        <a:pt x="36" y="49"/>
                        <a:pt x="45" y="40"/>
                      </a:cubicBezTo>
                      <a:cubicBezTo>
                        <a:pt x="45" y="27"/>
                        <a:pt x="55" y="18"/>
                        <a:pt x="67" y="18"/>
                      </a:cubicBezTo>
                      <a:cubicBezTo>
                        <a:pt x="71" y="18"/>
                        <a:pt x="76" y="20"/>
                        <a:pt x="81" y="22"/>
                      </a:cubicBezTo>
                      <a:cubicBezTo>
                        <a:pt x="108" y="31"/>
                        <a:pt x="125" y="49"/>
                        <a:pt x="134" y="75"/>
                      </a:cubicBezTo>
                      <a:cubicBezTo>
                        <a:pt x="152" y="111"/>
                        <a:pt x="161" y="147"/>
                        <a:pt x="152" y="182"/>
                      </a:cubicBezTo>
                      <a:cubicBezTo>
                        <a:pt x="161" y="245"/>
                        <a:pt x="125" y="307"/>
                        <a:pt x="72" y="334"/>
                      </a:cubicBezTo>
                      <a:cubicBezTo>
                        <a:pt x="63" y="339"/>
                        <a:pt x="54" y="341"/>
                        <a:pt x="45" y="341"/>
                      </a:cubicBezTo>
                      <a:cubicBezTo>
                        <a:pt x="36" y="341"/>
                        <a:pt x="27" y="339"/>
                        <a:pt x="18" y="334"/>
                      </a:cubicBezTo>
                      <a:cubicBezTo>
                        <a:pt x="9" y="334"/>
                        <a:pt x="1" y="325"/>
                        <a:pt x="1" y="325"/>
                      </a:cubicBezTo>
                      <a:lnTo>
                        <a:pt x="1" y="325"/>
                      </a:lnTo>
                      <a:cubicBezTo>
                        <a:pt x="1" y="325"/>
                        <a:pt x="1" y="334"/>
                        <a:pt x="18" y="343"/>
                      </a:cubicBezTo>
                      <a:cubicBezTo>
                        <a:pt x="31" y="349"/>
                        <a:pt x="44" y="356"/>
                        <a:pt x="59" y="356"/>
                      </a:cubicBezTo>
                      <a:cubicBezTo>
                        <a:pt x="66" y="356"/>
                        <a:pt x="73" y="355"/>
                        <a:pt x="81" y="352"/>
                      </a:cubicBezTo>
                      <a:cubicBezTo>
                        <a:pt x="143" y="325"/>
                        <a:pt x="188" y="254"/>
                        <a:pt x="188" y="182"/>
                      </a:cubicBezTo>
                      <a:cubicBezTo>
                        <a:pt x="188" y="138"/>
                        <a:pt x="179" y="102"/>
                        <a:pt x="161" y="67"/>
                      </a:cubicBezTo>
                      <a:cubicBezTo>
                        <a:pt x="152" y="31"/>
                        <a:pt x="117" y="4"/>
                        <a:pt x="90" y="4"/>
                      </a:cubicBezTo>
                      <a:cubicBezTo>
                        <a:pt x="85" y="1"/>
                        <a:pt x="80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4" name="Google Shape;3064;p52"/>
                <p:cNvSpPr/>
                <p:nvPr/>
              </p:nvSpPr>
              <p:spPr>
                <a:xfrm>
                  <a:off x="5129724" y="2966729"/>
                  <a:ext cx="49721" cy="2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00" extrusionOk="0">
                      <a:moveTo>
                        <a:pt x="357" y="0"/>
                      </a:moveTo>
                      <a:cubicBezTo>
                        <a:pt x="357" y="0"/>
                        <a:pt x="295" y="72"/>
                        <a:pt x="197" y="125"/>
                      </a:cubicBezTo>
                      <a:cubicBezTo>
                        <a:pt x="90" y="170"/>
                        <a:pt x="0" y="152"/>
                        <a:pt x="0" y="170"/>
                      </a:cubicBezTo>
                      <a:cubicBezTo>
                        <a:pt x="0" y="179"/>
                        <a:pt x="18" y="188"/>
                        <a:pt x="63" y="197"/>
                      </a:cubicBezTo>
                      <a:cubicBezTo>
                        <a:pt x="73" y="198"/>
                        <a:pt x="82" y="199"/>
                        <a:pt x="92" y="199"/>
                      </a:cubicBezTo>
                      <a:cubicBezTo>
                        <a:pt x="136" y="199"/>
                        <a:pt x="180" y="184"/>
                        <a:pt x="223" y="170"/>
                      </a:cubicBezTo>
                      <a:cubicBezTo>
                        <a:pt x="268" y="143"/>
                        <a:pt x="313" y="107"/>
                        <a:pt x="339" y="63"/>
                      </a:cubicBezTo>
                      <a:cubicBezTo>
                        <a:pt x="366" y="27"/>
                        <a:pt x="366" y="0"/>
                        <a:pt x="3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65" name="Google Shape;3065;p52"/>
                <p:cNvSpPr/>
                <p:nvPr/>
              </p:nvSpPr>
              <p:spPr>
                <a:xfrm>
                  <a:off x="5178091" y="2952233"/>
                  <a:ext cx="20593" cy="14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08" extrusionOk="0">
                      <a:moveTo>
                        <a:pt x="27" y="0"/>
                      </a:moveTo>
                      <a:cubicBezTo>
                        <a:pt x="9" y="9"/>
                        <a:pt x="0" y="9"/>
                        <a:pt x="0" y="18"/>
                      </a:cubicBezTo>
                      <a:cubicBezTo>
                        <a:pt x="7" y="16"/>
                        <a:pt x="15" y="15"/>
                        <a:pt x="23" y="15"/>
                      </a:cubicBezTo>
                      <a:cubicBezTo>
                        <a:pt x="45" y="15"/>
                        <a:pt x="70" y="23"/>
                        <a:pt x="89" y="36"/>
                      </a:cubicBezTo>
                      <a:cubicBezTo>
                        <a:pt x="134" y="63"/>
                        <a:pt x="143" y="107"/>
                        <a:pt x="143" y="107"/>
                      </a:cubicBezTo>
                      <a:cubicBezTo>
                        <a:pt x="143" y="107"/>
                        <a:pt x="152" y="99"/>
                        <a:pt x="143" y="81"/>
                      </a:cubicBezTo>
                      <a:cubicBezTo>
                        <a:pt x="134" y="54"/>
                        <a:pt x="125" y="36"/>
                        <a:pt x="98" y="18"/>
                      </a:cubicBezTo>
                      <a:cubicBezTo>
                        <a:pt x="80" y="0"/>
                        <a:pt x="5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grpSp>
            <p:nvGrpSpPr>
              <p:cNvPr id="3066" name="Google Shape;3066;p52"/>
              <p:cNvGrpSpPr/>
              <p:nvPr/>
            </p:nvGrpSpPr>
            <p:grpSpPr>
              <a:xfrm>
                <a:off x="4664238" y="2681617"/>
                <a:ext cx="1579458" cy="2108384"/>
                <a:chOff x="4664238" y="2681617"/>
                <a:chExt cx="1579458" cy="2108384"/>
              </a:xfrm>
            </p:grpSpPr>
            <p:grpSp>
              <p:nvGrpSpPr>
                <p:cNvPr id="3067" name="Google Shape;3067;p52"/>
                <p:cNvGrpSpPr/>
                <p:nvPr/>
              </p:nvGrpSpPr>
              <p:grpSpPr>
                <a:xfrm>
                  <a:off x="4664238" y="2681617"/>
                  <a:ext cx="1579458" cy="2108384"/>
                  <a:chOff x="6368272" y="2165803"/>
                  <a:chExt cx="1876509" cy="2504911"/>
                </a:xfrm>
              </p:grpSpPr>
              <p:sp>
                <p:nvSpPr>
                  <p:cNvPr id="3068" name="Google Shape;3068;p52"/>
                  <p:cNvSpPr/>
                  <p:nvPr/>
                </p:nvSpPr>
                <p:spPr>
                  <a:xfrm>
                    <a:off x="6934651" y="4340522"/>
                    <a:ext cx="387702" cy="330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2044" extrusionOk="0">
                        <a:moveTo>
                          <a:pt x="2311" y="1"/>
                        </a:moveTo>
                        <a:lnTo>
                          <a:pt x="1106" y="72"/>
                        </a:lnTo>
                        <a:lnTo>
                          <a:pt x="1213" y="1312"/>
                        </a:lnTo>
                        <a:cubicBezTo>
                          <a:pt x="1213" y="1312"/>
                          <a:pt x="0" y="1812"/>
                          <a:pt x="0" y="2044"/>
                        </a:cubicBezTo>
                        <a:lnTo>
                          <a:pt x="2400" y="1937"/>
                        </a:lnTo>
                        <a:lnTo>
                          <a:pt x="231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69" name="Google Shape;3069;p52"/>
                  <p:cNvSpPr/>
                  <p:nvPr/>
                </p:nvSpPr>
                <p:spPr>
                  <a:xfrm>
                    <a:off x="6368272" y="3951521"/>
                    <a:ext cx="497228" cy="367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8" h="2275" extrusionOk="0">
                        <a:moveTo>
                          <a:pt x="2079" y="0"/>
                        </a:moveTo>
                        <a:lnTo>
                          <a:pt x="1419" y="1053"/>
                        </a:lnTo>
                        <a:cubicBezTo>
                          <a:pt x="1419" y="1053"/>
                          <a:pt x="619" y="840"/>
                          <a:pt x="215" y="840"/>
                        </a:cubicBezTo>
                        <a:cubicBezTo>
                          <a:pt x="109" y="840"/>
                          <a:pt x="30" y="855"/>
                          <a:pt x="0" y="892"/>
                        </a:cubicBezTo>
                        <a:lnTo>
                          <a:pt x="1972" y="2275"/>
                        </a:lnTo>
                        <a:lnTo>
                          <a:pt x="3078" y="678"/>
                        </a:lnTo>
                        <a:lnTo>
                          <a:pt x="207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0" name="Google Shape;3070;p52"/>
                  <p:cNvSpPr/>
                  <p:nvPr/>
                </p:nvSpPr>
                <p:spPr>
                  <a:xfrm>
                    <a:off x="6640638" y="4039725"/>
                    <a:ext cx="63486" cy="24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" h="150" extrusionOk="0">
                        <a:moveTo>
                          <a:pt x="116" y="34"/>
                        </a:moveTo>
                        <a:cubicBezTo>
                          <a:pt x="161" y="34"/>
                          <a:pt x="197" y="34"/>
                          <a:pt x="241" y="43"/>
                        </a:cubicBezTo>
                        <a:cubicBezTo>
                          <a:pt x="268" y="52"/>
                          <a:pt x="286" y="61"/>
                          <a:pt x="313" y="70"/>
                        </a:cubicBezTo>
                        <a:cubicBezTo>
                          <a:pt x="339" y="79"/>
                          <a:pt x="357" y="87"/>
                          <a:pt x="357" y="105"/>
                        </a:cubicBezTo>
                        <a:cubicBezTo>
                          <a:pt x="353" y="110"/>
                          <a:pt x="353" y="110"/>
                          <a:pt x="352" y="110"/>
                        </a:cubicBezTo>
                        <a:cubicBezTo>
                          <a:pt x="350" y="110"/>
                          <a:pt x="348" y="110"/>
                          <a:pt x="339" y="114"/>
                        </a:cubicBezTo>
                        <a:lnTo>
                          <a:pt x="313" y="114"/>
                        </a:lnTo>
                        <a:cubicBezTo>
                          <a:pt x="286" y="114"/>
                          <a:pt x="259" y="105"/>
                          <a:pt x="232" y="105"/>
                        </a:cubicBezTo>
                        <a:cubicBezTo>
                          <a:pt x="197" y="96"/>
                          <a:pt x="152" y="87"/>
                          <a:pt x="107" y="79"/>
                        </a:cubicBezTo>
                        <a:cubicBezTo>
                          <a:pt x="87" y="65"/>
                          <a:pt x="62" y="51"/>
                          <a:pt x="31" y="42"/>
                        </a:cubicBezTo>
                        <a:lnTo>
                          <a:pt x="31" y="42"/>
                        </a:lnTo>
                        <a:cubicBezTo>
                          <a:pt x="51" y="39"/>
                          <a:pt x="80" y="34"/>
                          <a:pt x="116" y="34"/>
                        </a:cubicBezTo>
                        <a:close/>
                        <a:moveTo>
                          <a:pt x="183" y="1"/>
                        </a:moveTo>
                        <a:cubicBezTo>
                          <a:pt x="161" y="1"/>
                          <a:pt x="139" y="3"/>
                          <a:pt x="116" y="7"/>
                        </a:cubicBezTo>
                        <a:cubicBezTo>
                          <a:pt x="77" y="7"/>
                          <a:pt x="44" y="21"/>
                          <a:pt x="13" y="37"/>
                        </a:cubicBezTo>
                        <a:lnTo>
                          <a:pt x="13" y="37"/>
                        </a:lnTo>
                        <a:cubicBezTo>
                          <a:pt x="9" y="36"/>
                          <a:pt x="4" y="35"/>
                          <a:pt x="0" y="34"/>
                        </a:cubicBezTo>
                        <a:lnTo>
                          <a:pt x="0" y="34"/>
                        </a:lnTo>
                        <a:cubicBezTo>
                          <a:pt x="2" y="36"/>
                          <a:pt x="4" y="38"/>
                          <a:pt x="6" y="40"/>
                        </a:cubicBezTo>
                        <a:lnTo>
                          <a:pt x="6" y="40"/>
                        </a:lnTo>
                        <a:cubicBezTo>
                          <a:pt x="4" y="41"/>
                          <a:pt x="2" y="42"/>
                          <a:pt x="0" y="43"/>
                        </a:cubicBezTo>
                        <a:cubicBezTo>
                          <a:pt x="0" y="45"/>
                          <a:pt x="2" y="45"/>
                          <a:pt x="5" y="45"/>
                        </a:cubicBezTo>
                        <a:cubicBezTo>
                          <a:pt x="7" y="45"/>
                          <a:pt x="9" y="45"/>
                          <a:pt x="12" y="45"/>
                        </a:cubicBezTo>
                        <a:lnTo>
                          <a:pt x="12" y="45"/>
                        </a:lnTo>
                        <a:cubicBezTo>
                          <a:pt x="37" y="68"/>
                          <a:pt x="69" y="89"/>
                          <a:pt x="107" y="96"/>
                        </a:cubicBezTo>
                        <a:cubicBezTo>
                          <a:pt x="143" y="114"/>
                          <a:pt x="188" y="132"/>
                          <a:pt x="232" y="141"/>
                        </a:cubicBezTo>
                        <a:cubicBezTo>
                          <a:pt x="259" y="141"/>
                          <a:pt x="286" y="150"/>
                          <a:pt x="304" y="150"/>
                        </a:cubicBezTo>
                        <a:lnTo>
                          <a:pt x="357" y="150"/>
                        </a:lnTo>
                        <a:cubicBezTo>
                          <a:pt x="375" y="141"/>
                          <a:pt x="393" y="123"/>
                          <a:pt x="393" y="96"/>
                        </a:cubicBezTo>
                        <a:cubicBezTo>
                          <a:pt x="393" y="79"/>
                          <a:pt x="384" y="61"/>
                          <a:pt x="366" y="52"/>
                        </a:cubicBezTo>
                        <a:cubicBezTo>
                          <a:pt x="357" y="43"/>
                          <a:pt x="339" y="34"/>
                          <a:pt x="321" y="25"/>
                        </a:cubicBezTo>
                        <a:cubicBezTo>
                          <a:pt x="304" y="16"/>
                          <a:pt x="277" y="7"/>
                          <a:pt x="250" y="7"/>
                        </a:cubicBezTo>
                        <a:cubicBezTo>
                          <a:pt x="228" y="3"/>
                          <a:pt x="205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1" name="Google Shape;3071;p52"/>
                  <p:cNvSpPr/>
                  <p:nvPr/>
                </p:nvSpPr>
                <p:spPr>
                  <a:xfrm>
                    <a:off x="6974875" y="3402430"/>
                    <a:ext cx="1086858" cy="105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8" h="6558" extrusionOk="0">
                        <a:moveTo>
                          <a:pt x="4381" y="0"/>
                        </a:moveTo>
                        <a:cubicBezTo>
                          <a:pt x="4337" y="0"/>
                          <a:pt x="4560" y="625"/>
                          <a:pt x="2909" y="839"/>
                        </a:cubicBezTo>
                        <a:cubicBezTo>
                          <a:pt x="1259" y="1062"/>
                          <a:pt x="634" y="1303"/>
                          <a:pt x="322" y="1695"/>
                        </a:cubicBezTo>
                        <a:cubicBezTo>
                          <a:pt x="1" y="2088"/>
                          <a:pt x="822" y="6557"/>
                          <a:pt x="822" y="6557"/>
                        </a:cubicBezTo>
                        <a:lnTo>
                          <a:pt x="2142" y="6513"/>
                        </a:lnTo>
                        <a:cubicBezTo>
                          <a:pt x="2142" y="6513"/>
                          <a:pt x="2062" y="4291"/>
                          <a:pt x="2026" y="3979"/>
                        </a:cubicBezTo>
                        <a:cubicBezTo>
                          <a:pt x="1999" y="3658"/>
                          <a:pt x="1776" y="2837"/>
                          <a:pt x="1776" y="2837"/>
                        </a:cubicBezTo>
                        <a:lnTo>
                          <a:pt x="1776" y="2837"/>
                        </a:lnTo>
                        <a:lnTo>
                          <a:pt x="5273" y="2873"/>
                        </a:lnTo>
                        <a:lnTo>
                          <a:pt x="5336" y="2873"/>
                        </a:lnTo>
                        <a:cubicBezTo>
                          <a:pt x="6112" y="2846"/>
                          <a:pt x="6727" y="1838"/>
                          <a:pt x="6656" y="1062"/>
                        </a:cubicBezTo>
                        <a:lnTo>
                          <a:pt x="6585" y="643"/>
                        </a:lnTo>
                        <a:lnTo>
                          <a:pt x="438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2" name="Google Shape;3072;p52"/>
                  <p:cNvSpPr/>
                  <p:nvPr/>
                </p:nvSpPr>
                <p:spPr>
                  <a:xfrm>
                    <a:off x="6613175" y="3361236"/>
                    <a:ext cx="1069573" cy="823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21" h="5100" extrusionOk="0">
                        <a:moveTo>
                          <a:pt x="3640" y="0"/>
                        </a:moveTo>
                        <a:cubicBezTo>
                          <a:pt x="3063" y="0"/>
                          <a:pt x="2718" y="116"/>
                          <a:pt x="2597" y="237"/>
                        </a:cubicBezTo>
                        <a:cubicBezTo>
                          <a:pt x="2258" y="612"/>
                          <a:pt x="1" y="4270"/>
                          <a:pt x="1" y="4270"/>
                        </a:cubicBezTo>
                        <a:lnTo>
                          <a:pt x="1205" y="5099"/>
                        </a:lnTo>
                        <a:cubicBezTo>
                          <a:pt x="1205" y="5099"/>
                          <a:pt x="3186" y="2298"/>
                          <a:pt x="3739" y="1558"/>
                        </a:cubicBezTo>
                        <a:lnTo>
                          <a:pt x="3926" y="1335"/>
                        </a:lnTo>
                        <a:lnTo>
                          <a:pt x="6620" y="960"/>
                        </a:lnTo>
                        <a:lnTo>
                          <a:pt x="6602" y="559"/>
                        </a:lnTo>
                        <a:cubicBezTo>
                          <a:pt x="6602" y="559"/>
                          <a:pt x="4979" y="95"/>
                          <a:pt x="4113" y="23"/>
                        </a:cubicBezTo>
                        <a:cubicBezTo>
                          <a:pt x="3941" y="7"/>
                          <a:pt x="3783" y="0"/>
                          <a:pt x="364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3" name="Google Shape;3073;p52"/>
                  <p:cNvSpPr/>
                  <p:nvPr/>
                </p:nvSpPr>
                <p:spPr>
                  <a:xfrm>
                    <a:off x="7028347" y="3497418"/>
                    <a:ext cx="618385" cy="364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8" h="2254" extrusionOk="0">
                        <a:moveTo>
                          <a:pt x="3827" y="1"/>
                        </a:moveTo>
                        <a:cubicBezTo>
                          <a:pt x="3827" y="1"/>
                          <a:pt x="3818" y="1"/>
                          <a:pt x="3809" y="10"/>
                        </a:cubicBezTo>
                        <a:lnTo>
                          <a:pt x="3827" y="1"/>
                        </a:lnTo>
                        <a:close/>
                        <a:moveTo>
                          <a:pt x="3774" y="10"/>
                        </a:moveTo>
                        <a:lnTo>
                          <a:pt x="3631" y="37"/>
                        </a:lnTo>
                        <a:lnTo>
                          <a:pt x="3131" y="135"/>
                        </a:lnTo>
                        <a:lnTo>
                          <a:pt x="1481" y="456"/>
                        </a:lnTo>
                        <a:lnTo>
                          <a:pt x="1347" y="483"/>
                        </a:lnTo>
                        <a:lnTo>
                          <a:pt x="1338" y="483"/>
                        </a:lnTo>
                        <a:lnTo>
                          <a:pt x="1338" y="492"/>
                        </a:lnTo>
                        <a:cubicBezTo>
                          <a:pt x="1231" y="759"/>
                          <a:pt x="1088" y="1018"/>
                          <a:pt x="919" y="1259"/>
                        </a:cubicBezTo>
                        <a:cubicBezTo>
                          <a:pt x="785" y="1455"/>
                          <a:pt x="642" y="1642"/>
                          <a:pt x="482" y="1812"/>
                        </a:cubicBezTo>
                        <a:cubicBezTo>
                          <a:pt x="366" y="1928"/>
                          <a:pt x="250" y="2035"/>
                          <a:pt x="134" y="2142"/>
                        </a:cubicBezTo>
                        <a:lnTo>
                          <a:pt x="27" y="2222"/>
                        </a:lnTo>
                        <a:lnTo>
                          <a:pt x="9" y="2249"/>
                        </a:lnTo>
                        <a:lnTo>
                          <a:pt x="36" y="2231"/>
                        </a:lnTo>
                        <a:lnTo>
                          <a:pt x="134" y="2151"/>
                        </a:lnTo>
                        <a:cubicBezTo>
                          <a:pt x="259" y="2044"/>
                          <a:pt x="375" y="1937"/>
                          <a:pt x="491" y="1821"/>
                        </a:cubicBezTo>
                        <a:cubicBezTo>
                          <a:pt x="856" y="1437"/>
                          <a:pt x="1151" y="991"/>
                          <a:pt x="1365" y="501"/>
                        </a:cubicBezTo>
                        <a:lnTo>
                          <a:pt x="1356" y="501"/>
                        </a:lnTo>
                        <a:lnTo>
                          <a:pt x="1490" y="474"/>
                        </a:lnTo>
                        <a:lnTo>
                          <a:pt x="3140" y="144"/>
                        </a:lnTo>
                        <a:lnTo>
                          <a:pt x="3640" y="46"/>
                        </a:lnTo>
                        <a:lnTo>
                          <a:pt x="3774" y="19"/>
                        </a:lnTo>
                        <a:lnTo>
                          <a:pt x="3809" y="10"/>
                        </a:lnTo>
                        <a:close/>
                        <a:moveTo>
                          <a:pt x="0" y="2249"/>
                        </a:moveTo>
                        <a:cubicBezTo>
                          <a:pt x="0" y="2252"/>
                          <a:pt x="0" y="2253"/>
                          <a:pt x="0" y="2253"/>
                        </a:cubicBezTo>
                        <a:cubicBezTo>
                          <a:pt x="1" y="2253"/>
                          <a:pt x="3" y="2249"/>
                          <a:pt x="9" y="224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4" name="Google Shape;3074;p52"/>
                  <p:cNvSpPr/>
                  <p:nvPr/>
                </p:nvSpPr>
                <p:spPr>
                  <a:xfrm>
                    <a:off x="8008282" y="3608400"/>
                    <a:ext cx="108233" cy="298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848" extrusionOk="0">
                        <a:moveTo>
                          <a:pt x="491" y="1"/>
                        </a:moveTo>
                        <a:cubicBezTo>
                          <a:pt x="491" y="10"/>
                          <a:pt x="384" y="1170"/>
                          <a:pt x="339" y="1589"/>
                        </a:cubicBezTo>
                        <a:cubicBezTo>
                          <a:pt x="330" y="1633"/>
                          <a:pt x="295" y="1660"/>
                          <a:pt x="259" y="1660"/>
                        </a:cubicBezTo>
                        <a:lnTo>
                          <a:pt x="0" y="1660"/>
                        </a:lnTo>
                        <a:lnTo>
                          <a:pt x="0" y="1848"/>
                        </a:lnTo>
                        <a:lnTo>
                          <a:pt x="259" y="1848"/>
                        </a:lnTo>
                        <a:cubicBezTo>
                          <a:pt x="393" y="1848"/>
                          <a:pt x="500" y="1740"/>
                          <a:pt x="518" y="1607"/>
                        </a:cubicBezTo>
                        <a:cubicBezTo>
                          <a:pt x="571" y="1196"/>
                          <a:pt x="669" y="28"/>
                          <a:pt x="669" y="19"/>
                        </a:cubicBez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5" name="Google Shape;3075;p52"/>
                  <p:cNvSpPr/>
                  <p:nvPr/>
                </p:nvSpPr>
                <p:spPr>
                  <a:xfrm>
                    <a:off x="8008282" y="3606946"/>
                    <a:ext cx="111141" cy="300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" h="1860" extrusionOk="0">
                        <a:moveTo>
                          <a:pt x="482" y="1"/>
                        </a:moveTo>
                        <a:lnTo>
                          <a:pt x="482" y="10"/>
                        </a:lnTo>
                        <a:cubicBezTo>
                          <a:pt x="437" y="456"/>
                          <a:pt x="402" y="866"/>
                          <a:pt x="375" y="1205"/>
                        </a:cubicBezTo>
                        <a:cubicBezTo>
                          <a:pt x="366" y="1286"/>
                          <a:pt x="357" y="1366"/>
                          <a:pt x="348" y="1446"/>
                        </a:cubicBezTo>
                        <a:cubicBezTo>
                          <a:pt x="348" y="1482"/>
                          <a:pt x="339" y="1518"/>
                          <a:pt x="339" y="1553"/>
                        </a:cubicBezTo>
                        <a:cubicBezTo>
                          <a:pt x="339" y="1571"/>
                          <a:pt x="330" y="1589"/>
                          <a:pt x="330" y="1607"/>
                        </a:cubicBezTo>
                        <a:cubicBezTo>
                          <a:pt x="330" y="1616"/>
                          <a:pt x="322" y="1634"/>
                          <a:pt x="313" y="1642"/>
                        </a:cubicBezTo>
                        <a:cubicBezTo>
                          <a:pt x="304" y="1651"/>
                          <a:pt x="286" y="1660"/>
                          <a:pt x="277" y="1669"/>
                        </a:cubicBezTo>
                        <a:lnTo>
                          <a:pt x="0" y="1669"/>
                        </a:lnTo>
                        <a:lnTo>
                          <a:pt x="0" y="1812"/>
                        </a:lnTo>
                        <a:lnTo>
                          <a:pt x="0" y="1839"/>
                        </a:lnTo>
                        <a:lnTo>
                          <a:pt x="0" y="1857"/>
                        </a:lnTo>
                        <a:cubicBezTo>
                          <a:pt x="0" y="1857"/>
                          <a:pt x="0" y="1848"/>
                          <a:pt x="9" y="1848"/>
                        </a:cubicBezTo>
                        <a:lnTo>
                          <a:pt x="9" y="1812"/>
                        </a:lnTo>
                        <a:lnTo>
                          <a:pt x="9" y="1687"/>
                        </a:lnTo>
                        <a:lnTo>
                          <a:pt x="277" y="1687"/>
                        </a:lnTo>
                        <a:cubicBezTo>
                          <a:pt x="313" y="1678"/>
                          <a:pt x="339" y="1651"/>
                          <a:pt x="348" y="1616"/>
                        </a:cubicBezTo>
                        <a:cubicBezTo>
                          <a:pt x="348" y="1598"/>
                          <a:pt x="348" y="1580"/>
                          <a:pt x="348" y="1562"/>
                        </a:cubicBezTo>
                        <a:cubicBezTo>
                          <a:pt x="357" y="1526"/>
                          <a:pt x="357" y="1491"/>
                          <a:pt x="366" y="1455"/>
                        </a:cubicBezTo>
                        <a:cubicBezTo>
                          <a:pt x="366" y="1375"/>
                          <a:pt x="375" y="1295"/>
                          <a:pt x="384" y="1214"/>
                        </a:cubicBezTo>
                        <a:cubicBezTo>
                          <a:pt x="419" y="878"/>
                          <a:pt x="455" y="471"/>
                          <a:pt x="499" y="29"/>
                        </a:cubicBezTo>
                        <a:lnTo>
                          <a:pt x="499" y="29"/>
                        </a:lnTo>
                        <a:lnTo>
                          <a:pt x="625" y="46"/>
                        </a:lnTo>
                        <a:lnTo>
                          <a:pt x="660" y="46"/>
                        </a:lnTo>
                        <a:cubicBezTo>
                          <a:pt x="606" y="658"/>
                          <a:pt x="553" y="1216"/>
                          <a:pt x="518" y="1616"/>
                        </a:cubicBezTo>
                        <a:cubicBezTo>
                          <a:pt x="509" y="1705"/>
                          <a:pt x="455" y="1785"/>
                          <a:pt x="375" y="1830"/>
                        </a:cubicBezTo>
                        <a:cubicBezTo>
                          <a:pt x="344" y="1843"/>
                          <a:pt x="311" y="1852"/>
                          <a:pt x="278" y="1856"/>
                        </a:cubicBezTo>
                        <a:lnTo>
                          <a:pt x="278" y="1856"/>
                        </a:lnTo>
                        <a:cubicBezTo>
                          <a:pt x="416" y="1851"/>
                          <a:pt x="518" y="1746"/>
                          <a:pt x="527" y="1607"/>
                        </a:cubicBezTo>
                        <a:cubicBezTo>
                          <a:pt x="571" y="1205"/>
                          <a:pt x="625" y="643"/>
                          <a:pt x="687" y="28"/>
                        </a:cubicBezTo>
                        <a:lnTo>
                          <a:pt x="687" y="19"/>
                        </a:lnTo>
                        <a:lnTo>
                          <a:pt x="625" y="19"/>
                        </a:lnTo>
                        <a:lnTo>
                          <a:pt x="491" y="1"/>
                        </a:lnTo>
                        <a:close/>
                        <a:moveTo>
                          <a:pt x="278" y="1856"/>
                        </a:moveTo>
                        <a:lnTo>
                          <a:pt x="278" y="1856"/>
                        </a:lnTo>
                        <a:cubicBezTo>
                          <a:pt x="275" y="1856"/>
                          <a:pt x="271" y="1857"/>
                          <a:pt x="268" y="1857"/>
                        </a:cubicBezTo>
                        <a:lnTo>
                          <a:pt x="179" y="1857"/>
                        </a:lnTo>
                        <a:cubicBezTo>
                          <a:pt x="194" y="1859"/>
                          <a:pt x="211" y="1860"/>
                          <a:pt x="227" y="1860"/>
                        </a:cubicBezTo>
                        <a:cubicBezTo>
                          <a:pt x="244" y="1860"/>
                          <a:pt x="261" y="1859"/>
                          <a:pt x="278" y="185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6" name="Google Shape;3076;p52"/>
                  <p:cNvSpPr/>
                  <p:nvPr/>
                </p:nvSpPr>
                <p:spPr>
                  <a:xfrm>
                    <a:off x="7253057" y="3915497"/>
                    <a:ext cx="187551" cy="749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1" h="4639" extrusionOk="0">
                        <a:moveTo>
                          <a:pt x="625" y="0"/>
                        </a:moveTo>
                        <a:lnTo>
                          <a:pt x="1" y="4639"/>
                        </a:lnTo>
                        <a:lnTo>
                          <a:pt x="242" y="4639"/>
                        </a:lnTo>
                        <a:lnTo>
                          <a:pt x="1160" y="170"/>
                        </a:lnTo>
                        <a:lnTo>
                          <a:pt x="62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7" name="Google Shape;3077;p52"/>
                  <p:cNvSpPr/>
                  <p:nvPr/>
                </p:nvSpPr>
                <p:spPr>
                  <a:xfrm>
                    <a:off x="7304913" y="3853464"/>
                    <a:ext cx="749557" cy="894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0" h="554" extrusionOk="0">
                        <a:moveTo>
                          <a:pt x="269" y="0"/>
                        </a:moveTo>
                        <a:cubicBezTo>
                          <a:pt x="117" y="0"/>
                          <a:pt x="1" y="125"/>
                          <a:pt x="1" y="277"/>
                        </a:cubicBezTo>
                        <a:cubicBezTo>
                          <a:pt x="1" y="429"/>
                          <a:pt x="117" y="554"/>
                          <a:pt x="269" y="554"/>
                        </a:cubicBezTo>
                        <a:lnTo>
                          <a:pt x="4363" y="554"/>
                        </a:lnTo>
                        <a:cubicBezTo>
                          <a:pt x="4515" y="554"/>
                          <a:pt x="4640" y="429"/>
                          <a:pt x="4640" y="277"/>
                        </a:cubicBezTo>
                        <a:cubicBezTo>
                          <a:pt x="4640" y="125"/>
                          <a:pt x="4515" y="0"/>
                          <a:pt x="43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8" name="Google Shape;3078;p52"/>
                  <p:cNvSpPr/>
                  <p:nvPr/>
                </p:nvSpPr>
                <p:spPr>
                  <a:xfrm>
                    <a:off x="8058684" y="2876116"/>
                    <a:ext cx="186097" cy="796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2" h="4929" extrusionOk="0">
                        <a:moveTo>
                          <a:pt x="860" y="0"/>
                        </a:moveTo>
                        <a:cubicBezTo>
                          <a:pt x="721" y="0"/>
                          <a:pt x="597" y="102"/>
                          <a:pt x="580" y="243"/>
                        </a:cubicBezTo>
                        <a:lnTo>
                          <a:pt x="27" y="4623"/>
                        </a:lnTo>
                        <a:cubicBezTo>
                          <a:pt x="1" y="4775"/>
                          <a:pt x="108" y="4909"/>
                          <a:pt x="259" y="4926"/>
                        </a:cubicBezTo>
                        <a:cubicBezTo>
                          <a:pt x="270" y="4928"/>
                          <a:pt x="281" y="4928"/>
                          <a:pt x="292" y="4928"/>
                        </a:cubicBezTo>
                        <a:cubicBezTo>
                          <a:pt x="431" y="4928"/>
                          <a:pt x="555" y="4827"/>
                          <a:pt x="572" y="4694"/>
                        </a:cubicBezTo>
                        <a:cubicBezTo>
                          <a:pt x="572" y="4694"/>
                          <a:pt x="572" y="4694"/>
                          <a:pt x="572" y="4686"/>
                        </a:cubicBezTo>
                        <a:lnTo>
                          <a:pt x="1134" y="314"/>
                        </a:lnTo>
                        <a:cubicBezTo>
                          <a:pt x="1151" y="163"/>
                          <a:pt x="1044" y="29"/>
                          <a:pt x="893" y="2"/>
                        </a:cubicBezTo>
                        <a:cubicBezTo>
                          <a:pt x="882" y="1"/>
                          <a:pt x="87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79" name="Google Shape;3079;p52"/>
                  <p:cNvSpPr/>
                  <p:nvPr/>
                </p:nvSpPr>
                <p:spPr>
                  <a:xfrm>
                    <a:off x="7914586" y="3915497"/>
                    <a:ext cx="190459" cy="7481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9" h="4631" extrusionOk="0">
                        <a:moveTo>
                          <a:pt x="545" y="0"/>
                        </a:moveTo>
                        <a:lnTo>
                          <a:pt x="0" y="170"/>
                        </a:lnTo>
                        <a:lnTo>
                          <a:pt x="910" y="4630"/>
                        </a:lnTo>
                        <a:lnTo>
                          <a:pt x="1178" y="4621"/>
                        </a:lnTo>
                        <a:lnTo>
                          <a:pt x="54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0" name="Google Shape;3080;p52"/>
                  <p:cNvSpPr/>
                  <p:nvPr/>
                </p:nvSpPr>
                <p:spPr>
                  <a:xfrm>
                    <a:off x="7343845" y="3941344"/>
                    <a:ext cx="674601" cy="3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6" h="19" extrusionOk="0">
                        <a:moveTo>
                          <a:pt x="2088" y="1"/>
                        </a:moveTo>
                        <a:cubicBezTo>
                          <a:pt x="937" y="1"/>
                          <a:pt x="1" y="1"/>
                          <a:pt x="1" y="10"/>
                        </a:cubicBezTo>
                        <a:cubicBezTo>
                          <a:pt x="1" y="18"/>
                          <a:pt x="937" y="18"/>
                          <a:pt x="2088" y="18"/>
                        </a:cubicBezTo>
                        <a:cubicBezTo>
                          <a:pt x="3239" y="18"/>
                          <a:pt x="4176" y="18"/>
                          <a:pt x="4176" y="10"/>
                        </a:cubicBezTo>
                        <a:cubicBezTo>
                          <a:pt x="4176" y="1"/>
                          <a:pt x="3239" y="1"/>
                          <a:pt x="208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1" name="Google Shape;3081;p52"/>
                  <p:cNvSpPr/>
                  <p:nvPr/>
                </p:nvSpPr>
                <p:spPr>
                  <a:xfrm>
                    <a:off x="7717177" y="2320079"/>
                    <a:ext cx="242314" cy="39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0" h="2454" extrusionOk="0">
                        <a:moveTo>
                          <a:pt x="420" y="1"/>
                        </a:moveTo>
                        <a:cubicBezTo>
                          <a:pt x="420" y="1"/>
                          <a:pt x="90" y="955"/>
                          <a:pt x="18" y="1642"/>
                        </a:cubicBezTo>
                        <a:lnTo>
                          <a:pt x="0" y="1874"/>
                        </a:lnTo>
                        <a:cubicBezTo>
                          <a:pt x="0" y="1874"/>
                          <a:pt x="544" y="2391"/>
                          <a:pt x="1026" y="2454"/>
                        </a:cubicBezTo>
                        <a:lnTo>
                          <a:pt x="1499" y="1481"/>
                        </a:lnTo>
                        <a:lnTo>
                          <a:pt x="420" y="1"/>
                        </a:ln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2" name="Google Shape;3082;p52"/>
                  <p:cNvSpPr/>
                  <p:nvPr/>
                </p:nvSpPr>
                <p:spPr>
                  <a:xfrm>
                    <a:off x="7751748" y="2165803"/>
                    <a:ext cx="445373" cy="5017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7" h="3106" extrusionOk="0">
                        <a:moveTo>
                          <a:pt x="1276" y="1"/>
                        </a:moveTo>
                        <a:cubicBezTo>
                          <a:pt x="1089" y="10"/>
                          <a:pt x="893" y="55"/>
                          <a:pt x="714" y="144"/>
                        </a:cubicBezTo>
                        <a:cubicBezTo>
                          <a:pt x="491" y="260"/>
                          <a:pt x="384" y="501"/>
                          <a:pt x="259" y="724"/>
                        </a:cubicBezTo>
                        <a:cubicBezTo>
                          <a:pt x="18" y="1170"/>
                          <a:pt x="0" y="1785"/>
                          <a:pt x="134" y="1973"/>
                        </a:cubicBezTo>
                        <a:lnTo>
                          <a:pt x="1981" y="3105"/>
                        </a:lnTo>
                        <a:cubicBezTo>
                          <a:pt x="2373" y="2936"/>
                          <a:pt x="2623" y="2874"/>
                          <a:pt x="2712" y="2365"/>
                        </a:cubicBezTo>
                        <a:cubicBezTo>
                          <a:pt x="2757" y="2151"/>
                          <a:pt x="2757" y="1937"/>
                          <a:pt x="2721" y="1723"/>
                        </a:cubicBezTo>
                        <a:cubicBezTo>
                          <a:pt x="2641" y="1241"/>
                          <a:pt x="2641" y="688"/>
                          <a:pt x="2266" y="349"/>
                        </a:cubicBezTo>
                        <a:cubicBezTo>
                          <a:pt x="1981" y="99"/>
                          <a:pt x="1651" y="10"/>
                          <a:pt x="1276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3" name="Google Shape;3083;p52"/>
                  <p:cNvSpPr/>
                  <p:nvPr/>
                </p:nvSpPr>
                <p:spPr>
                  <a:xfrm>
                    <a:off x="7773395" y="2210389"/>
                    <a:ext cx="367671" cy="6027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6" h="3731" extrusionOk="0">
                        <a:moveTo>
                          <a:pt x="811" y="1"/>
                        </a:moveTo>
                        <a:cubicBezTo>
                          <a:pt x="469" y="1"/>
                          <a:pt x="200" y="408"/>
                          <a:pt x="143" y="769"/>
                        </a:cubicBezTo>
                        <a:cubicBezTo>
                          <a:pt x="72" y="1197"/>
                          <a:pt x="0" y="1723"/>
                          <a:pt x="18" y="2053"/>
                        </a:cubicBezTo>
                        <a:cubicBezTo>
                          <a:pt x="45" y="2714"/>
                          <a:pt x="535" y="2847"/>
                          <a:pt x="535" y="2847"/>
                        </a:cubicBezTo>
                        <a:lnTo>
                          <a:pt x="509" y="3615"/>
                        </a:lnTo>
                        <a:lnTo>
                          <a:pt x="1026" y="3731"/>
                        </a:lnTo>
                        <a:lnTo>
                          <a:pt x="1900" y="3231"/>
                        </a:lnTo>
                        <a:lnTo>
                          <a:pt x="2257" y="697"/>
                        </a:lnTo>
                        <a:cubicBezTo>
                          <a:pt x="2275" y="581"/>
                          <a:pt x="2195" y="474"/>
                          <a:pt x="2079" y="448"/>
                        </a:cubicBezTo>
                        <a:lnTo>
                          <a:pt x="901" y="10"/>
                        </a:lnTo>
                        <a:cubicBezTo>
                          <a:pt x="871" y="4"/>
                          <a:pt x="840" y="1"/>
                          <a:pt x="811" y="1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4" name="Google Shape;3084;p52"/>
                  <p:cNvSpPr/>
                  <p:nvPr/>
                </p:nvSpPr>
                <p:spPr>
                  <a:xfrm>
                    <a:off x="7858368" y="2648661"/>
                    <a:ext cx="145711" cy="54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338" extrusionOk="0">
                        <a:moveTo>
                          <a:pt x="902" y="1"/>
                        </a:moveTo>
                        <a:lnTo>
                          <a:pt x="902" y="1"/>
                        </a:lnTo>
                        <a:cubicBezTo>
                          <a:pt x="686" y="98"/>
                          <a:pt x="450" y="146"/>
                          <a:pt x="213" y="146"/>
                        </a:cubicBezTo>
                        <a:cubicBezTo>
                          <a:pt x="145" y="146"/>
                          <a:pt x="77" y="142"/>
                          <a:pt x="9" y="134"/>
                        </a:cubicBezTo>
                        <a:lnTo>
                          <a:pt x="1" y="313"/>
                        </a:lnTo>
                        <a:cubicBezTo>
                          <a:pt x="84" y="330"/>
                          <a:pt x="162" y="338"/>
                          <a:pt x="233" y="338"/>
                        </a:cubicBezTo>
                        <a:cubicBezTo>
                          <a:pt x="706" y="338"/>
                          <a:pt x="902" y="1"/>
                          <a:pt x="902" y="1"/>
                        </a:cubicBezTo>
                        <a:close/>
                      </a:path>
                    </a:pathLst>
                  </a:custGeom>
                  <a:solidFill>
                    <a:srgbClr val="191919">
                      <a:alpha val="5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5" name="Google Shape;3085;p52"/>
                  <p:cNvSpPr/>
                  <p:nvPr/>
                </p:nvSpPr>
                <p:spPr>
                  <a:xfrm>
                    <a:off x="7764672" y="2186158"/>
                    <a:ext cx="465727" cy="534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3" h="3311" extrusionOk="0">
                        <a:moveTo>
                          <a:pt x="723" y="0"/>
                        </a:moveTo>
                        <a:cubicBezTo>
                          <a:pt x="669" y="0"/>
                          <a:pt x="606" y="24"/>
                          <a:pt x="518" y="89"/>
                        </a:cubicBezTo>
                        <a:cubicBezTo>
                          <a:pt x="402" y="187"/>
                          <a:pt x="304" y="303"/>
                          <a:pt x="233" y="437"/>
                        </a:cubicBezTo>
                        <a:cubicBezTo>
                          <a:pt x="152" y="562"/>
                          <a:pt x="99" y="687"/>
                          <a:pt x="54" y="830"/>
                        </a:cubicBezTo>
                        <a:cubicBezTo>
                          <a:pt x="19" y="990"/>
                          <a:pt x="1" y="1160"/>
                          <a:pt x="10" y="1329"/>
                        </a:cubicBezTo>
                        <a:cubicBezTo>
                          <a:pt x="126" y="1258"/>
                          <a:pt x="188" y="1133"/>
                          <a:pt x="233" y="1008"/>
                        </a:cubicBezTo>
                        <a:cubicBezTo>
                          <a:pt x="268" y="883"/>
                          <a:pt x="322" y="758"/>
                          <a:pt x="384" y="642"/>
                        </a:cubicBezTo>
                        <a:lnTo>
                          <a:pt x="384" y="642"/>
                        </a:lnTo>
                        <a:cubicBezTo>
                          <a:pt x="349" y="749"/>
                          <a:pt x="331" y="856"/>
                          <a:pt x="340" y="972"/>
                        </a:cubicBezTo>
                        <a:cubicBezTo>
                          <a:pt x="340" y="999"/>
                          <a:pt x="349" y="1026"/>
                          <a:pt x="366" y="1053"/>
                        </a:cubicBezTo>
                        <a:cubicBezTo>
                          <a:pt x="381" y="1067"/>
                          <a:pt x="399" y="1074"/>
                          <a:pt x="414" y="1074"/>
                        </a:cubicBezTo>
                        <a:cubicBezTo>
                          <a:pt x="427" y="1074"/>
                          <a:pt x="439" y="1070"/>
                          <a:pt x="447" y="1061"/>
                        </a:cubicBezTo>
                        <a:cubicBezTo>
                          <a:pt x="420" y="928"/>
                          <a:pt x="429" y="794"/>
                          <a:pt x="474" y="669"/>
                        </a:cubicBezTo>
                        <a:cubicBezTo>
                          <a:pt x="527" y="544"/>
                          <a:pt x="581" y="419"/>
                          <a:pt x="652" y="312"/>
                        </a:cubicBezTo>
                        <a:lnTo>
                          <a:pt x="652" y="312"/>
                        </a:lnTo>
                        <a:cubicBezTo>
                          <a:pt x="607" y="526"/>
                          <a:pt x="598" y="749"/>
                          <a:pt x="625" y="972"/>
                        </a:cubicBezTo>
                        <a:cubicBezTo>
                          <a:pt x="634" y="1008"/>
                          <a:pt x="643" y="1035"/>
                          <a:pt x="661" y="1061"/>
                        </a:cubicBezTo>
                        <a:cubicBezTo>
                          <a:pt x="688" y="1089"/>
                          <a:pt x="721" y="1100"/>
                          <a:pt x="758" y="1100"/>
                        </a:cubicBezTo>
                        <a:cubicBezTo>
                          <a:pt x="770" y="1100"/>
                          <a:pt x="782" y="1099"/>
                          <a:pt x="795" y="1097"/>
                        </a:cubicBezTo>
                        <a:cubicBezTo>
                          <a:pt x="808" y="1095"/>
                          <a:pt x="822" y="1093"/>
                          <a:pt x="836" y="1093"/>
                        </a:cubicBezTo>
                        <a:cubicBezTo>
                          <a:pt x="870" y="1093"/>
                          <a:pt x="906" y="1100"/>
                          <a:pt x="937" y="1106"/>
                        </a:cubicBezTo>
                        <a:cubicBezTo>
                          <a:pt x="875" y="856"/>
                          <a:pt x="857" y="598"/>
                          <a:pt x="902" y="339"/>
                        </a:cubicBezTo>
                        <a:lnTo>
                          <a:pt x="902" y="339"/>
                        </a:lnTo>
                        <a:cubicBezTo>
                          <a:pt x="893" y="517"/>
                          <a:pt x="920" y="696"/>
                          <a:pt x="982" y="865"/>
                        </a:cubicBezTo>
                        <a:cubicBezTo>
                          <a:pt x="1000" y="937"/>
                          <a:pt x="1036" y="1008"/>
                          <a:pt x="1089" y="1061"/>
                        </a:cubicBezTo>
                        <a:cubicBezTo>
                          <a:pt x="1137" y="1109"/>
                          <a:pt x="1199" y="1143"/>
                          <a:pt x="1263" y="1143"/>
                        </a:cubicBezTo>
                        <a:cubicBezTo>
                          <a:pt x="1271" y="1143"/>
                          <a:pt x="1278" y="1143"/>
                          <a:pt x="1285" y="1142"/>
                        </a:cubicBezTo>
                        <a:cubicBezTo>
                          <a:pt x="1187" y="990"/>
                          <a:pt x="1134" y="803"/>
                          <a:pt x="1143" y="624"/>
                        </a:cubicBezTo>
                        <a:lnTo>
                          <a:pt x="1143" y="624"/>
                        </a:lnTo>
                        <a:cubicBezTo>
                          <a:pt x="1196" y="812"/>
                          <a:pt x="1285" y="999"/>
                          <a:pt x="1392" y="1169"/>
                        </a:cubicBezTo>
                        <a:cubicBezTo>
                          <a:pt x="1491" y="1302"/>
                          <a:pt x="1633" y="1400"/>
                          <a:pt x="1803" y="1445"/>
                        </a:cubicBezTo>
                        <a:cubicBezTo>
                          <a:pt x="1830" y="1722"/>
                          <a:pt x="1830" y="1998"/>
                          <a:pt x="1785" y="2275"/>
                        </a:cubicBezTo>
                        <a:cubicBezTo>
                          <a:pt x="1758" y="2453"/>
                          <a:pt x="1624" y="2640"/>
                          <a:pt x="1589" y="2819"/>
                        </a:cubicBezTo>
                        <a:cubicBezTo>
                          <a:pt x="1562" y="2944"/>
                          <a:pt x="1553" y="3078"/>
                          <a:pt x="1562" y="3211"/>
                        </a:cubicBezTo>
                        <a:cubicBezTo>
                          <a:pt x="1571" y="3220"/>
                          <a:pt x="1571" y="3220"/>
                          <a:pt x="1571" y="3220"/>
                        </a:cubicBezTo>
                        <a:cubicBezTo>
                          <a:pt x="1579" y="3276"/>
                          <a:pt x="1630" y="3311"/>
                          <a:pt x="1679" y="3311"/>
                        </a:cubicBezTo>
                        <a:cubicBezTo>
                          <a:pt x="1685" y="3311"/>
                          <a:pt x="1690" y="3310"/>
                          <a:pt x="1696" y="3310"/>
                        </a:cubicBezTo>
                        <a:lnTo>
                          <a:pt x="2820" y="3078"/>
                        </a:lnTo>
                        <a:cubicBezTo>
                          <a:pt x="2882" y="1847"/>
                          <a:pt x="2650" y="1044"/>
                          <a:pt x="2409" y="535"/>
                        </a:cubicBezTo>
                        <a:cubicBezTo>
                          <a:pt x="2409" y="529"/>
                          <a:pt x="2329" y="463"/>
                          <a:pt x="2263" y="463"/>
                        </a:cubicBezTo>
                        <a:cubicBezTo>
                          <a:pt x="2230" y="463"/>
                          <a:pt x="2201" y="479"/>
                          <a:pt x="2186" y="526"/>
                        </a:cubicBezTo>
                        <a:cubicBezTo>
                          <a:pt x="2173" y="569"/>
                          <a:pt x="2163" y="587"/>
                          <a:pt x="2154" y="587"/>
                        </a:cubicBezTo>
                        <a:cubicBezTo>
                          <a:pt x="2113" y="587"/>
                          <a:pt x="2090" y="242"/>
                          <a:pt x="1901" y="169"/>
                        </a:cubicBezTo>
                        <a:cubicBezTo>
                          <a:pt x="1681" y="79"/>
                          <a:pt x="1441" y="35"/>
                          <a:pt x="1204" y="35"/>
                        </a:cubicBezTo>
                        <a:cubicBezTo>
                          <a:pt x="1114" y="35"/>
                          <a:pt x="1025" y="41"/>
                          <a:pt x="937" y="53"/>
                        </a:cubicBezTo>
                        <a:lnTo>
                          <a:pt x="928" y="80"/>
                        </a:lnTo>
                        <a:lnTo>
                          <a:pt x="928" y="89"/>
                        </a:lnTo>
                        <a:lnTo>
                          <a:pt x="920" y="89"/>
                        </a:lnTo>
                        <a:cubicBezTo>
                          <a:pt x="848" y="43"/>
                          <a:pt x="794" y="0"/>
                          <a:pt x="723" y="0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6" name="Google Shape;3086;p52"/>
                  <p:cNvSpPr/>
                  <p:nvPr/>
                </p:nvSpPr>
                <p:spPr>
                  <a:xfrm>
                    <a:off x="7584548" y="2714894"/>
                    <a:ext cx="595284" cy="97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5" h="6023" extrusionOk="0">
                        <a:moveTo>
                          <a:pt x="3087" y="1"/>
                        </a:moveTo>
                        <a:lnTo>
                          <a:pt x="2391" y="179"/>
                        </a:lnTo>
                        <a:lnTo>
                          <a:pt x="1678" y="402"/>
                        </a:lnTo>
                        <a:lnTo>
                          <a:pt x="1009" y="1375"/>
                        </a:lnTo>
                        <a:cubicBezTo>
                          <a:pt x="652" y="1892"/>
                          <a:pt x="580" y="2142"/>
                          <a:pt x="554" y="2873"/>
                        </a:cubicBezTo>
                        <a:lnTo>
                          <a:pt x="563" y="4176"/>
                        </a:lnTo>
                        <a:lnTo>
                          <a:pt x="1" y="4336"/>
                        </a:lnTo>
                        <a:lnTo>
                          <a:pt x="2882" y="6023"/>
                        </a:lnTo>
                        <a:cubicBezTo>
                          <a:pt x="3016" y="5541"/>
                          <a:pt x="3060" y="5389"/>
                          <a:pt x="3052" y="4890"/>
                        </a:cubicBezTo>
                        <a:lnTo>
                          <a:pt x="3043" y="4560"/>
                        </a:lnTo>
                        <a:cubicBezTo>
                          <a:pt x="3043" y="4560"/>
                          <a:pt x="3337" y="2936"/>
                          <a:pt x="3551" y="1910"/>
                        </a:cubicBezTo>
                        <a:cubicBezTo>
                          <a:pt x="3685" y="1303"/>
                          <a:pt x="3551" y="670"/>
                          <a:pt x="3185" y="179"/>
                        </a:cubicBezTo>
                        <a:lnTo>
                          <a:pt x="30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7" name="Google Shape;3087;p52"/>
                  <p:cNvSpPr/>
                  <p:nvPr/>
                </p:nvSpPr>
                <p:spPr>
                  <a:xfrm>
                    <a:off x="7660959" y="3344758"/>
                    <a:ext cx="230683" cy="135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" h="840" extrusionOk="0">
                        <a:moveTo>
                          <a:pt x="10" y="0"/>
                        </a:move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0"/>
                          <a:pt x="322" y="197"/>
                          <a:pt x="714" y="429"/>
                        </a:cubicBezTo>
                        <a:cubicBezTo>
                          <a:pt x="1098" y="655"/>
                          <a:pt x="1413" y="839"/>
                          <a:pt x="1427" y="839"/>
                        </a:cubicBezTo>
                        <a:cubicBezTo>
                          <a:pt x="1428" y="839"/>
                          <a:pt x="1428" y="839"/>
                          <a:pt x="1428" y="839"/>
                        </a:cubicBezTo>
                        <a:cubicBezTo>
                          <a:pt x="1428" y="830"/>
                          <a:pt x="1116" y="643"/>
                          <a:pt x="723" y="411"/>
                        </a:cubicBezTo>
                        <a:cubicBezTo>
                          <a:pt x="339" y="184"/>
                          <a:pt x="24" y="0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8" name="Google Shape;3088;p52"/>
                  <p:cNvSpPr/>
                  <p:nvPr/>
                </p:nvSpPr>
                <p:spPr>
                  <a:xfrm>
                    <a:off x="7730101" y="3360267"/>
                    <a:ext cx="157181" cy="224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3" h="139" extrusionOk="0">
                        <a:moveTo>
                          <a:pt x="12" y="1"/>
                        </a:moveTo>
                        <a:cubicBezTo>
                          <a:pt x="4" y="1"/>
                          <a:pt x="1" y="1"/>
                          <a:pt x="1" y="2"/>
                        </a:cubicBezTo>
                        <a:cubicBezTo>
                          <a:pt x="1" y="2"/>
                          <a:pt x="215" y="38"/>
                          <a:pt x="482" y="83"/>
                        </a:cubicBezTo>
                        <a:cubicBezTo>
                          <a:pt x="715" y="114"/>
                          <a:pt x="907" y="138"/>
                          <a:pt x="953" y="138"/>
                        </a:cubicBezTo>
                        <a:cubicBezTo>
                          <a:pt x="960" y="138"/>
                          <a:pt x="964" y="137"/>
                          <a:pt x="964" y="136"/>
                        </a:cubicBezTo>
                        <a:cubicBezTo>
                          <a:pt x="973" y="127"/>
                          <a:pt x="750" y="92"/>
                          <a:pt x="491" y="56"/>
                        </a:cubicBezTo>
                        <a:cubicBezTo>
                          <a:pt x="259" y="25"/>
                          <a:pt x="60" y="1"/>
                          <a:pt x="12" y="1"/>
                        </a:cubicBezTo>
                        <a:close/>
                      </a:path>
                    </a:pathLst>
                  </a:custGeom>
                  <a:solidFill>
                    <a:srgbClr val="1A2E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89" name="Google Shape;3089;p52"/>
                  <p:cNvSpPr/>
                  <p:nvPr/>
                </p:nvSpPr>
                <p:spPr>
                  <a:xfrm>
                    <a:off x="7178100" y="3266894"/>
                    <a:ext cx="307092" cy="1327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1" h="822" extrusionOk="0">
                        <a:moveTo>
                          <a:pt x="894" y="0"/>
                        </a:moveTo>
                        <a:cubicBezTo>
                          <a:pt x="812" y="0"/>
                          <a:pt x="730" y="20"/>
                          <a:pt x="661" y="63"/>
                        </a:cubicBezTo>
                        <a:lnTo>
                          <a:pt x="652" y="72"/>
                        </a:lnTo>
                        <a:lnTo>
                          <a:pt x="295" y="215"/>
                        </a:lnTo>
                        <a:lnTo>
                          <a:pt x="54" y="518"/>
                        </a:lnTo>
                        <a:lnTo>
                          <a:pt x="1" y="545"/>
                        </a:lnTo>
                        <a:lnTo>
                          <a:pt x="1839" y="821"/>
                        </a:lnTo>
                        <a:lnTo>
                          <a:pt x="1901" y="108"/>
                        </a:lnTo>
                        <a:lnTo>
                          <a:pt x="1526" y="179"/>
                        </a:lnTo>
                        <a:cubicBezTo>
                          <a:pt x="1366" y="134"/>
                          <a:pt x="1187" y="72"/>
                          <a:pt x="1054" y="27"/>
                        </a:cubicBezTo>
                        <a:cubicBezTo>
                          <a:pt x="1003" y="9"/>
                          <a:pt x="948" y="0"/>
                          <a:pt x="894" y="0"/>
                        </a:cubicBezTo>
                        <a:close/>
                      </a:path>
                    </a:pathLst>
                  </a:custGeom>
                  <a:solidFill>
                    <a:srgbClr val="FEBE9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90" name="Google Shape;3090;p52"/>
                  <p:cNvSpPr/>
                  <p:nvPr/>
                </p:nvSpPr>
                <p:spPr>
                  <a:xfrm>
                    <a:off x="7451919" y="2755281"/>
                    <a:ext cx="694794" cy="6988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1" h="4326" extrusionOk="0">
                        <a:moveTo>
                          <a:pt x="3596" y="1"/>
                        </a:moveTo>
                        <a:cubicBezTo>
                          <a:pt x="2749" y="99"/>
                          <a:pt x="2775" y="741"/>
                          <a:pt x="2775" y="741"/>
                        </a:cubicBezTo>
                        <a:lnTo>
                          <a:pt x="2525" y="2873"/>
                        </a:lnTo>
                        <a:lnTo>
                          <a:pt x="19" y="3177"/>
                        </a:lnTo>
                        <a:lnTo>
                          <a:pt x="1" y="4051"/>
                        </a:lnTo>
                        <a:cubicBezTo>
                          <a:pt x="1" y="4051"/>
                          <a:pt x="1642" y="4211"/>
                          <a:pt x="2383" y="4310"/>
                        </a:cubicBezTo>
                        <a:cubicBezTo>
                          <a:pt x="2466" y="4321"/>
                          <a:pt x="2545" y="4326"/>
                          <a:pt x="2618" y="4326"/>
                        </a:cubicBezTo>
                        <a:cubicBezTo>
                          <a:pt x="3198" y="4326"/>
                          <a:pt x="3493" y="3999"/>
                          <a:pt x="3801" y="3596"/>
                        </a:cubicBezTo>
                        <a:cubicBezTo>
                          <a:pt x="4033" y="3293"/>
                          <a:pt x="4176" y="2392"/>
                          <a:pt x="4247" y="1615"/>
                        </a:cubicBezTo>
                        <a:cubicBezTo>
                          <a:pt x="4301" y="1027"/>
                          <a:pt x="4078" y="447"/>
                          <a:pt x="3641" y="45"/>
                        </a:cubicBezTo>
                        <a:lnTo>
                          <a:pt x="35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91" name="Google Shape;3091;p52"/>
                  <p:cNvSpPr/>
                  <p:nvPr/>
                </p:nvSpPr>
                <p:spPr>
                  <a:xfrm>
                    <a:off x="7854006" y="3220853"/>
                    <a:ext cx="26170" cy="64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402" extrusionOk="0">
                        <a:moveTo>
                          <a:pt x="10" y="0"/>
                        </a:moveTo>
                        <a:lnTo>
                          <a:pt x="10" y="0"/>
                        </a:lnTo>
                        <a:cubicBezTo>
                          <a:pt x="1" y="0"/>
                          <a:pt x="54" y="89"/>
                          <a:pt x="99" y="196"/>
                        </a:cubicBezTo>
                        <a:cubicBezTo>
                          <a:pt x="135" y="312"/>
                          <a:pt x="152" y="402"/>
                          <a:pt x="161" y="402"/>
                        </a:cubicBezTo>
                        <a:cubicBezTo>
                          <a:pt x="161" y="259"/>
                          <a:pt x="108" y="116"/>
                          <a:pt x="1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  <p:sp>
                <p:nvSpPr>
                  <p:cNvPr id="3092" name="Google Shape;3092;p52"/>
                  <p:cNvSpPr/>
                  <p:nvPr/>
                </p:nvSpPr>
                <p:spPr>
                  <a:xfrm>
                    <a:off x="7446265" y="2817314"/>
                    <a:ext cx="698994" cy="6385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7" h="3953" extrusionOk="0">
                        <a:moveTo>
                          <a:pt x="2891" y="0"/>
                        </a:moveTo>
                        <a:lnTo>
                          <a:pt x="2891" y="0"/>
                        </a:lnTo>
                        <a:cubicBezTo>
                          <a:pt x="2882" y="9"/>
                          <a:pt x="2882" y="9"/>
                          <a:pt x="2882" y="18"/>
                        </a:cubicBezTo>
                        <a:cubicBezTo>
                          <a:pt x="2882" y="20"/>
                          <a:pt x="2881" y="23"/>
                          <a:pt x="2880" y="25"/>
                        </a:cubicBezTo>
                        <a:lnTo>
                          <a:pt x="2880" y="25"/>
                        </a:lnTo>
                        <a:cubicBezTo>
                          <a:pt x="2884" y="17"/>
                          <a:pt x="2887" y="9"/>
                          <a:pt x="2891" y="0"/>
                        </a:cubicBezTo>
                        <a:close/>
                        <a:moveTo>
                          <a:pt x="2880" y="25"/>
                        </a:moveTo>
                        <a:cubicBezTo>
                          <a:pt x="2859" y="77"/>
                          <a:pt x="2844" y="123"/>
                          <a:pt x="2828" y="170"/>
                        </a:cubicBezTo>
                        <a:cubicBezTo>
                          <a:pt x="2810" y="232"/>
                          <a:pt x="2792" y="295"/>
                          <a:pt x="2784" y="384"/>
                        </a:cubicBezTo>
                        <a:cubicBezTo>
                          <a:pt x="2801" y="304"/>
                          <a:pt x="2819" y="232"/>
                          <a:pt x="2837" y="179"/>
                        </a:cubicBezTo>
                        <a:cubicBezTo>
                          <a:pt x="2846" y="116"/>
                          <a:pt x="2864" y="81"/>
                          <a:pt x="2873" y="54"/>
                        </a:cubicBezTo>
                        <a:cubicBezTo>
                          <a:pt x="2873" y="40"/>
                          <a:pt x="2878" y="32"/>
                          <a:pt x="2880" y="25"/>
                        </a:cubicBezTo>
                        <a:close/>
                        <a:moveTo>
                          <a:pt x="4327" y="875"/>
                        </a:moveTo>
                        <a:cubicBezTo>
                          <a:pt x="4318" y="901"/>
                          <a:pt x="4318" y="928"/>
                          <a:pt x="4309" y="973"/>
                        </a:cubicBezTo>
                        <a:cubicBezTo>
                          <a:pt x="4318" y="928"/>
                          <a:pt x="4327" y="901"/>
                          <a:pt x="4327" y="875"/>
                        </a:cubicBezTo>
                        <a:close/>
                        <a:moveTo>
                          <a:pt x="2784" y="384"/>
                        </a:moveTo>
                        <a:cubicBezTo>
                          <a:pt x="2766" y="464"/>
                          <a:pt x="2757" y="562"/>
                          <a:pt x="2739" y="669"/>
                        </a:cubicBezTo>
                        <a:cubicBezTo>
                          <a:pt x="2694" y="1105"/>
                          <a:pt x="2615" y="1727"/>
                          <a:pt x="2526" y="2481"/>
                        </a:cubicBezTo>
                        <a:lnTo>
                          <a:pt x="2526" y="2481"/>
                        </a:lnTo>
                        <a:lnTo>
                          <a:pt x="36" y="2775"/>
                        </a:lnTo>
                        <a:lnTo>
                          <a:pt x="18" y="2775"/>
                        </a:lnTo>
                        <a:lnTo>
                          <a:pt x="18" y="2793"/>
                        </a:lnTo>
                        <a:cubicBezTo>
                          <a:pt x="18" y="3069"/>
                          <a:pt x="9" y="3363"/>
                          <a:pt x="0" y="3667"/>
                        </a:cubicBezTo>
                        <a:lnTo>
                          <a:pt x="0" y="3685"/>
                        </a:lnTo>
                        <a:lnTo>
                          <a:pt x="18" y="3685"/>
                        </a:lnTo>
                        <a:lnTo>
                          <a:pt x="312" y="3711"/>
                        </a:lnTo>
                        <a:cubicBezTo>
                          <a:pt x="741" y="3756"/>
                          <a:pt x="1160" y="3792"/>
                          <a:pt x="1561" y="3836"/>
                        </a:cubicBezTo>
                        <a:cubicBezTo>
                          <a:pt x="1758" y="3863"/>
                          <a:pt x="1954" y="3881"/>
                          <a:pt x="2150" y="3908"/>
                        </a:cubicBezTo>
                        <a:cubicBezTo>
                          <a:pt x="2337" y="3934"/>
                          <a:pt x="2534" y="3952"/>
                          <a:pt x="2721" y="3952"/>
                        </a:cubicBezTo>
                        <a:cubicBezTo>
                          <a:pt x="2819" y="3943"/>
                          <a:pt x="2908" y="3926"/>
                          <a:pt x="2998" y="3899"/>
                        </a:cubicBezTo>
                        <a:cubicBezTo>
                          <a:pt x="3087" y="3872"/>
                          <a:pt x="3167" y="3836"/>
                          <a:pt x="3247" y="3792"/>
                        </a:cubicBezTo>
                        <a:cubicBezTo>
                          <a:pt x="3390" y="3702"/>
                          <a:pt x="3524" y="3587"/>
                          <a:pt x="3631" y="3453"/>
                        </a:cubicBezTo>
                        <a:cubicBezTo>
                          <a:pt x="3685" y="3390"/>
                          <a:pt x="3738" y="3328"/>
                          <a:pt x="3783" y="3265"/>
                        </a:cubicBezTo>
                        <a:lnTo>
                          <a:pt x="3818" y="3221"/>
                        </a:lnTo>
                        <a:cubicBezTo>
                          <a:pt x="3836" y="3203"/>
                          <a:pt x="3845" y="3185"/>
                          <a:pt x="3854" y="3167"/>
                        </a:cubicBezTo>
                        <a:lnTo>
                          <a:pt x="3890" y="3123"/>
                        </a:lnTo>
                        <a:cubicBezTo>
                          <a:pt x="3899" y="3105"/>
                          <a:pt x="3908" y="3087"/>
                          <a:pt x="3916" y="3069"/>
                        </a:cubicBezTo>
                        <a:cubicBezTo>
                          <a:pt x="3979" y="2935"/>
                          <a:pt x="4024" y="2793"/>
                          <a:pt x="4059" y="2650"/>
                        </a:cubicBezTo>
                        <a:cubicBezTo>
                          <a:pt x="4122" y="2400"/>
                          <a:pt x="4166" y="2150"/>
                          <a:pt x="4193" y="1900"/>
                        </a:cubicBezTo>
                        <a:cubicBezTo>
                          <a:pt x="4229" y="1677"/>
                          <a:pt x="4247" y="1490"/>
                          <a:pt x="4264" y="1330"/>
                        </a:cubicBezTo>
                        <a:cubicBezTo>
                          <a:pt x="4282" y="1178"/>
                          <a:pt x="4300" y="1053"/>
                          <a:pt x="4309" y="973"/>
                        </a:cubicBezTo>
                        <a:lnTo>
                          <a:pt x="4309" y="973"/>
                        </a:lnTo>
                        <a:cubicBezTo>
                          <a:pt x="4291" y="1053"/>
                          <a:pt x="4273" y="1169"/>
                          <a:pt x="4255" y="1330"/>
                        </a:cubicBezTo>
                        <a:cubicBezTo>
                          <a:pt x="4238" y="1481"/>
                          <a:pt x="4211" y="1677"/>
                          <a:pt x="4184" y="1900"/>
                        </a:cubicBezTo>
                        <a:cubicBezTo>
                          <a:pt x="4148" y="2150"/>
                          <a:pt x="4104" y="2400"/>
                          <a:pt x="4041" y="2641"/>
                        </a:cubicBezTo>
                        <a:cubicBezTo>
                          <a:pt x="4006" y="2784"/>
                          <a:pt x="3961" y="2926"/>
                          <a:pt x="3899" y="3051"/>
                        </a:cubicBezTo>
                        <a:cubicBezTo>
                          <a:pt x="3890" y="3069"/>
                          <a:pt x="3881" y="3087"/>
                          <a:pt x="3872" y="3105"/>
                        </a:cubicBezTo>
                        <a:lnTo>
                          <a:pt x="3836" y="3158"/>
                        </a:lnTo>
                        <a:cubicBezTo>
                          <a:pt x="3827" y="3167"/>
                          <a:pt x="3818" y="3185"/>
                          <a:pt x="3809" y="3203"/>
                        </a:cubicBezTo>
                        <a:lnTo>
                          <a:pt x="3774" y="3248"/>
                        </a:lnTo>
                        <a:cubicBezTo>
                          <a:pt x="3720" y="3310"/>
                          <a:pt x="3667" y="3372"/>
                          <a:pt x="3613" y="3435"/>
                        </a:cubicBezTo>
                        <a:cubicBezTo>
                          <a:pt x="3506" y="3569"/>
                          <a:pt x="3381" y="3685"/>
                          <a:pt x="3238" y="3774"/>
                        </a:cubicBezTo>
                        <a:cubicBezTo>
                          <a:pt x="3158" y="3818"/>
                          <a:pt x="3078" y="3854"/>
                          <a:pt x="2989" y="3881"/>
                        </a:cubicBezTo>
                        <a:cubicBezTo>
                          <a:pt x="2908" y="3899"/>
                          <a:pt x="2810" y="3917"/>
                          <a:pt x="2721" y="3926"/>
                        </a:cubicBezTo>
                        <a:cubicBezTo>
                          <a:pt x="2534" y="3926"/>
                          <a:pt x="2346" y="3908"/>
                          <a:pt x="2159" y="3881"/>
                        </a:cubicBezTo>
                        <a:cubicBezTo>
                          <a:pt x="1963" y="3854"/>
                          <a:pt x="1767" y="3827"/>
                          <a:pt x="1561" y="3810"/>
                        </a:cubicBezTo>
                        <a:cubicBezTo>
                          <a:pt x="1160" y="3765"/>
                          <a:pt x="750" y="3720"/>
                          <a:pt x="321" y="3685"/>
                        </a:cubicBezTo>
                        <a:lnTo>
                          <a:pt x="27" y="3650"/>
                        </a:lnTo>
                        <a:lnTo>
                          <a:pt x="27" y="3650"/>
                        </a:lnTo>
                        <a:cubicBezTo>
                          <a:pt x="36" y="3359"/>
                          <a:pt x="44" y="3075"/>
                          <a:pt x="45" y="2800"/>
                        </a:cubicBezTo>
                        <a:lnTo>
                          <a:pt x="45" y="2800"/>
                        </a:lnTo>
                        <a:lnTo>
                          <a:pt x="2534" y="2498"/>
                        </a:lnTo>
                        <a:lnTo>
                          <a:pt x="2543" y="2498"/>
                        </a:lnTo>
                        <a:lnTo>
                          <a:pt x="2543" y="2489"/>
                        </a:lnTo>
                        <a:cubicBezTo>
                          <a:pt x="2632" y="1731"/>
                          <a:pt x="2703" y="1106"/>
                          <a:pt x="2748" y="669"/>
                        </a:cubicBezTo>
                        <a:cubicBezTo>
                          <a:pt x="2766" y="562"/>
                          <a:pt x="2775" y="464"/>
                          <a:pt x="2784" y="38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Palanquin"/>
                      <a:ea typeface="Palanquin"/>
                      <a:cs typeface="Palanquin"/>
                      <a:sym typeface="Palanquin"/>
                    </a:endParaRPr>
                  </a:p>
                </p:txBody>
              </p:sp>
            </p:grpSp>
            <p:sp>
              <p:nvSpPr>
                <p:cNvPr id="3093" name="Google Shape;3093;p52"/>
                <p:cNvSpPr/>
                <p:nvPr/>
              </p:nvSpPr>
              <p:spPr>
                <a:xfrm>
                  <a:off x="5878155" y="2907253"/>
                  <a:ext cx="24251" cy="2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6" extrusionOk="0">
                      <a:moveTo>
                        <a:pt x="82" y="1"/>
                      </a:moveTo>
                      <a:cubicBezTo>
                        <a:pt x="45" y="1"/>
                        <a:pt x="17" y="26"/>
                        <a:pt x="9" y="65"/>
                      </a:cubicBezTo>
                      <a:cubicBezTo>
                        <a:pt x="0" y="109"/>
                        <a:pt x="36" y="154"/>
                        <a:pt x="81" y="154"/>
                      </a:cubicBezTo>
                      <a:cubicBezTo>
                        <a:pt x="86" y="155"/>
                        <a:pt x="92" y="156"/>
                        <a:pt x="97" y="156"/>
                      </a:cubicBezTo>
                      <a:cubicBezTo>
                        <a:pt x="134" y="156"/>
                        <a:pt x="162" y="130"/>
                        <a:pt x="170" y="92"/>
                      </a:cubicBezTo>
                      <a:cubicBezTo>
                        <a:pt x="179" y="47"/>
                        <a:pt x="143" y="11"/>
                        <a:pt x="99" y="2"/>
                      </a:cubicBezTo>
                      <a:cubicBezTo>
                        <a:pt x="93" y="1"/>
                        <a:pt x="8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4" name="Google Shape;3094;p52"/>
                <p:cNvSpPr/>
                <p:nvPr/>
              </p:nvSpPr>
              <p:spPr>
                <a:xfrm>
                  <a:off x="5876936" y="2868370"/>
                  <a:ext cx="46063" cy="14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4" extrusionOk="0">
                      <a:moveTo>
                        <a:pt x="137" y="0"/>
                      </a:moveTo>
                      <a:cubicBezTo>
                        <a:pt x="103" y="0"/>
                        <a:pt x="70" y="11"/>
                        <a:pt x="36" y="31"/>
                      </a:cubicBezTo>
                      <a:cubicBezTo>
                        <a:pt x="9" y="48"/>
                        <a:pt x="0" y="66"/>
                        <a:pt x="0" y="66"/>
                      </a:cubicBezTo>
                      <a:cubicBezTo>
                        <a:pt x="2" y="69"/>
                        <a:pt x="5" y="71"/>
                        <a:pt x="10" y="71"/>
                      </a:cubicBezTo>
                      <a:cubicBezTo>
                        <a:pt x="29" y="71"/>
                        <a:pt x="75" y="47"/>
                        <a:pt x="137" y="47"/>
                      </a:cubicBezTo>
                      <a:cubicBezTo>
                        <a:pt x="145" y="47"/>
                        <a:pt x="153" y="48"/>
                        <a:pt x="161" y="48"/>
                      </a:cubicBezTo>
                      <a:cubicBezTo>
                        <a:pt x="250" y="65"/>
                        <a:pt x="303" y="103"/>
                        <a:pt x="325" y="103"/>
                      </a:cubicBezTo>
                      <a:cubicBezTo>
                        <a:pt x="327" y="103"/>
                        <a:pt x="329" y="103"/>
                        <a:pt x="331" y="102"/>
                      </a:cubicBezTo>
                      <a:cubicBezTo>
                        <a:pt x="339" y="93"/>
                        <a:pt x="331" y="75"/>
                        <a:pt x="295" y="57"/>
                      </a:cubicBezTo>
                      <a:cubicBezTo>
                        <a:pt x="259" y="22"/>
                        <a:pt x="215" y="4"/>
                        <a:pt x="170" y="4"/>
                      </a:cubicBezTo>
                      <a:cubicBezTo>
                        <a:pt x="159" y="2"/>
                        <a:pt x="148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5" name="Google Shape;3095;p52"/>
                <p:cNvSpPr/>
                <p:nvPr/>
              </p:nvSpPr>
              <p:spPr>
                <a:xfrm>
                  <a:off x="5983288" y="2913350"/>
                  <a:ext cx="23167" cy="22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65" extrusionOk="0">
                      <a:moveTo>
                        <a:pt x="85" y="1"/>
                      </a:moveTo>
                      <a:cubicBezTo>
                        <a:pt x="45" y="1"/>
                        <a:pt x="9" y="33"/>
                        <a:pt x="1" y="73"/>
                      </a:cubicBezTo>
                      <a:cubicBezTo>
                        <a:pt x="1" y="118"/>
                        <a:pt x="27" y="154"/>
                        <a:pt x="72" y="162"/>
                      </a:cubicBezTo>
                      <a:cubicBezTo>
                        <a:pt x="78" y="164"/>
                        <a:pt x="83" y="164"/>
                        <a:pt x="89" y="164"/>
                      </a:cubicBezTo>
                      <a:cubicBezTo>
                        <a:pt x="127" y="164"/>
                        <a:pt x="162" y="139"/>
                        <a:pt x="170" y="100"/>
                      </a:cubicBezTo>
                      <a:cubicBezTo>
                        <a:pt x="170" y="55"/>
                        <a:pt x="143" y="11"/>
                        <a:pt x="99" y="2"/>
                      </a:cubicBezTo>
                      <a:cubicBezTo>
                        <a:pt x="94" y="1"/>
                        <a:pt x="89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6" name="Google Shape;3096;p52"/>
                <p:cNvSpPr/>
                <p:nvPr/>
              </p:nvSpPr>
              <p:spPr>
                <a:xfrm>
                  <a:off x="5996566" y="2877312"/>
                  <a:ext cx="46063" cy="1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" h="109" extrusionOk="0">
                      <a:moveTo>
                        <a:pt x="170" y="0"/>
                      </a:moveTo>
                      <a:cubicBezTo>
                        <a:pt x="126" y="0"/>
                        <a:pt x="81" y="9"/>
                        <a:pt x="36" y="36"/>
                      </a:cubicBezTo>
                      <a:cubicBezTo>
                        <a:pt x="10" y="54"/>
                        <a:pt x="1" y="72"/>
                        <a:pt x="1" y="72"/>
                      </a:cubicBezTo>
                      <a:cubicBezTo>
                        <a:pt x="2" y="75"/>
                        <a:pt x="5" y="76"/>
                        <a:pt x="10" y="76"/>
                      </a:cubicBezTo>
                      <a:cubicBezTo>
                        <a:pt x="32" y="76"/>
                        <a:pt x="83" y="53"/>
                        <a:pt x="146" y="53"/>
                      </a:cubicBezTo>
                      <a:cubicBezTo>
                        <a:pt x="154" y="53"/>
                        <a:pt x="162" y="53"/>
                        <a:pt x="170" y="54"/>
                      </a:cubicBezTo>
                      <a:cubicBezTo>
                        <a:pt x="253" y="62"/>
                        <a:pt x="312" y="108"/>
                        <a:pt x="328" y="108"/>
                      </a:cubicBezTo>
                      <a:cubicBezTo>
                        <a:pt x="329" y="108"/>
                        <a:pt x="330" y="108"/>
                        <a:pt x="331" y="107"/>
                      </a:cubicBezTo>
                      <a:cubicBezTo>
                        <a:pt x="340" y="98"/>
                        <a:pt x="331" y="81"/>
                        <a:pt x="304" y="63"/>
                      </a:cubicBezTo>
                      <a:cubicBezTo>
                        <a:pt x="268" y="27"/>
                        <a:pt x="215" y="9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7" name="Google Shape;3097;p52"/>
                <p:cNvSpPr/>
                <p:nvPr/>
              </p:nvSpPr>
              <p:spPr>
                <a:xfrm>
                  <a:off x="5913245" y="2862815"/>
                  <a:ext cx="48366" cy="100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741" extrusionOk="0">
                      <a:moveTo>
                        <a:pt x="348" y="0"/>
                      </a:moveTo>
                      <a:lnTo>
                        <a:pt x="348" y="0"/>
                      </a:lnTo>
                      <a:cubicBezTo>
                        <a:pt x="259" y="134"/>
                        <a:pt x="179" y="277"/>
                        <a:pt x="116" y="420"/>
                      </a:cubicBezTo>
                      <a:lnTo>
                        <a:pt x="27" y="589"/>
                      </a:lnTo>
                      <a:cubicBezTo>
                        <a:pt x="9" y="616"/>
                        <a:pt x="0" y="651"/>
                        <a:pt x="9" y="678"/>
                      </a:cubicBezTo>
                      <a:cubicBezTo>
                        <a:pt x="9" y="696"/>
                        <a:pt x="27" y="714"/>
                        <a:pt x="45" y="714"/>
                      </a:cubicBezTo>
                      <a:cubicBezTo>
                        <a:pt x="54" y="723"/>
                        <a:pt x="63" y="723"/>
                        <a:pt x="80" y="723"/>
                      </a:cubicBezTo>
                      <a:cubicBezTo>
                        <a:pt x="125" y="741"/>
                        <a:pt x="179" y="741"/>
                        <a:pt x="223" y="741"/>
                      </a:cubicBezTo>
                      <a:cubicBezTo>
                        <a:pt x="179" y="723"/>
                        <a:pt x="134" y="705"/>
                        <a:pt x="80" y="696"/>
                      </a:cubicBezTo>
                      <a:cubicBezTo>
                        <a:pt x="63" y="696"/>
                        <a:pt x="36" y="687"/>
                        <a:pt x="36" y="669"/>
                      </a:cubicBezTo>
                      <a:cubicBezTo>
                        <a:pt x="36" y="643"/>
                        <a:pt x="45" y="625"/>
                        <a:pt x="63" y="607"/>
                      </a:cubicBezTo>
                      <a:lnTo>
                        <a:pt x="143" y="437"/>
                      </a:lnTo>
                      <a:cubicBezTo>
                        <a:pt x="268" y="196"/>
                        <a:pt x="357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8" name="Google Shape;3098;p52"/>
                <p:cNvSpPr/>
                <p:nvPr/>
              </p:nvSpPr>
              <p:spPr>
                <a:xfrm>
                  <a:off x="5943457" y="2982851"/>
                  <a:ext cx="41186" cy="3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55" extrusionOk="0">
                      <a:moveTo>
                        <a:pt x="140" y="1"/>
                      </a:moveTo>
                      <a:cubicBezTo>
                        <a:pt x="91" y="1"/>
                        <a:pt x="46" y="26"/>
                        <a:pt x="18" y="69"/>
                      </a:cubicBezTo>
                      <a:cubicBezTo>
                        <a:pt x="0" y="87"/>
                        <a:pt x="0" y="113"/>
                        <a:pt x="0" y="140"/>
                      </a:cubicBezTo>
                      <a:cubicBezTo>
                        <a:pt x="9" y="158"/>
                        <a:pt x="0" y="149"/>
                        <a:pt x="9" y="158"/>
                      </a:cubicBezTo>
                      <a:cubicBezTo>
                        <a:pt x="45" y="194"/>
                        <a:pt x="80" y="229"/>
                        <a:pt x="125" y="247"/>
                      </a:cubicBezTo>
                      <a:cubicBezTo>
                        <a:pt x="139" y="252"/>
                        <a:pt x="154" y="254"/>
                        <a:pt x="168" y="254"/>
                      </a:cubicBezTo>
                      <a:cubicBezTo>
                        <a:pt x="206" y="254"/>
                        <a:pt x="242" y="238"/>
                        <a:pt x="268" y="211"/>
                      </a:cubicBezTo>
                      <a:cubicBezTo>
                        <a:pt x="295" y="176"/>
                        <a:pt x="303" y="122"/>
                        <a:pt x="286" y="78"/>
                      </a:cubicBezTo>
                      <a:cubicBezTo>
                        <a:pt x="259" y="33"/>
                        <a:pt x="223" y="6"/>
                        <a:pt x="179" y="6"/>
                      </a:cubicBezTo>
                      <a:cubicBezTo>
                        <a:pt x="166" y="3"/>
                        <a:pt x="152" y="1"/>
                        <a:pt x="140" y="1"/>
                      </a:cubicBezTo>
                      <a:close/>
                    </a:path>
                  </a:pathLst>
                </a:custGeom>
                <a:solidFill>
                  <a:srgbClr val="FE99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099" name="Google Shape;3099;p52"/>
                <p:cNvSpPr/>
                <p:nvPr/>
              </p:nvSpPr>
              <p:spPr>
                <a:xfrm>
                  <a:off x="5938580" y="2976348"/>
                  <a:ext cx="44844" cy="3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36" extrusionOk="0">
                      <a:moveTo>
                        <a:pt x="313" y="1"/>
                      </a:moveTo>
                      <a:cubicBezTo>
                        <a:pt x="295" y="1"/>
                        <a:pt x="286" y="90"/>
                        <a:pt x="197" y="152"/>
                      </a:cubicBezTo>
                      <a:cubicBezTo>
                        <a:pt x="108" y="215"/>
                        <a:pt x="0" y="188"/>
                        <a:pt x="0" y="206"/>
                      </a:cubicBezTo>
                      <a:cubicBezTo>
                        <a:pt x="0" y="215"/>
                        <a:pt x="18" y="224"/>
                        <a:pt x="63" y="233"/>
                      </a:cubicBezTo>
                      <a:cubicBezTo>
                        <a:pt x="72" y="234"/>
                        <a:pt x="82" y="235"/>
                        <a:pt x="92" y="235"/>
                      </a:cubicBezTo>
                      <a:cubicBezTo>
                        <a:pt x="138" y="235"/>
                        <a:pt x="187" y="219"/>
                        <a:pt x="223" y="197"/>
                      </a:cubicBezTo>
                      <a:cubicBezTo>
                        <a:pt x="268" y="161"/>
                        <a:pt x="304" y="117"/>
                        <a:pt x="313" y="63"/>
                      </a:cubicBezTo>
                      <a:cubicBezTo>
                        <a:pt x="331" y="28"/>
                        <a:pt x="322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100" name="Google Shape;3100;p52"/>
                <p:cNvSpPr/>
                <p:nvPr/>
              </p:nvSpPr>
              <p:spPr>
                <a:xfrm>
                  <a:off x="5995346" y="2836667"/>
                  <a:ext cx="54598" cy="2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162" extrusionOk="0">
                      <a:moveTo>
                        <a:pt x="130" y="0"/>
                      </a:moveTo>
                      <a:cubicBezTo>
                        <a:pt x="108" y="0"/>
                        <a:pt x="85" y="2"/>
                        <a:pt x="63" y="6"/>
                      </a:cubicBezTo>
                      <a:cubicBezTo>
                        <a:pt x="19" y="15"/>
                        <a:pt x="1" y="33"/>
                        <a:pt x="1" y="42"/>
                      </a:cubicBezTo>
                      <a:cubicBezTo>
                        <a:pt x="1" y="68"/>
                        <a:pt x="99" y="68"/>
                        <a:pt x="197" y="104"/>
                      </a:cubicBezTo>
                      <a:cubicBezTo>
                        <a:pt x="280" y="127"/>
                        <a:pt x="349" y="162"/>
                        <a:pt x="380" y="162"/>
                      </a:cubicBezTo>
                      <a:cubicBezTo>
                        <a:pt x="386" y="162"/>
                        <a:pt x="390" y="160"/>
                        <a:pt x="393" y="158"/>
                      </a:cubicBezTo>
                      <a:cubicBezTo>
                        <a:pt x="402" y="149"/>
                        <a:pt x="393" y="122"/>
                        <a:pt x="367" y="95"/>
                      </a:cubicBezTo>
                      <a:cubicBezTo>
                        <a:pt x="322" y="59"/>
                        <a:pt x="277" y="33"/>
                        <a:pt x="224" y="15"/>
                      </a:cubicBezTo>
                      <a:cubicBezTo>
                        <a:pt x="192" y="4"/>
                        <a:pt x="161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3101" name="Google Shape;3101;p52"/>
                <p:cNvSpPr/>
                <p:nvPr/>
              </p:nvSpPr>
              <p:spPr>
                <a:xfrm>
                  <a:off x="5879375" y="2830164"/>
                  <a:ext cx="47283" cy="15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" h="114" extrusionOk="0">
                      <a:moveTo>
                        <a:pt x="170" y="0"/>
                      </a:moveTo>
                      <a:cubicBezTo>
                        <a:pt x="116" y="9"/>
                        <a:pt x="72" y="27"/>
                        <a:pt x="36" y="54"/>
                      </a:cubicBezTo>
                      <a:cubicBezTo>
                        <a:pt x="9" y="81"/>
                        <a:pt x="0" y="98"/>
                        <a:pt x="9" y="107"/>
                      </a:cubicBezTo>
                      <a:cubicBezTo>
                        <a:pt x="14" y="112"/>
                        <a:pt x="21" y="114"/>
                        <a:pt x="31" y="114"/>
                      </a:cubicBezTo>
                      <a:cubicBezTo>
                        <a:pt x="60" y="114"/>
                        <a:pt x="112" y="98"/>
                        <a:pt x="179" y="98"/>
                      </a:cubicBezTo>
                      <a:cubicBezTo>
                        <a:pt x="259" y="90"/>
                        <a:pt x="330" y="98"/>
                        <a:pt x="348" y="72"/>
                      </a:cubicBezTo>
                      <a:cubicBezTo>
                        <a:pt x="348" y="63"/>
                        <a:pt x="339" y="45"/>
                        <a:pt x="304" y="27"/>
                      </a:cubicBezTo>
                      <a:cubicBezTo>
                        <a:pt x="259" y="9"/>
                        <a:pt x="21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</p:grpSp>
        <p:grpSp>
          <p:nvGrpSpPr>
            <p:cNvPr id="3102" name="Google Shape;3102;p52"/>
            <p:cNvGrpSpPr/>
            <p:nvPr/>
          </p:nvGrpSpPr>
          <p:grpSpPr>
            <a:xfrm>
              <a:off x="3658310" y="3631672"/>
              <a:ext cx="1223194" cy="281723"/>
              <a:chOff x="2320995" y="3486003"/>
              <a:chExt cx="1223194" cy="281723"/>
            </a:xfrm>
          </p:grpSpPr>
          <p:sp>
            <p:nvSpPr>
              <p:cNvPr id="3103" name="Google Shape;3103;p52"/>
              <p:cNvSpPr/>
              <p:nvPr/>
            </p:nvSpPr>
            <p:spPr>
              <a:xfrm>
                <a:off x="2320995" y="3486003"/>
                <a:ext cx="95974" cy="5208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349" extrusionOk="0">
                    <a:moveTo>
                      <a:pt x="643" y="0"/>
                    </a:moveTo>
                    <a:cubicBezTo>
                      <a:pt x="616" y="0"/>
                      <a:pt x="589" y="0"/>
                      <a:pt x="563" y="9"/>
                    </a:cubicBezTo>
                    <a:cubicBezTo>
                      <a:pt x="518" y="9"/>
                      <a:pt x="447" y="27"/>
                      <a:pt x="366" y="36"/>
                    </a:cubicBezTo>
                    <a:cubicBezTo>
                      <a:pt x="340" y="63"/>
                      <a:pt x="313" y="81"/>
                      <a:pt x="286" y="98"/>
                    </a:cubicBezTo>
                    <a:cubicBezTo>
                      <a:pt x="206" y="170"/>
                      <a:pt x="134" y="223"/>
                      <a:pt x="81" y="268"/>
                    </a:cubicBezTo>
                    <a:cubicBezTo>
                      <a:pt x="54" y="295"/>
                      <a:pt x="27" y="313"/>
                      <a:pt x="1" y="348"/>
                    </a:cubicBezTo>
                    <a:cubicBezTo>
                      <a:pt x="27" y="330"/>
                      <a:pt x="63" y="313"/>
                      <a:pt x="90" y="286"/>
                    </a:cubicBezTo>
                    <a:cubicBezTo>
                      <a:pt x="143" y="250"/>
                      <a:pt x="215" y="188"/>
                      <a:pt x="304" y="125"/>
                    </a:cubicBezTo>
                    <a:lnTo>
                      <a:pt x="375" y="63"/>
                    </a:lnTo>
                    <a:cubicBezTo>
                      <a:pt x="456" y="45"/>
                      <a:pt x="518" y="27"/>
                      <a:pt x="572" y="18"/>
                    </a:cubicBezTo>
                    <a:cubicBezTo>
                      <a:pt x="598" y="18"/>
                      <a:pt x="625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104" name="Google Shape;3104;p52"/>
              <p:cNvSpPr/>
              <p:nvPr/>
            </p:nvSpPr>
            <p:spPr>
              <a:xfrm>
                <a:off x="2343682" y="3515257"/>
                <a:ext cx="88063" cy="32089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5" extrusionOk="0">
                    <a:moveTo>
                      <a:pt x="589" y="1"/>
                    </a:moveTo>
                    <a:cubicBezTo>
                      <a:pt x="509" y="1"/>
                      <a:pt x="428" y="1"/>
                      <a:pt x="339" y="10"/>
                    </a:cubicBezTo>
                    <a:lnTo>
                      <a:pt x="277" y="45"/>
                    </a:lnTo>
                    <a:cubicBezTo>
                      <a:pt x="179" y="99"/>
                      <a:pt x="81" y="152"/>
                      <a:pt x="0" y="215"/>
                    </a:cubicBezTo>
                    <a:cubicBezTo>
                      <a:pt x="98" y="170"/>
                      <a:pt x="188" y="125"/>
                      <a:pt x="286" y="72"/>
                    </a:cubicBezTo>
                    <a:lnTo>
                      <a:pt x="348" y="36"/>
                    </a:lnTo>
                    <a:cubicBezTo>
                      <a:pt x="428" y="27"/>
                      <a:pt x="509" y="18"/>
                      <a:pt x="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105" name="Google Shape;3105;p52"/>
              <p:cNvSpPr/>
              <p:nvPr/>
            </p:nvSpPr>
            <p:spPr>
              <a:xfrm>
                <a:off x="3526726" y="3610563"/>
                <a:ext cx="174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053" extrusionOk="0">
                    <a:moveTo>
                      <a:pt x="108" y="0"/>
                    </a:moveTo>
                    <a:cubicBezTo>
                      <a:pt x="99" y="9"/>
                      <a:pt x="99" y="18"/>
                      <a:pt x="90" y="36"/>
                    </a:cubicBezTo>
                    <a:cubicBezTo>
                      <a:pt x="81" y="72"/>
                      <a:pt x="72" y="107"/>
                      <a:pt x="54" y="143"/>
                    </a:cubicBezTo>
                    <a:cubicBezTo>
                      <a:pt x="1" y="393"/>
                      <a:pt x="1" y="651"/>
                      <a:pt x="54" y="901"/>
                    </a:cubicBezTo>
                    <a:cubicBezTo>
                      <a:pt x="72" y="946"/>
                      <a:pt x="81" y="982"/>
                      <a:pt x="90" y="1008"/>
                    </a:cubicBezTo>
                    <a:cubicBezTo>
                      <a:pt x="99" y="1026"/>
                      <a:pt x="99" y="1035"/>
                      <a:pt x="108" y="1053"/>
                    </a:cubicBezTo>
                    <a:cubicBezTo>
                      <a:pt x="117" y="1053"/>
                      <a:pt x="99" y="990"/>
                      <a:pt x="72" y="901"/>
                    </a:cubicBezTo>
                    <a:cubicBezTo>
                      <a:pt x="19" y="651"/>
                      <a:pt x="19" y="393"/>
                      <a:pt x="72" y="143"/>
                    </a:cubicBezTo>
                    <a:cubicBezTo>
                      <a:pt x="90" y="54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106" name="Google Shape;3106;p52"/>
              <p:cNvSpPr/>
              <p:nvPr/>
            </p:nvSpPr>
            <p:spPr>
              <a:xfrm>
                <a:off x="3492098" y="3607877"/>
                <a:ext cx="28210" cy="14925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000" extrusionOk="0">
                    <a:moveTo>
                      <a:pt x="36" y="0"/>
                    </a:moveTo>
                    <a:cubicBezTo>
                      <a:pt x="36" y="18"/>
                      <a:pt x="36" y="27"/>
                      <a:pt x="36" y="45"/>
                    </a:cubicBezTo>
                    <a:cubicBezTo>
                      <a:pt x="28" y="72"/>
                      <a:pt x="28" y="107"/>
                      <a:pt x="19" y="152"/>
                    </a:cubicBezTo>
                    <a:cubicBezTo>
                      <a:pt x="10" y="277"/>
                      <a:pt x="1" y="393"/>
                      <a:pt x="10" y="518"/>
                    </a:cubicBezTo>
                    <a:cubicBezTo>
                      <a:pt x="19" y="643"/>
                      <a:pt x="54" y="759"/>
                      <a:pt x="99" y="875"/>
                    </a:cubicBezTo>
                    <a:cubicBezTo>
                      <a:pt x="117" y="910"/>
                      <a:pt x="135" y="937"/>
                      <a:pt x="161" y="973"/>
                    </a:cubicBezTo>
                    <a:cubicBezTo>
                      <a:pt x="170" y="982"/>
                      <a:pt x="179" y="991"/>
                      <a:pt x="188" y="1000"/>
                    </a:cubicBezTo>
                    <a:cubicBezTo>
                      <a:pt x="188" y="1000"/>
                      <a:pt x="152" y="955"/>
                      <a:pt x="117" y="866"/>
                    </a:cubicBezTo>
                    <a:cubicBezTo>
                      <a:pt x="72" y="759"/>
                      <a:pt x="45" y="634"/>
                      <a:pt x="36" y="518"/>
                    </a:cubicBezTo>
                    <a:cubicBezTo>
                      <a:pt x="28" y="393"/>
                      <a:pt x="28" y="277"/>
                      <a:pt x="36" y="152"/>
                    </a:cubicBezTo>
                    <a:cubicBezTo>
                      <a:pt x="36" y="107"/>
                      <a:pt x="45" y="54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107" name="Google Shape;3107;p52"/>
              <p:cNvSpPr/>
              <p:nvPr/>
            </p:nvSpPr>
            <p:spPr>
              <a:xfrm>
                <a:off x="3473441" y="3605190"/>
                <a:ext cx="16120" cy="11999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04" extrusionOk="0">
                    <a:moveTo>
                      <a:pt x="37" y="1"/>
                    </a:moveTo>
                    <a:cubicBezTo>
                      <a:pt x="37" y="45"/>
                      <a:pt x="28" y="81"/>
                      <a:pt x="28" y="125"/>
                    </a:cubicBezTo>
                    <a:cubicBezTo>
                      <a:pt x="19" y="197"/>
                      <a:pt x="10" y="304"/>
                      <a:pt x="1" y="411"/>
                    </a:cubicBezTo>
                    <a:cubicBezTo>
                      <a:pt x="1" y="509"/>
                      <a:pt x="19" y="607"/>
                      <a:pt x="46" y="705"/>
                    </a:cubicBezTo>
                    <a:cubicBezTo>
                      <a:pt x="63" y="732"/>
                      <a:pt x="72" y="759"/>
                      <a:pt x="90" y="777"/>
                    </a:cubicBezTo>
                    <a:cubicBezTo>
                      <a:pt x="99" y="795"/>
                      <a:pt x="108" y="803"/>
                      <a:pt x="108" y="803"/>
                    </a:cubicBezTo>
                    <a:cubicBezTo>
                      <a:pt x="108" y="803"/>
                      <a:pt x="90" y="768"/>
                      <a:pt x="63" y="696"/>
                    </a:cubicBezTo>
                    <a:cubicBezTo>
                      <a:pt x="37" y="607"/>
                      <a:pt x="19" y="509"/>
                      <a:pt x="28" y="411"/>
                    </a:cubicBezTo>
                    <a:cubicBezTo>
                      <a:pt x="28" y="304"/>
                      <a:pt x="37" y="197"/>
                      <a:pt x="46" y="125"/>
                    </a:cubicBezTo>
                    <a:cubicBezTo>
                      <a:pt x="46" y="81"/>
                      <a:pt x="46" y="45"/>
                      <a:pt x="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2" name="Google Shape;3112;p53" title="Demo Video 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675" y="0"/>
            <a:ext cx="91518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oogle Shape;3117;p54"/>
          <p:cNvGrpSpPr/>
          <p:nvPr/>
        </p:nvGrpSpPr>
        <p:grpSpPr>
          <a:xfrm>
            <a:off x="253300" y="684550"/>
            <a:ext cx="4451100" cy="4101102"/>
            <a:chOff x="711500" y="688650"/>
            <a:chExt cx="4451100" cy="4101102"/>
          </a:xfrm>
        </p:grpSpPr>
        <p:cxnSp>
          <p:nvCxnSpPr>
            <p:cNvPr id="3118" name="Google Shape;3118;p54"/>
            <p:cNvCxnSpPr/>
            <p:nvPr/>
          </p:nvCxnSpPr>
          <p:spPr>
            <a:xfrm>
              <a:off x="711500" y="4026100"/>
              <a:ext cx="445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19" name="Google Shape;3119;p54"/>
            <p:cNvSpPr/>
            <p:nvPr/>
          </p:nvSpPr>
          <p:spPr>
            <a:xfrm flipH="1">
              <a:off x="1684479" y="688650"/>
              <a:ext cx="429140" cy="370308"/>
            </a:xfrm>
            <a:custGeom>
              <a:avLst/>
              <a:gdLst/>
              <a:ahLst/>
              <a:cxnLst/>
              <a:rect l="l" t="t" r="r" b="b"/>
              <a:pathLst>
                <a:path w="2633" h="2272" extrusionOk="0">
                  <a:moveTo>
                    <a:pt x="1459" y="0"/>
                  </a:moveTo>
                  <a:cubicBezTo>
                    <a:pt x="1336" y="0"/>
                    <a:pt x="1213" y="36"/>
                    <a:pt x="1107" y="103"/>
                  </a:cubicBezTo>
                  <a:cubicBezTo>
                    <a:pt x="1000" y="174"/>
                    <a:pt x="920" y="281"/>
                    <a:pt x="795" y="317"/>
                  </a:cubicBezTo>
                  <a:cubicBezTo>
                    <a:pt x="766" y="324"/>
                    <a:pt x="737" y="327"/>
                    <a:pt x="707" y="327"/>
                  </a:cubicBezTo>
                  <a:cubicBezTo>
                    <a:pt x="569" y="327"/>
                    <a:pt x="425" y="259"/>
                    <a:pt x="290" y="259"/>
                  </a:cubicBezTo>
                  <a:cubicBezTo>
                    <a:pt x="249" y="259"/>
                    <a:pt x="209" y="265"/>
                    <a:pt x="170" y="281"/>
                  </a:cubicBezTo>
                  <a:cubicBezTo>
                    <a:pt x="72" y="326"/>
                    <a:pt x="1" y="415"/>
                    <a:pt x="1" y="531"/>
                  </a:cubicBezTo>
                  <a:cubicBezTo>
                    <a:pt x="1" y="674"/>
                    <a:pt x="117" y="798"/>
                    <a:pt x="269" y="807"/>
                  </a:cubicBezTo>
                  <a:cubicBezTo>
                    <a:pt x="135" y="843"/>
                    <a:pt x="81" y="1021"/>
                    <a:pt x="144" y="1146"/>
                  </a:cubicBezTo>
                  <a:cubicBezTo>
                    <a:pt x="215" y="1249"/>
                    <a:pt x="335" y="1310"/>
                    <a:pt x="455" y="1310"/>
                  </a:cubicBezTo>
                  <a:cubicBezTo>
                    <a:pt x="470" y="1310"/>
                    <a:pt x="485" y="1309"/>
                    <a:pt x="501" y="1307"/>
                  </a:cubicBezTo>
                  <a:cubicBezTo>
                    <a:pt x="643" y="1280"/>
                    <a:pt x="768" y="1218"/>
                    <a:pt x="875" y="1129"/>
                  </a:cubicBezTo>
                  <a:cubicBezTo>
                    <a:pt x="982" y="1048"/>
                    <a:pt x="1080" y="950"/>
                    <a:pt x="1196" y="870"/>
                  </a:cubicBezTo>
                  <a:cubicBezTo>
                    <a:pt x="1303" y="796"/>
                    <a:pt x="1424" y="753"/>
                    <a:pt x="1553" y="753"/>
                  </a:cubicBezTo>
                  <a:cubicBezTo>
                    <a:pt x="1565" y="753"/>
                    <a:pt x="1577" y="753"/>
                    <a:pt x="1589" y="754"/>
                  </a:cubicBezTo>
                  <a:cubicBezTo>
                    <a:pt x="1767" y="781"/>
                    <a:pt x="1919" y="932"/>
                    <a:pt x="1990" y="1102"/>
                  </a:cubicBezTo>
                  <a:cubicBezTo>
                    <a:pt x="2053" y="1280"/>
                    <a:pt x="2080" y="1468"/>
                    <a:pt x="2071" y="1655"/>
                  </a:cubicBezTo>
                  <a:cubicBezTo>
                    <a:pt x="2053" y="1842"/>
                    <a:pt x="2062" y="2030"/>
                    <a:pt x="2097" y="2217"/>
                  </a:cubicBezTo>
                  <a:cubicBezTo>
                    <a:pt x="2106" y="2235"/>
                    <a:pt x="2106" y="2253"/>
                    <a:pt x="2133" y="2270"/>
                  </a:cubicBezTo>
                  <a:cubicBezTo>
                    <a:pt x="2136" y="2271"/>
                    <a:pt x="2139" y="2272"/>
                    <a:pt x="2142" y="2272"/>
                  </a:cubicBezTo>
                  <a:cubicBezTo>
                    <a:pt x="2165" y="2272"/>
                    <a:pt x="2189" y="2241"/>
                    <a:pt x="2204" y="2217"/>
                  </a:cubicBezTo>
                  <a:cubicBezTo>
                    <a:pt x="2401" y="1914"/>
                    <a:pt x="2526" y="1583"/>
                    <a:pt x="2588" y="1227"/>
                  </a:cubicBezTo>
                  <a:cubicBezTo>
                    <a:pt x="2624" y="1021"/>
                    <a:pt x="2633" y="825"/>
                    <a:pt x="2535" y="647"/>
                  </a:cubicBezTo>
                  <a:cubicBezTo>
                    <a:pt x="2449" y="497"/>
                    <a:pt x="2262" y="359"/>
                    <a:pt x="2112" y="359"/>
                  </a:cubicBezTo>
                  <a:cubicBezTo>
                    <a:pt x="2074" y="359"/>
                    <a:pt x="2039" y="368"/>
                    <a:pt x="2008" y="388"/>
                  </a:cubicBezTo>
                  <a:cubicBezTo>
                    <a:pt x="1973" y="201"/>
                    <a:pt x="1857" y="112"/>
                    <a:pt x="1678" y="40"/>
                  </a:cubicBezTo>
                  <a:cubicBezTo>
                    <a:pt x="1608" y="13"/>
                    <a:pt x="1533" y="0"/>
                    <a:pt x="1459" y="0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54"/>
            <p:cNvSpPr/>
            <p:nvPr/>
          </p:nvSpPr>
          <p:spPr>
            <a:xfrm flipH="1">
              <a:off x="1733863" y="731516"/>
              <a:ext cx="306901" cy="613974"/>
            </a:xfrm>
            <a:custGeom>
              <a:avLst/>
              <a:gdLst/>
              <a:ahLst/>
              <a:cxnLst/>
              <a:rect l="l" t="t" r="r" b="b"/>
              <a:pathLst>
                <a:path w="1883" h="3767" extrusionOk="0">
                  <a:moveTo>
                    <a:pt x="981" y="0"/>
                  </a:moveTo>
                  <a:cubicBezTo>
                    <a:pt x="473" y="27"/>
                    <a:pt x="54" y="437"/>
                    <a:pt x="36" y="946"/>
                  </a:cubicBezTo>
                  <a:cubicBezTo>
                    <a:pt x="18" y="1428"/>
                    <a:pt x="0" y="1954"/>
                    <a:pt x="9" y="2204"/>
                  </a:cubicBezTo>
                  <a:cubicBezTo>
                    <a:pt x="36" y="2739"/>
                    <a:pt x="571" y="2801"/>
                    <a:pt x="571" y="2801"/>
                  </a:cubicBezTo>
                  <a:cubicBezTo>
                    <a:pt x="571" y="2819"/>
                    <a:pt x="562" y="2944"/>
                    <a:pt x="562" y="3105"/>
                  </a:cubicBezTo>
                  <a:cubicBezTo>
                    <a:pt x="553" y="3435"/>
                    <a:pt x="767" y="3738"/>
                    <a:pt x="1097" y="3765"/>
                  </a:cubicBezTo>
                  <a:cubicBezTo>
                    <a:pt x="1112" y="3766"/>
                    <a:pt x="1127" y="3766"/>
                    <a:pt x="1141" y="3766"/>
                  </a:cubicBezTo>
                  <a:cubicBezTo>
                    <a:pt x="1482" y="3766"/>
                    <a:pt x="1802" y="3474"/>
                    <a:pt x="1811" y="3131"/>
                  </a:cubicBezTo>
                  <a:lnTo>
                    <a:pt x="1856" y="1044"/>
                  </a:lnTo>
                  <a:cubicBezTo>
                    <a:pt x="1882" y="491"/>
                    <a:pt x="1588" y="18"/>
                    <a:pt x="1035" y="0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54"/>
            <p:cNvSpPr/>
            <p:nvPr/>
          </p:nvSpPr>
          <p:spPr>
            <a:xfrm flipH="1">
              <a:off x="1837194" y="1150232"/>
              <a:ext cx="110667" cy="58513"/>
            </a:xfrm>
            <a:custGeom>
              <a:avLst/>
              <a:gdLst/>
              <a:ahLst/>
              <a:cxnLst/>
              <a:rect l="l" t="t" r="r" b="b"/>
              <a:pathLst>
                <a:path w="679" h="359" extrusionOk="0">
                  <a:moveTo>
                    <a:pt x="679" y="0"/>
                  </a:moveTo>
                  <a:lnTo>
                    <a:pt x="679" y="0"/>
                  </a:lnTo>
                  <a:cubicBezTo>
                    <a:pt x="483" y="143"/>
                    <a:pt x="242" y="215"/>
                    <a:pt x="1" y="223"/>
                  </a:cubicBezTo>
                  <a:lnTo>
                    <a:pt x="1" y="357"/>
                  </a:lnTo>
                  <a:cubicBezTo>
                    <a:pt x="19" y="358"/>
                    <a:pt x="36" y="359"/>
                    <a:pt x="53" y="359"/>
                  </a:cubicBezTo>
                  <a:cubicBezTo>
                    <a:pt x="537" y="359"/>
                    <a:pt x="679" y="1"/>
                    <a:pt x="679" y="0"/>
                  </a:cubicBezTo>
                  <a:close/>
                </a:path>
              </a:pathLst>
            </a:custGeom>
            <a:solidFill>
              <a:srgbClr val="191919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54"/>
            <p:cNvSpPr/>
            <p:nvPr/>
          </p:nvSpPr>
          <p:spPr>
            <a:xfrm flipH="1">
              <a:off x="1976710" y="939163"/>
              <a:ext cx="24937" cy="23633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61" y="1"/>
                  </a:moveTo>
                  <a:cubicBezTo>
                    <a:pt x="29" y="1"/>
                    <a:pt x="1" y="32"/>
                    <a:pt x="1" y="64"/>
                  </a:cubicBezTo>
                  <a:lnTo>
                    <a:pt x="1" y="73"/>
                  </a:lnTo>
                  <a:cubicBezTo>
                    <a:pt x="1" y="109"/>
                    <a:pt x="37" y="145"/>
                    <a:pt x="81" y="145"/>
                  </a:cubicBezTo>
                  <a:cubicBezTo>
                    <a:pt x="117" y="145"/>
                    <a:pt x="153" y="109"/>
                    <a:pt x="153" y="73"/>
                  </a:cubicBezTo>
                  <a:cubicBezTo>
                    <a:pt x="153" y="29"/>
                    <a:pt x="117" y="2"/>
                    <a:pt x="72" y="2"/>
                  </a:cubicBezTo>
                  <a:cubicBezTo>
                    <a:pt x="69" y="1"/>
                    <a:pt x="6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54"/>
            <p:cNvSpPr/>
            <p:nvPr/>
          </p:nvSpPr>
          <p:spPr>
            <a:xfrm flipH="1">
              <a:off x="1965138" y="913248"/>
              <a:ext cx="51014" cy="14832"/>
            </a:xfrm>
            <a:custGeom>
              <a:avLst/>
              <a:gdLst/>
              <a:ahLst/>
              <a:cxnLst/>
              <a:rect l="l" t="t" r="r" b="b"/>
              <a:pathLst>
                <a:path w="313" h="91" extrusionOk="0">
                  <a:moveTo>
                    <a:pt x="152" y="0"/>
                  </a:moveTo>
                  <a:cubicBezTo>
                    <a:pt x="108" y="0"/>
                    <a:pt x="63" y="18"/>
                    <a:pt x="36" y="45"/>
                  </a:cubicBezTo>
                  <a:cubicBezTo>
                    <a:pt x="10" y="63"/>
                    <a:pt x="1" y="81"/>
                    <a:pt x="10" y="90"/>
                  </a:cubicBezTo>
                  <a:cubicBezTo>
                    <a:pt x="10" y="90"/>
                    <a:pt x="12" y="91"/>
                    <a:pt x="13" y="91"/>
                  </a:cubicBezTo>
                  <a:cubicBezTo>
                    <a:pt x="28" y="91"/>
                    <a:pt x="79" y="53"/>
                    <a:pt x="152" y="45"/>
                  </a:cubicBezTo>
                  <a:cubicBezTo>
                    <a:pt x="224" y="45"/>
                    <a:pt x="281" y="73"/>
                    <a:pt x="299" y="73"/>
                  </a:cubicBezTo>
                  <a:cubicBezTo>
                    <a:pt x="301" y="73"/>
                    <a:pt x="303" y="73"/>
                    <a:pt x="304" y="72"/>
                  </a:cubicBezTo>
                  <a:cubicBezTo>
                    <a:pt x="313" y="63"/>
                    <a:pt x="295" y="54"/>
                    <a:pt x="268" y="36"/>
                  </a:cubicBezTo>
                  <a:cubicBezTo>
                    <a:pt x="233" y="9"/>
                    <a:pt x="197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54"/>
            <p:cNvSpPr/>
            <p:nvPr/>
          </p:nvSpPr>
          <p:spPr>
            <a:xfrm flipH="1">
              <a:off x="1850231" y="939163"/>
              <a:ext cx="24774" cy="23633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67" y="1"/>
                  </a:moveTo>
                  <a:cubicBezTo>
                    <a:pt x="29" y="1"/>
                    <a:pt x="0" y="32"/>
                    <a:pt x="0" y="64"/>
                  </a:cubicBezTo>
                  <a:lnTo>
                    <a:pt x="0" y="73"/>
                  </a:lnTo>
                  <a:cubicBezTo>
                    <a:pt x="0" y="109"/>
                    <a:pt x="36" y="145"/>
                    <a:pt x="80" y="145"/>
                  </a:cubicBezTo>
                  <a:cubicBezTo>
                    <a:pt x="116" y="145"/>
                    <a:pt x="152" y="109"/>
                    <a:pt x="152" y="73"/>
                  </a:cubicBezTo>
                  <a:cubicBezTo>
                    <a:pt x="152" y="29"/>
                    <a:pt x="116" y="2"/>
                    <a:pt x="80" y="2"/>
                  </a:cubicBezTo>
                  <a:cubicBezTo>
                    <a:pt x="76" y="1"/>
                    <a:pt x="71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54"/>
            <p:cNvSpPr/>
            <p:nvPr/>
          </p:nvSpPr>
          <p:spPr>
            <a:xfrm flipH="1">
              <a:off x="1834259" y="911455"/>
              <a:ext cx="51014" cy="13691"/>
            </a:xfrm>
            <a:custGeom>
              <a:avLst/>
              <a:gdLst/>
              <a:ahLst/>
              <a:cxnLst/>
              <a:rect l="l" t="t" r="r" b="b"/>
              <a:pathLst>
                <a:path w="313" h="84" extrusionOk="0">
                  <a:moveTo>
                    <a:pt x="168" y="0"/>
                  </a:moveTo>
                  <a:cubicBezTo>
                    <a:pt x="160" y="0"/>
                    <a:pt x="152" y="1"/>
                    <a:pt x="143" y="2"/>
                  </a:cubicBezTo>
                  <a:cubicBezTo>
                    <a:pt x="108" y="2"/>
                    <a:pt x="63" y="11"/>
                    <a:pt x="27" y="38"/>
                  </a:cubicBezTo>
                  <a:cubicBezTo>
                    <a:pt x="10" y="56"/>
                    <a:pt x="1" y="83"/>
                    <a:pt x="1" y="83"/>
                  </a:cubicBezTo>
                  <a:cubicBezTo>
                    <a:pt x="1" y="83"/>
                    <a:pt x="3" y="84"/>
                    <a:pt x="4" y="84"/>
                  </a:cubicBezTo>
                  <a:cubicBezTo>
                    <a:pt x="20" y="84"/>
                    <a:pt x="71" y="47"/>
                    <a:pt x="152" y="47"/>
                  </a:cubicBezTo>
                  <a:cubicBezTo>
                    <a:pt x="224" y="47"/>
                    <a:pt x="281" y="75"/>
                    <a:pt x="299" y="75"/>
                  </a:cubicBezTo>
                  <a:cubicBezTo>
                    <a:pt x="301" y="75"/>
                    <a:pt x="303" y="75"/>
                    <a:pt x="304" y="74"/>
                  </a:cubicBezTo>
                  <a:cubicBezTo>
                    <a:pt x="313" y="56"/>
                    <a:pt x="295" y="47"/>
                    <a:pt x="268" y="29"/>
                  </a:cubicBezTo>
                  <a:cubicBezTo>
                    <a:pt x="239" y="15"/>
                    <a:pt x="204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54"/>
            <p:cNvSpPr/>
            <p:nvPr/>
          </p:nvSpPr>
          <p:spPr>
            <a:xfrm flipH="1">
              <a:off x="1927325" y="914714"/>
              <a:ext cx="36509" cy="111646"/>
            </a:xfrm>
            <a:custGeom>
              <a:avLst/>
              <a:gdLst/>
              <a:ahLst/>
              <a:cxnLst/>
              <a:rect l="l" t="t" r="r" b="b"/>
              <a:pathLst>
                <a:path w="224" h="685" extrusionOk="0">
                  <a:moveTo>
                    <a:pt x="224" y="0"/>
                  </a:moveTo>
                  <a:lnTo>
                    <a:pt x="224" y="0"/>
                  </a:lnTo>
                  <a:cubicBezTo>
                    <a:pt x="161" y="125"/>
                    <a:pt x="108" y="268"/>
                    <a:pt x="72" y="402"/>
                  </a:cubicBezTo>
                  <a:cubicBezTo>
                    <a:pt x="54" y="464"/>
                    <a:pt x="37" y="518"/>
                    <a:pt x="19" y="562"/>
                  </a:cubicBezTo>
                  <a:cubicBezTo>
                    <a:pt x="10" y="589"/>
                    <a:pt x="1" y="625"/>
                    <a:pt x="10" y="651"/>
                  </a:cubicBezTo>
                  <a:cubicBezTo>
                    <a:pt x="19" y="660"/>
                    <a:pt x="28" y="669"/>
                    <a:pt x="45" y="678"/>
                  </a:cubicBezTo>
                  <a:lnTo>
                    <a:pt x="81" y="678"/>
                  </a:lnTo>
                  <a:cubicBezTo>
                    <a:pt x="103" y="683"/>
                    <a:pt x="126" y="685"/>
                    <a:pt x="148" y="685"/>
                  </a:cubicBezTo>
                  <a:cubicBezTo>
                    <a:pt x="170" y="685"/>
                    <a:pt x="193" y="683"/>
                    <a:pt x="215" y="678"/>
                  </a:cubicBezTo>
                  <a:cubicBezTo>
                    <a:pt x="170" y="669"/>
                    <a:pt x="126" y="660"/>
                    <a:pt x="81" y="660"/>
                  </a:cubicBezTo>
                  <a:cubicBezTo>
                    <a:pt x="63" y="660"/>
                    <a:pt x="37" y="651"/>
                    <a:pt x="37" y="643"/>
                  </a:cubicBezTo>
                  <a:cubicBezTo>
                    <a:pt x="37" y="616"/>
                    <a:pt x="37" y="598"/>
                    <a:pt x="45" y="580"/>
                  </a:cubicBezTo>
                  <a:cubicBezTo>
                    <a:pt x="63" y="527"/>
                    <a:pt x="81" y="473"/>
                    <a:pt x="99" y="420"/>
                  </a:cubicBezTo>
                  <a:cubicBezTo>
                    <a:pt x="153" y="277"/>
                    <a:pt x="197" y="143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54"/>
            <p:cNvSpPr/>
            <p:nvPr/>
          </p:nvSpPr>
          <p:spPr>
            <a:xfrm flipH="1">
              <a:off x="1828391" y="862395"/>
              <a:ext cx="62749" cy="16462"/>
            </a:xfrm>
            <a:custGeom>
              <a:avLst/>
              <a:gdLst/>
              <a:ahLst/>
              <a:cxnLst/>
              <a:rect l="l" t="t" r="r" b="b"/>
              <a:pathLst>
                <a:path w="385" h="101" extrusionOk="0">
                  <a:moveTo>
                    <a:pt x="197" y="0"/>
                  </a:moveTo>
                  <a:cubicBezTo>
                    <a:pt x="153" y="0"/>
                    <a:pt x="99" y="0"/>
                    <a:pt x="54" y="27"/>
                  </a:cubicBezTo>
                  <a:cubicBezTo>
                    <a:pt x="19" y="36"/>
                    <a:pt x="1" y="54"/>
                    <a:pt x="10" y="63"/>
                  </a:cubicBezTo>
                  <a:cubicBezTo>
                    <a:pt x="14" y="76"/>
                    <a:pt x="37" y="78"/>
                    <a:pt x="70" y="78"/>
                  </a:cubicBezTo>
                  <a:cubicBezTo>
                    <a:pt x="87" y="78"/>
                    <a:pt x="106" y="78"/>
                    <a:pt x="128" y="78"/>
                  </a:cubicBezTo>
                  <a:cubicBezTo>
                    <a:pt x="149" y="78"/>
                    <a:pt x="173" y="78"/>
                    <a:pt x="197" y="80"/>
                  </a:cubicBezTo>
                  <a:cubicBezTo>
                    <a:pt x="264" y="86"/>
                    <a:pt x="319" y="101"/>
                    <a:pt x="352" y="101"/>
                  </a:cubicBezTo>
                  <a:cubicBezTo>
                    <a:pt x="368" y="101"/>
                    <a:pt x="379" y="98"/>
                    <a:pt x="385" y="89"/>
                  </a:cubicBezTo>
                  <a:cubicBezTo>
                    <a:pt x="385" y="80"/>
                    <a:pt x="376" y="63"/>
                    <a:pt x="340" y="45"/>
                  </a:cubicBezTo>
                  <a:cubicBezTo>
                    <a:pt x="295" y="18"/>
                    <a:pt x="251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54"/>
            <p:cNvSpPr/>
            <p:nvPr/>
          </p:nvSpPr>
          <p:spPr>
            <a:xfrm flipH="1">
              <a:off x="1965138" y="873967"/>
              <a:ext cx="48081" cy="15973"/>
            </a:xfrm>
            <a:custGeom>
              <a:avLst/>
              <a:gdLst/>
              <a:ahLst/>
              <a:cxnLst/>
              <a:rect l="l" t="t" r="r" b="b"/>
              <a:pathLst>
                <a:path w="295" h="98" extrusionOk="0">
                  <a:moveTo>
                    <a:pt x="143" y="0"/>
                  </a:moveTo>
                  <a:cubicBezTo>
                    <a:pt x="99" y="0"/>
                    <a:pt x="63" y="18"/>
                    <a:pt x="36" y="45"/>
                  </a:cubicBezTo>
                  <a:cubicBezTo>
                    <a:pt x="9" y="63"/>
                    <a:pt x="1" y="81"/>
                    <a:pt x="9" y="90"/>
                  </a:cubicBezTo>
                  <a:cubicBezTo>
                    <a:pt x="15" y="95"/>
                    <a:pt x="24" y="97"/>
                    <a:pt x="36" y="97"/>
                  </a:cubicBezTo>
                  <a:cubicBezTo>
                    <a:pt x="61" y="97"/>
                    <a:pt x="100" y="87"/>
                    <a:pt x="143" y="81"/>
                  </a:cubicBezTo>
                  <a:cubicBezTo>
                    <a:pt x="179" y="81"/>
                    <a:pt x="210" y="83"/>
                    <a:pt x="235" y="83"/>
                  </a:cubicBezTo>
                  <a:cubicBezTo>
                    <a:pt x="259" y="83"/>
                    <a:pt x="277" y="81"/>
                    <a:pt x="286" y="72"/>
                  </a:cubicBezTo>
                  <a:cubicBezTo>
                    <a:pt x="295" y="54"/>
                    <a:pt x="277" y="45"/>
                    <a:pt x="250" y="27"/>
                  </a:cubicBezTo>
                  <a:cubicBezTo>
                    <a:pt x="224" y="9"/>
                    <a:pt x="17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54"/>
            <p:cNvSpPr/>
            <p:nvPr/>
          </p:nvSpPr>
          <p:spPr>
            <a:xfrm flipH="1">
              <a:off x="1683495" y="961655"/>
              <a:ext cx="59327" cy="90295"/>
            </a:xfrm>
            <a:custGeom>
              <a:avLst/>
              <a:gdLst/>
              <a:ahLst/>
              <a:cxnLst/>
              <a:rect l="l" t="t" r="r" b="b"/>
              <a:pathLst>
                <a:path w="364" h="554" extrusionOk="0">
                  <a:moveTo>
                    <a:pt x="131" y="0"/>
                  </a:moveTo>
                  <a:cubicBezTo>
                    <a:pt x="63" y="0"/>
                    <a:pt x="4" y="21"/>
                    <a:pt x="1" y="24"/>
                  </a:cubicBezTo>
                  <a:cubicBezTo>
                    <a:pt x="1" y="24"/>
                    <a:pt x="1" y="533"/>
                    <a:pt x="1" y="542"/>
                  </a:cubicBezTo>
                  <a:cubicBezTo>
                    <a:pt x="1" y="545"/>
                    <a:pt x="37" y="554"/>
                    <a:pt x="86" y="554"/>
                  </a:cubicBezTo>
                  <a:cubicBezTo>
                    <a:pt x="193" y="554"/>
                    <a:pt x="364" y="511"/>
                    <a:pt x="358" y="265"/>
                  </a:cubicBezTo>
                  <a:cubicBezTo>
                    <a:pt x="358" y="46"/>
                    <a:pt x="233" y="0"/>
                    <a:pt x="131" y="0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54"/>
            <p:cNvSpPr/>
            <p:nvPr/>
          </p:nvSpPr>
          <p:spPr>
            <a:xfrm flipH="1">
              <a:off x="1697512" y="980073"/>
              <a:ext cx="27870" cy="51993"/>
            </a:xfrm>
            <a:custGeom>
              <a:avLst/>
              <a:gdLst/>
              <a:ahLst/>
              <a:cxnLst/>
              <a:rect l="l" t="t" r="r" b="b"/>
              <a:pathLst>
                <a:path w="171" h="319" extrusionOk="0">
                  <a:moveTo>
                    <a:pt x="72" y="1"/>
                  </a:moveTo>
                  <a:cubicBezTo>
                    <a:pt x="63" y="1"/>
                    <a:pt x="46" y="1"/>
                    <a:pt x="37" y="10"/>
                  </a:cubicBezTo>
                  <a:cubicBezTo>
                    <a:pt x="28" y="19"/>
                    <a:pt x="28" y="27"/>
                    <a:pt x="28" y="36"/>
                  </a:cubicBezTo>
                  <a:cubicBezTo>
                    <a:pt x="19" y="54"/>
                    <a:pt x="28" y="54"/>
                    <a:pt x="28" y="54"/>
                  </a:cubicBezTo>
                  <a:cubicBezTo>
                    <a:pt x="37" y="54"/>
                    <a:pt x="28" y="45"/>
                    <a:pt x="37" y="36"/>
                  </a:cubicBezTo>
                  <a:cubicBezTo>
                    <a:pt x="37" y="27"/>
                    <a:pt x="54" y="19"/>
                    <a:pt x="72" y="19"/>
                  </a:cubicBezTo>
                  <a:cubicBezTo>
                    <a:pt x="90" y="27"/>
                    <a:pt x="108" y="45"/>
                    <a:pt x="117" y="72"/>
                  </a:cubicBezTo>
                  <a:cubicBezTo>
                    <a:pt x="135" y="99"/>
                    <a:pt x="135" y="126"/>
                    <a:pt x="135" y="161"/>
                  </a:cubicBezTo>
                  <a:cubicBezTo>
                    <a:pt x="144" y="215"/>
                    <a:pt x="117" y="268"/>
                    <a:pt x="63" y="295"/>
                  </a:cubicBezTo>
                  <a:cubicBezTo>
                    <a:pt x="59" y="300"/>
                    <a:pt x="52" y="302"/>
                    <a:pt x="44" y="302"/>
                  </a:cubicBezTo>
                  <a:cubicBezTo>
                    <a:pt x="37" y="302"/>
                    <a:pt x="28" y="300"/>
                    <a:pt x="19" y="295"/>
                  </a:cubicBezTo>
                  <a:cubicBezTo>
                    <a:pt x="10" y="295"/>
                    <a:pt x="1" y="286"/>
                    <a:pt x="1" y="286"/>
                  </a:cubicBezTo>
                  <a:lnTo>
                    <a:pt x="1" y="286"/>
                  </a:lnTo>
                  <a:cubicBezTo>
                    <a:pt x="1" y="286"/>
                    <a:pt x="1" y="295"/>
                    <a:pt x="10" y="304"/>
                  </a:cubicBezTo>
                  <a:cubicBezTo>
                    <a:pt x="20" y="314"/>
                    <a:pt x="34" y="319"/>
                    <a:pt x="47" y="319"/>
                  </a:cubicBezTo>
                  <a:cubicBezTo>
                    <a:pt x="56" y="319"/>
                    <a:pt x="65" y="317"/>
                    <a:pt x="72" y="313"/>
                  </a:cubicBezTo>
                  <a:cubicBezTo>
                    <a:pt x="135" y="286"/>
                    <a:pt x="170" y="224"/>
                    <a:pt x="161" y="161"/>
                  </a:cubicBezTo>
                  <a:cubicBezTo>
                    <a:pt x="161" y="126"/>
                    <a:pt x="153" y="90"/>
                    <a:pt x="144" y="63"/>
                  </a:cubicBezTo>
                  <a:cubicBezTo>
                    <a:pt x="126" y="27"/>
                    <a:pt x="108" y="10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54"/>
            <p:cNvSpPr/>
            <p:nvPr/>
          </p:nvSpPr>
          <p:spPr>
            <a:xfrm flipH="1">
              <a:off x="1726692" y="717988"/>
              <a:ext cx="327274" cy="262573"/>
            </a:xfrm>
            <a:custGeom>
              <a:avLst/>
              <a:gdLst/>
              <a:ahLst/>
              <a:cxnLst/>
              <a:rect l="l" t="t" r="r" b="b"/>
              <a:pathLst>
                <a:path w="2008" h="1611" extrusionOk="0">
                  <a:moveTo>
                    <a:pt x="1036" y="1"/>
                  </a:moveTo>
                  <a:cubicBezTo>
                    <a:pt x="1015" y="1"/>
                    <a:pt x="994" y="1"/>
                    <a:pt x="973" y="3"/>
                  </a:cubicBezTo>
                  <a:cubicBezTo>
                    <a:pt x="723" y="21"/>
                    <a:pt x="491" y="119"/>
                    <a:pt x="304" y="271"/>
                  </a:cubicBezTo>
                  <a:cubicBezTo>
                    <a:pt x="206" y="342"/>
                    <a:pt x="135" y="431"/>
                    <a:pt x="90" y="538"/>
                  </a:cubicBezTo>
                  <a:lnTo>
                    <a:pt x="1" y="922"/>
                  </a:lnTo>
                  <a:cubicBezTo>
                    <a:pt x="57" y="934"/>
                    <a:pt x="113" y="940"/>
                    <a:pt x="169" y="940"/>
                  </a:cubicBezTo>
                  <a:cubicBezTo>
                    <a:pt x="354" y="940"/>
                    <a:pt x="533" y="873"/>
                    <a:pt x="670" y="743"/>
                  </a:cubicBezTo>
                  <a:cubicBezTo>
                    <a:pt x="795" y="627"/>
                    <a:pt x="893" y="467"/>
                    <a:pt x="1045" y="413"/>
                  </a:cubicBezTo>
                  <a:cubicBezTo>
                    <a:pt x="1086" y="401"/>
                    <a:pt x="1127" y="395"/>
                    <a:pt x="1167" y="395"/>
                  </a:cubicBezTo>
                  <a:cubicBezTo>
                    <a:pt x="1240" y="395"/>
                    <a:pt x="1311" y="414"/>
                    <a:pt x="1375" y="449"/>
                  </a:cubicBezTo>
                  <a:cubicBezTo>
                    <a:pt x="1473" y="502"/>
                    <a:pt x="1562" y="574"/>
                    <a:pt x="1633" y="672"/>
                  </a:cubicBezTo>
                  <a:cubicBezTo>
                    <a:pt x="1544" y="940"/>
                    <a:pt x="1624" y="1234"/>
                    <a:pt x="1705" y="1511"/>
                  </a:cubicBezTo>
                  <a:cubicBezTo>
                    <a:pt x="1705" y="1546"/>
                    <a:pt x="1723" y="1573"/>
                    <a:pt x="1749" y="1600"/>
                  </a:cubicBezTo>
                  <a:cubicBezTo>
                    <a:pt x="1762" y="1607"/>
                    <a:pt x="1775" y="1610"/>
                    <a:pt x="1789" y="1610"/>
                  </a:cubicBezTo>
                  <a:cubicBezTo>
                    <a:pt x="1826" y="1610"/>
                    <a:pt x="1866" y="1587"/>
                    <a:pt x="1892" y="1555"/>
                  </a:cubicBezTo>
                  <a:cubicBezTo>
                    <a:pt x="1946" y="1493"/>
                    <a:pt x="1972" y="1403"/>
                    <a:pt x="1981" y="1323"/>
                  </a:cubicBezTo>
                  <a:cubicBezTo>
                    <a:pt x="2008" y="1127"/>
                    <a:pt x="1999" y="922"/>
                    <a:pt x="1954" y="734"/>
                  </a:cubicBezTo>
                  <a:cubicBezTo>
                    <a:pt x="1910" y="538"/>
                    <a:pt x="1803" y="369"/>
                    <a:pt x="1660" y="235"/>
                  </a:cubicBezTo>
                  <a:cubicBezTo>
                    <a:pt x="1489" y="88"/>
                    <a:pt x="1265" y="1"/>
                    <a:pt x="1036" y="1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54"/>
            <p:cNvSpPr/>
            <p:nvPr/>
          </p:nvSpPr>
          <p:spPr>
            <a:xfrm flipH="1">
              <a:off x="1793516" y="719781"/>
              <a:ext cx="315702" cy="77908"/>
            </a:xfrm>
            <a:custGeom>
              <a:avLst/>
              <a:gdLst/>
              <a:ahLst/>
              <a:cxnLst/>
              <a:rect l="l" t="t" r="r" b="b"/>
              <a:pathLst>
                <a:path w="1937" h="478" extrusionOk="0">
                  <a:moveTo>
                    <a:pt x="289" y="129"/>
                  </a:moveTo>
                  <a:cubicBezTo>
                    <a:pt x="304" y="129"/>
                    <a:pt x="318" y="131"/>
                    <a:pt x="331" y="135"/>
                  </a:cubicBezTo>
                  <a:cubicBezTo>
                    <a:pt x="367" y="144"/>
                    <a:pt x="393" y="170"/>
                    <a:pt x="402" y="206"/>
                  </a:cubicBezTo>
                  <a:cubicBezTo>
                    <a:pt x="402" y="242"/>
                    <a:pt x="393" y="277"/>
                    <a:pt x="367" y="304"/>
                  </a:cubicBezTo>
                  <a:cubicBezTo>
                    <a:pt x="340" y="322"/>
                    <a:pt x="313" y="340"/>
                    <a:pt x="277" y="349"/>
                  </a:cubicBezTo>
                  <a:cubicBezTo>
                    <a:pt x="253" y="349"/>
                    <a:pt x="228" y="356"/>
                    <a:pt x="203" y="358"/>
                  </a:cubicBezTo>
                  <a:lnTo>
                    <a:pt x="203" y="358"/>
                  </a:lnTo>
                  <a:cubicBezTo>
                    <a:pt x="187" y="333"/>
                    <a:pt x="179" y="307"/>
                    <a:pt x="179" y="277"/>
                  </a:cubicBezTo>
                  <a:cubicBezTo>
                    <a:pt x="170" y="233"/>
                    <a:pt x="188" y="188"/>
                    <a:pt x="215" y="152"/>
                  </a:cubicBezTo>
                  <a:cubicBezTo>
                    <a:pt x="237" y="136"/>
                    <a:pt x="264" y="129"/>
                    <a:pt x="289" y="129"/>
                  </a:cubicBezTo>
                  <a:close/>
                  <a:moveTo>
                    <a:pt x="1410" y="1"/>
                  </a:moveTo>
                  <a:cubicBezTo>
                    <a:pt x="1321" y="10"/>
                    <a:pt x="1232" y="28"/>
                    <a:pt x="1152" y="72"/>
                  </a:cubicBezTo>
                  <a:cubicBezTo>
                    <a:pt x="1071" y="126"/>
                    <a:pt x="991" y="179"/>
                    <a:pt x="911" y="242"/>
                  </a:cubicBezTo>
                  <a:cubicBezTo>
                    <a:pt x="830" y="304"/>
                    <a:pt x="750" y="367"/>
                    <a:pt x="652" y="411"/>
                  </a:cubicBezTo>
                  <a:cubicBezTo>
                    <a:pt x="586" y="444"/>
                    <a:pt x="510" y="463"/>
                    <a:pt x="435" y="463"/>
                  </a:cubicBezTo>
                  <a:cubicBezTo>
                    <a:pt x="409" y="463"/>
                    <a:pt x="383" y="460"/>
                    <a:pt x="358" y="456"/>
                  </a:cubicBezTo>
                  <a:cubicBezTo>
                    <a:pt x="313" y="447"/>
                    <a:pt x="268" y="420"/>
                    <a:pt x="233" y="393"/>
                  </a:cubicBezTo>
                  <a:cubicBezTo>
                    <a:pt x="224" y="384"/>
                    <a:pt x="216" y="376"/>
                    <a:pt x="209" y="367"/>
                  </a:cubicBezTo>
                  <a:lnTo>
                    <a:pt x="209" y="367"/>
                  </a:lnTo>
                  <a:cubicBezTo>
                    <a:pt x="232" y="366"/>
                    <a:pt x="256" y="365"/>
                    <a:pt x="286" y="358"/>
                  </a:cubicBezTo>
                  <a:cubicBezTo>
                    <a:pt x="313" y="349"/>
                    <a:pt x="349" y="331"/>
                    <a:pt x="375" y="313"/>
                  </a:cubicBezTo>
                  <a:cubicBezTo>
                    <a:pt x="402" y="286"/>
                    <a:pt x="411" y="251"/>
                    <a:pt x="411" y="206"/>
                  </a:cubicBezTo>
                  <a:cubicBezTo>
                    <a:pt x="402" y="161"/>
                    <a:pt x="375" y="126"/>
                    <a:pt x="331" y="117"/>
                  </a:cubicBezTo>
                  <a:cubicBezTo>
                    <a:pt x="313" y="108"/>
                    <a:pt x="286" y="108"/>
                    <a:pt x="268" y="108"/>
                  </a:cubicBezTo>
                  <a:cubicBezTo>
                    <a:pt x="242" y="117"/>
                    <a:pt x="224" y="126"/>
                    <a:pt x="206" y="144"/>
                  </a:cubicBezTo>
                  <a:cubicBezTo>
                    <a:pt x="170" y="179"/>
                    <a:pt x="152" y="224"/>
                    <a:pt x="161" y="268"/>
                  </a:cubicBezTo>
                  <a:cubicBezTo>
                    <a:pt x="161" y="302"/>
                    <a:pt x="168" y="331"/>
                    <a:pt x="184" y="357"/>
                  </a:cubicBezTo>
                  <a:lnTo>
                    <a:pt x="184" y="357"/>
                  </a:lnTo>
                  <a:cubicBezTo>
                    <a:pt x="136" y="356"/>
                    <a:pt x="96" y="347"/>
                    <a:pt x="63" y="322"/>
                  </a:cubicBezTo>
                  <a:cubicBezTo>
                    <a:pt x="36" y="304"/>
                    <a:pt x="19" y="277"/>
                    <a:pt x="10" y="251"/>
                  </a:cubicBezTo>
                  <a:cubicBezTo>
                    <a:pt x="1" y="242"/>
                    <a:pt x="1" y="233"/>
                    <a:pt x="1" y="224"/>
                  </a:cubicBezTo>
                  <a:cubicBezTo>
                    <a:pt x="1" y="233"/>
                    <a:pt x="1" y="242"/>
                    <a:pt x="1" y="251"/>
                  </a:cubicBezTo>
                  <a:cubicBezTo>
                    <a:pt x="10" y="286"/>
                    <a:pt x="28" y="313"/>
                    <a:pt x="54" y="331"/>
                  </a:cubicBezTo>
                  <a:cubicBezTo>
                    <a:pt x="97" y="356"/>
                    <a:pt x="139" y="366"/>
                    <a:pt x="190" y="367"/>
                  </a:cubicBezTo>
                  <a:lnTo>
                    <a:pt x="190" y="367"/>
                  </a:lnTo>
                  <a:cubicBezTo>
                    <a:pt x="199" y="379"/>
                    <a:pt x="210" y="391"/>
                    <a:pt x="224" y="402"/>
                  </a:cubicBezTo>
                  <a:cubicBezTo>
                    <a:pt x="259" y="429"/>
                    <a:pt x="304" y="456"/>
                    <a:pt x="358" y="465"/>
                  </a:cubicBezTo>
                  <a:cubicBezTo>
                    <a:pt x="389" y="473"/>
                    <a:pt x="421" y="477"/>
                    <a:pt x="454" y="477"/>
                  </a:cubicBezTo>
                  <a:cubicBezTo>
                    <a:pt x="523" y="477"/>
                    <a:pt x="594" y="459"/>
                    <a:pt x="661" y="429"/>
                  </a:cubicBezTo>
                  <a:cubicBezTo>
                    <a:pt x="759" y="375"/>
                    <a:pt x="839" y="322"/>
                    <a:pt x="920" y="251"/>
                  </a:cubicBezTo>
                  <a:cubicBezTo>
                    <a:pt x="1000" y="197"/>
                    <a:pt x="1080" y="144"/>
                    <a:pt x="1160" y="90"/>
                  </a:cubicBezTo>
                  <a:cubicBezTo>
                    <a:pt x="1232" y="45"/>
                    <a:pt x="1321" y="28"/>
                    <a:pt x="1410" y="19"/>
                  </a:cubicBezTo>
                  <a:cubicBezTo>
                    <a:pt x="1482" y="19"/>
                    <a:pt x="1553" y="37"/>
                    <a:pt x="1624" y="63"/>
                  </a:cubicBezTo>
                  <a:cubicBezTo>
                    <a:pt x="1723" y="117"/>
                    <a:pt x="1812" y="188"/>
                    <a:pt x="1874" y="277"/>
                  </a:cubicBezTo>
                  <a:cubicBezTo>
                    <a:pt x="1892" y="304"/>
                    <a:pt x="1910" y="322"/>
                    <a:pt x="1919" y="349"/>
                  </a:cubicBezTo>
                  <a:cubicBezTo>
                    <a:pt x="1928" y="358"/>
                    <a:pt x="1937" y="367"/>
                    <a:pt x="1937" y="375"/>
                  </a:cubicBezTo>
                  <a:cubicBezTo>
                    <a:pt x="1937" y="375"/>
                    <a:pt x="1937" y="375"/>
                    <a:pt x="1937" y="367"/>
                  </a:cubicBezTo>
                  <a:cubicBezTo>
                    <a:pt x="1937" y="367"/>
                    <a:pt x="1928" y="358"/>
                    <a:pt x="1928" y="349"/>
                  </a:cubicBezTo>
                  <a:cubicBezTo>
                    <a:pt x="1865" y="224"/>
                    <a:pt x="1758" y="117"/>
                    <a:pt x="1633" y="54"/>
                  </a:cubicBezTo>
                  <a:cubicBezTo>
                    <a:pt x="1562" y="19"/>
                    <a:pt x="1482" y="1"/>
                    <a:pt x="1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54"/>
            <p:cNvSpPr/>
            <p:nvPr/>
          </p:nvSpPr>
          <p:spPr>
            <a:xfrm flipH="1">
              <a:off x="1688874" y="785302"/>
              <a:ext cx="93227" cy="66662"/>
            </a:xfrm>
            <a:custGeom>
              <a:avLst/>
              <a:gdLst/>
              <a:ahLst/>
              <a:cxnLst/>
              <a:rect l="l" t="t" r="r" b="b"/>
              <a:pathLst>
                <a:path w="572" h="409" extrusionOk="0">
                  <a:moveTo>
                    <a:pt x="10" y="0"/>
                  </a:moveTo>
                  <a:cubicBezTo>
                    <a:pt x="1" y="9"/>
                    <a:pt x="1" y="27"/>
                    <a:pt x="10" y="36"/>
                  </a:cubicBezTo>
                  <a:cubicBezTo>
                    <a:pt x="10" y="63"/>
                    <a:pt x="10" y="89"/>
                    <a:pt x="19" y="116"/>
                  </a:cubicBezTo>
                  <a:cubicBezTo>
                    <a:pt x="55" y="205"/>
                    <a:pt x="117" y="286"/>
                    <a:pt x="197" y="339"/>
                  </a:cubicBezTo>
                  <a:cubicBezTo>
                    <a:pt x="242" y="366"/>
                    <a:pt x="286" y="384"/>
                    <a:pt x="340" y="402"/>
                  </a:cubicBezTo>
                  <a:cubicBezTo>
                    <a:pt x="358" y="406"/>
                    <a:pt x="378" y="408"/>
                    <a:pt x="399" y="408"/>
                  </a:cubicBezTo>
                  <a:cubicBezTo>
                    <a:pt x="420" y="408"/>
                    <a:pt x="443" y="406"/>
                    <a:pt x="465" y="402"/>
                  </a:cubicBezTo>
                  <a:cubicBezTo>
                    <a:pt x="492" y="402"/>
                    <a:pt x="518" y="393"/>
                    <a:pt x="545" y="375"/>
                  </a:cubicBezTo>
                  <a:cubicBezTo>
                    <a:pt x="554" y="375"/>
                    <a:pt x="563" y="366"/>
                    <a:pt x="572" y="357"/>
                  </a:cubicBezTo>
                  <a:lnTo>
                    <a:pt x="572" y="357"/>
                  </a:lnTo>
                  <a:cubicBezTo>
                    <a:pt x="536" y="375"/>
                    <a:pt x="501" y="384"/>
                    <a:pt x="465" y="393"/>
                  </a:cubicBezTo>
                  <a:cubicBezTo>
                    <a:pt x="452" y="395"/>
                    <a:pt x="440" y="396"/>
                    <a:pt x="428" y="396"/>
                  </a:cubicBezTo>
                  <a:cubicBezTo>
                    <a:pt x="399" y="396"/>
                    <a:pt x="372" y="390"/>
                    <a:pt x="340" y="384"/>
                  </a:cubicBezTo>
                  <a:cubicBezTo>
                    <a:pt x="295" y="366"/>
                    <a:pt x="242" y="348"/>
                    <a:pt x="206" y="321"/>
                  </a:cubicBezTo>
                  <a:cubicBezTo>
                    <a:pt x="126" y="268"/>
                    <a:pt x="63" y="197"/>
                    <a:pt x="37" y="116"/>
                  </a:cubicBezTo>
                  <a:cubicBezTo>
                    <a:pt x="19" y="81"/>
                    <a:pt x="10" y="36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54"/>
            <p:cNvSpPr/>
            <p:nvPr/>
          </p:nvSpPr>
          <p:spPr>
            <a:xfrm flipH="1">
              <a:off x="1690341" y="828820"/>
              <a:ext cx="95998" cy="61283"/>
            </a:xfrm>
            <a:custGeom>
              <a:avLst/>
              <a:gdLst/>
              <a:ahLst/>
              <a:cxnLst/>
              <a:rect l="l" t="t" r="r" b="b"/>
              <a:pathLst>
                <a:path w="589" h="376" extrusionOk="0">
                  <a:moveTo>
                    <a:pt x="0" y="1"/>
                  </a:moveTo>
                  <a:cubicBezTo>
                    <a:pt x="0" y="10"/>
                    <a:pt x="9" y="19"/>
                    <a:pt x="9" y="28"/>
                  </a:cubicBezTo>
                  <a:cubicBezTo>
                    <a:pt x="18" y="54"/>
                    <a:pt x="27" y="81"/>
                    <a:pt x="36" y="108"/>
                  </a:cubicBezTo>
                  <a:cubicBezTo>
                    <a:pt x="81" y="188"/>
                    <a:pt x="143" y="260"/>
                    <a:pt x="223" y="304"/>
                  </a:cubicBezTo>
                  <a:cubicBezTo>
                    <a:pt x="295" y="358"/>
                    <a:pt x="393" y="376"/>
                    <a:pt x="482" y="376"/>
                  </a:cubicBezTo>
                  <a:cubicBezTo>
                    <a:pt x="509" y="376"/>
                    <a:pt x="535" y="376"/>
                    <a:pt x="562" y="367"/>
                  </a:cubicBezTo>
                  <a:cubicBezTo>
                    <a:pt x="571" y="367"/>
                    <a:pt x="580" y="358"/>
                    <a:pt x="589" y="358"/>
                  </a:cubicBezTo>
                  <a:cubicBezTo>
                    <a:pt x="589" y="356"/>
                    <a:pt x="587" y="355"/>
                    <a:pt x="584" y="355"/>
                  </a:cubicBezTo>
                  <a:cubicBezTo>
                    <a:pt x="576" y="355"/>
                    <a:pt x="555" y="360"/>
                    <a:pt x="522" y="360"/>
                  </a:cubicBezTo>
                  <a:cubicBezTo>
                    <a:pt x="511" y="360"/>
                    <a:pt x="497" y="360"/>
                    <a:pt x="482" y="358"/>
                  </a:cubicBezTo>
                  <a:cubicBezTo>
                    <a:pt x="304" y="358"/>
                    <a:pt x="134" y="260"/>
                    <a:pt x="45" y="99"/>
                  </a:cubicBezTo>
                  <a:cubicBezTo>
                    <a:pt x="18" y="37"/>
                    <a:pt x="9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4"/>
            <p:cNvSpPr/>
            <p:nvPr/>
          </p:nvSpPr>
          <p:spPr>
            <a:xfrm flipH="1">
              <a:off x="1880221" y="1049831"/>
              <a:ext cx="57371" cy="40910"/>
            </a:xfrm>
            <a:custGeom>
              <a:avLst/>
              <a:gdLst/>
              <a:ahLst/>
              <a:cxnLst/>
              <a:rect l="l" t="t" r="r" b="b"/>
              <a:pathLst>
                <a:path w="352" h="251" extrusionOk="0">
                  <a:moveTo>
                    <a:pt x="232" y="1"/>
                  </a:moveTo>
                  <a:lnTo>
                    <a:pt x="232" y="1"/>
                  </a:lnTo>
                  <a:cubicBezTo>
                    <a:pt x="152" y="19"/>
                    <a:pt x="81" y="54"/>
                    <a:pt x="0" y="81"/>
                  </a:cubicBezTo>
                  <a:lnTo>
                    <a:pt x="18" y="99"/>
                  </a:lnTo>
                  <a:cubicBezTo>
                    <a:pt x="51" y="209"/>
                    <a:pt x="106" y="250"/>
                    <a:pt x="158" y="250"/>
                  </a:cubicBezTo>
                  <a:cubicBezTo>
                    <a:pt x="261" y="250"/>
                    <a:pt x="351" y="90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4"/>
            <p:cNvSpPr/>
            <p:nvPr/>
          </p:nvSpPr>
          <p:spPr>
            <a:xfrm flipH="1">
              <a:off x="1875495" y="1047061"/>
              <a:ext cx="68780" cy="46777"/>
            </a:xfrm>
            <a:custGeom>
              <a:avLst/>
              <a:gdLst/>
              <a:ahLst/>
              <a:cxnLst/>
              <a:rect l="l" t="t" r="r" b="b"/>
              <a:pathLst>
                <a:path w="422" h="287" extrusionOk="0">
                  <a:moveTo>
                    <a:pt x="300" y="0"/>
                  </a:moveTo>
                  <a:cubicBezTo>
                    <a:pt x="229" y="0"/>
                    <a:pt x="157" y="54"/>
                    <a:pt x="104" y="71"/>
                  </a:cubicBezTo>
                  <a:cubicBezTo>
                    <a:pt x="31" y="108"/>
                    <a:pt x="1" y="126"/>
                    <a:pt x="15" y="126"/>
                  </a:cubicBezTo>
                  <a:cubicBezTo>
                    <a:pt x="25" y="126"/>
                    <a:pt x="57" y="117"/>
                    <a:pt x="113" y="98"/>
                  </a:cubicBezTo>
                  <a:cubicBezTo>
                    <a:pt x="154" y="90"/>
                    <a:pt x="235" y="35"/>
                    <a:pt x="282" y="35"/>
                  </a:cubicBezTo>
                  <a:cubicBezTo>
                    <a:pt x="285" y="35"/>
                    <a:pt x="288" y="35"/>
                    <a:pt x="291" y="36"/>
                  </a:cubicBezTo>
                  <a:cubicBezTo>
                    <a:pt x="372" y="157"/>
                    <a:pt x="262" y="271"/>
                    <a:pt x="161" y="271"/>
                  </a:cubicBezTo>
                  <a:cubicBezTo>
                    <a:pt x="151" y="271"/>
                    <a:pt x="141" y="270"/>
                    <a:pt x="131" y="268"/>
                  </a:cubicBezTo>
                  <a:lnTo>
                    <a:pt x="131" y="268"/>
                  </a:lnTo>
                  <a:cubicBezTo>
                    <a:pt x="152" y="281"/>
                    <a:pt x="173" y="287"/>
                    <a:pt x="194" y="287"/>
                  </a:cubicBezTo>
                  <a:cubicBezTo>
                    <a:pt x="316" y="287"/>
                    <a:pt x="422" y="91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4"/>
            <p:cNvSpPr/>
            <p:nvPr/>
          </p:nvSpPr>
          <p:spPr>
            <a:xfrm flipH="1">
              <a:off x="1709089" y="1217057"/>
              <a:ext cx="330371" cy="836289"/>
            </a:xfrm>
            <a:custGeom>
              <a:avLst/>
              <a:gdLst/>
              <a:ahLst/>
              <a:cxnLst/>
              <a:rect l="l" t="t" r="r" b="b"/>
              <a:pathLst>
                <a:path w="2027" h="5131" extrusionOk="0">
                  <a:moveTo>
                    <a:pt x="1794" y="1"/>
                  </a:moveTo>
                  <a:lnTo>
                    <a:pt x="991" y="509"/>
                  </a:lnTo>
                  <a:lnTo>
                    <a:pt x="545" y="54"/>
                  </a:lnTo>
                  <a:lnTo>
                    <a:pt x="108" y="830"/>
                  </a:lnTo>
                  <a:lnTo>
                    <a:pt x="1" y="5130"/>
                  </a:lnTo>
                  <a:lnTo>
                    <a:pt x="1634" y="5113"/>
                  </a:lnTo>
                  <a:lnTo>
                    <a:pt x="2026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4"/>
            <p:cNvSpPr/>
            <p:nvPr/>
          </p:nvSpPr>
          <p:spPr>
            <a:xfrm flipH="1">
              <a:off x="2154044" y="1360975"/>
              <a:ext cx="232906" cy="692371"/>
            </a:xfrm>
            <a:custGeom>
              <a:avLst/>
              <a:gdLst/>
              <a:ahLst/>
              <a:cxnLst/>
              <a:rect l="l" t="t" r="r" b="b"/>
              <a:pathLst>
                <a:path w="1429" h="4248" extrusionOk="0">
                  <a:moveTo>
                    <a:pt x="929" y="1"/>
                  </a:moveTo>
                  <a:lnTo>
                    <a:pt x="1" y="3239"/>
                  </a:lnTo>
                  <a:lnTo>
                    <a:pt x="90" y="4247"/>
                  </a:lnTo>
                  <a:lnTo>
                    <a:pt x="1268" y="4247"/>
                  </a:lnTo>
                  <a:lnTo>
                    <a:pt x="1196" y="3685"/>
                  </a:lnTo>
                  <a:cubicBezTo>
                    <a:pt x="1196" y="3685"/>
                    <a:pt x="1428" y="3293"/>
                    <a:pt x="1428" y="3248"/>
                  </a:cubicBezTo>
                  <a:cubicBezTo>
                    <a:pt x="1428" y="3213"/>
                    <a:pt x="1232" y="1170"/>
                    <a:pt x="1232" y="1170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4"/>
            <p:cNvSpPr/>
            <p:nvPr/>
          </p:nvSpPr>
          <p:spPr>
            <a:xfrm flipH="1">
              <a:off x="1946236" y="1221458"/>
              <a:ext cx="289461" cy="831888"/>
            </a:xfrm>
            <a:custGeom>
              <a:avLst/>
              <a:gdLst/>
              <a:ahLst/>
              <a:cxnLst/>
              <a:rect l="l" t="t" r="r" b="b"/>
              <a:pathLst>
                <a:path w="1776" h="5104" extrusionOk="0">
                  <a:moveTo>
                    <a:pt x="1776" y="1"/>
                  </a:moveTo>
                  <a:lnTo>
                    <a:pt x="1276" y="402"/>
                  </a:lnTo>
                  <a:lnTo>
                    <a:pt x="1" y="857"/>
                  </a:lnTo>
                  <a:lnTo>
                    <a:pt x="250" y="2159"/>
                  </a:lnTo>
                  <a:lnTo>
                    <a:pt x="473" y="4176"/>
                  </a:lnTo>
                  <a:lnTo>
                    <a:pt x="509" y="5103"/>
                  </a:lnTo>
                  <a:lnTo>
                    <a:pt x="1535" y="5103"/>
                  </a:lnTo>
                  <a:lnTo>
                    <a:pt x="1615" y="3417"/>
                  </a:lnTo>
                  <a:cubicBezTo>
                    <a:pt x="1615" y="3417"/>
                    <a:pt x="1428" y="1000"/>
                    <a:pt x="1517" y="554"/>
                  </a:cubicBezTo>
                  <a:lnTo>
                    <a:pt x="17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4"/>
            <p:cNvSpPr/>
            <p:nvPr/>
          </p:nvSpPr>
          <p:spPr>
            <a:xfrm flipH="1">
              <a:off x="1463467" y="1217057"/>
              <a:ext cx="381059" cy="836289"/>
            </a:xfrm>
            <a:custGeom>
              <a:avLst/>
              <a:gdLst/>
              <a:ahLst/>
              <a:cxnLst/>
              <a:rect l="l" t="t" r="r" b="b"/>
              <a:pathLst>
                <a:path w="2338" h="5131" extrusionOk="0">
                  <a:moveTo>
                    <a:pt x="598" y="1"/>
                  </a:moveTo>
                  <a:lnTo>
                    <a:pt x="669" y="679"/>
                  </a:lnTo>
                  <a:lnTo>
                    <a:pt x="0" y="4220"/>
                  </a:lnTo>
                  <a:lnTo>
                    <a:pt x="0" y="5130"/>
                  </a:lnTo>
                  <a:lnTo>
                    <a:pt x="2159" y="5130"/>
                  </a:lnTo>
                  <a:lnTo>
                    <a:pt x="2097" y="3105"/>
                  </a:lnTo>
                  <a:cubicBezTo>
                    <a:pt x="2097" y="3105"/>
                    <a:pt x="2284" y="822"/>
                    <a:pt x="2311" y="786"/>
                  </a:cubicBezTo>
                  <a:cubicBezTo>
                    <a:pt x="2338" y="741"/>
                    <a:pt x="1678" y="599"/>
                    <a:pt x="1678" y="599"/>
                  </a:cubicBezTo>
                  <a:lnTo>
                    <a:pt x="1071" y="331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54"/>
            <p:cNvSpPr/>
            <p:nvPr/>
          </p:nvSpPr>
          <p:spPr>
            <a:xfrm flipH="1">
              <a:off x="1114511" y="1345003"/>
              <a:ext cx="402899" cy="455387"/>
            </a:xfrm>
            <a:custGeom>
              <a:avLst/>
              <a:gdLst/>
              <a:ahLst/>
              <a:cxnLst/>
              <a:rect l="l" t="t" r="r" b="b"/>
              <a:pathLst>
                <a:path w="2472" h="2794" extrusionOk="0">
                  <a:moveTo>
                    <a:pt x="286" y="1"/>
                  </a:moveTo>
                  <a:lnTo>
                    <a:pt x="1" y="1651"/>
                  </a:lnTo>
                  <a:cubicBezTo>
                    <a:pt x="1" y="1651"/>
                    <a:pt x="705" y="2490"/>
                    <a:pt x="964" y="2579"/>
                  </a:cubicBezTo>
                  <a:cubicBezTo>
                    <a:pt x="1173" y="2651"/>
                    <a:pt x="1545" y="2793"/>
                    <a:pt x="1765" y="2793"/>
                  </a:cubicBezTo>
                  <a:cubicBezTo>
                    <a:pt x="1818" y="2793"/>
                    <a:pt x="1861" y="2785"/>
                    <a:pt x="1892" y="2766"/>
                  </a:cubicBezTo>
                  <a:cubicBezTo>
                    <a:pt x="2061" y="2668"/>
                    <a:pt x="2472" y="1785"/>
                    <a:pt x="2472" y="1785"/>
                  </a:cubicBezTo>
                  <a:lnTo>
                    <a:pt x="2391" y="875"/>
                  </a:lnTo>
                  <a:lnTo>
                    <a:pt x="1696" y="875"/>
                  </a:lnTo>
                  <a:lnTo>
                    <a:pt x="1410" y="1410"/>
                  </a:lnTo>
                  <a:lnTo>
                    <a:pt x="902" y="991"/>
                  </a:lnTo>
                  <a:cubicBezTo>
                    <a:pt x="902" y="991"/>
                    <a:pt x="375" y="19"/>
                    <a:pt x="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54"/>
            <p:cNvSpPr/>
            <p:nvPr/>
          </p:nvSpPr>
          <p:spPr>
            <a:xfrm flipH="1">
              <a:off x="1984046" y="1282578"/>
              <a:ext cx="119305" cy="645756"/>
            </a:xfrm>
            <a:custGeom>
              <a:avLst/>
              <a:gdLst/>
              <a:ahLst/>
              <a:cxnLst/>
              <a:rect l="l" t="t" r="r" b="b"/>
              <a:pathLst>
                <a:path w="732" h="3962" extrusionOk="0">
                  <a:moveTo>
                    <a:pt x="509" y="0"/>
                  </a:moveTo>
                  <a:cubicBezTo>
                    <a:pt x="500" y="9"/>
                    <a:pt x="491" y="9"/>
                    <a:pt x="491" y="18"/>
                  </a:cubicBezTo>
                  <a:cubicBezTo>
                    <a:pt x="473" y="36"/>
                    <a:pt x="464" y="54"/>
                    <a:pt x="438" y="81"/>
                  </a:cubicBezTo>
                  <a:cubicBezTo>
                    <a:pt x="411" y="107"/>
                    <a:pt x="375" y="143"/>
                    <a:pt x="339" y="179"/>
                  </a:cubicBezTo>
                  <a:cubicBezTo>
                    <a:pt x="295" y="223"/>
                    <a:pt x="250" y="268"/>
                    <a:pt x="215" y="321"/>
                  </a:cubicBezTo>
                  <a:lnTo>
                    <a:pt x="215" y="330"/>
                  </a:lnTo>
                  <a:lnTo>
                    <a:pt x="223" y="330"/>
                  </a:lnTo>
                  <a:lnTo>
                    <a:pt x="252" y="351"/>
                  </a:lnTo>
                  <a:lnTo>
                    <a:pt x="252" y="351"/>
                  </a:lnTo>
                  <a:cubicBezTo>
                    <a:pt x="247" y="351"/>
                    <a:pt x="243" y="350"/>
                    <a:pt x="239" y="350"/>
                  </a:cubicBezTo>
                  <a:cubicBezTo>
                    <a:pt x="215" y="350"/>
                    <a:pt x="191" y="355"/>
                    <a:pt x="170" y="366"/>
                  </a:cubicBezTo>
                  <a:cubicBezTo>
                    <a:pt x="143" y="384"/>
                    <a:pt x="125" y="402"/>
                    <a:pt x="99" y="420"/>
                  </a:cubicBezTo>
                  <a:cubicBezTo>
                    <a:pt x="81" y="446"/>
                    <a:pt x="63" y="473"/>
                    <a:pt x="54" y="509"/>
                  </a:cubicBezTo>
                  <a:cubicBezTo>
                    <a:pt x="36" y="571"/>
                    <a:pt x="27" y="634"/>
                    <a:pt x="27" y="705"/>
                  </a:cubicBezTo>
                  <a:cubicBezTo>
                    <a:pt x="27" y="767"/>
                    <a:pt x="18" y="839"/>
                    <a:pt x="18" y="910"/>
                  </a:cubicBezTo>
                  <a:cubicBezTo>
                    <a:pt x="0" y="1222"/>
                    <a:pt x="0" y="1544"/>
                    <a:pt x="18" y="1856"/>
                  </a:cubicBezTo>
                  <a:cubicBezTo>
                    <a:pt x="45" y="2150"/>
                    <a:pt x="90" y="2436"/>
                    <a:pt x="179" y="2712"/>
                  </a:cubicBezTo>
                  <a:cubicBezTo>
                    <a:pt x="241" y="2944"/>
                    <a:pt x="331" y="3167"/>
                    <a:pt x="429" y="3381"/>
                  </a:cubicBezTo>
                  <a:cubicBezTo>
                    <a:pt x="509" y="3569"/>
                    <a:pt x="589" y="3711"/>
                    <a:pt x="643" y="3810"/>
                  </a:cubicBezTo>
                  <a:cubicBezTo>
                    <a:pt x="670" y="3863"/>
                    <a:pt x="687" y="3899"/>
                    <a:pt x="705" y="3925"/>
                  </a:cubicBezTo>
                  <a:cubicBezTo>
                    <a:pt x="714" y="3934"/>
                    <a:pt x="723" y="3952"/>
                    <a:pt x="732" y="3961"/>
                  </a:cubicBezTo>
                  <a:cubicBezTo>
                    <a:pt x="732" y="3943"/>
                    <a:pt x="723" y="3934"/>
                    <a:pt x="714" y="3917"/>
                  </a:cubicBezTo>
                  <a:cubicBezTo>
                    <a:pt x="705" y="3890"/>
                    <a:pt x="687" y="3854"/>
                    <a:pt x="661" y="3801"/>
                  </a:cubicBezTo>
                  <a:cubicBezTo>
                    <a:pt x="607" y="3702"/>
                    <a:pt x="536" y="3560"/>
                    <a:pt x="455" y="3372"/>
                  </a:cubicBezTo>
                  <a:cubicBezTo>
                    <a:pt x="232" y="2891"/>
                    <a:pt x="99" y="2373"/>
                    <a:pt x="54" y="1847"/>
                  </a:cubicBezTo>
                  <a:cubicBezTo>
                    <a:pt x="36" y="1535"/>
                    <a:pt x="36" y="1222"/>
                    <a:pt x="54" y="910"/>
                  </a:cubicBezTo>
                  <a:cubicBezTo>
                    <a:pt x="54" y="839"/>
                    <a:pt x="54" y="767"/>
                    <a:pt x="54" y="696"/>
                  </a:cubicBezTo>
                  <a:cubicBezTo>
                    <a:pt x="54" y="634"/>
                    <a:pt x="63" y="571"/>
                    <a:pt x="81" y="509"/>
                  </a:cubicBezTo>
                  <a:cubicBezTo>
                    <a:pt x="90" y="482"/>
                    <a:pt x="107" y="455"/>
                    <a:pt x="125" y="437"/>
                  </a:cubicBezTo>
                  <a:cubicBezTo>
                    <a:pt x="143" y="420"/>
                    <a:pt x="161" y="402"/>
                    <a:pt x="188" y="384"/>
                  </a:cubicBezTo>
                  <a:cubicBezTo>
                    <a:pt x="208" y="376"/>
                    <a:pt x="230" y="371"/>
                    <a:pt x="251" y="371"/>
                  </a:cubicBezTo>
                  <a:cubicBezTo>
                    <a:pt x="263" y="371"/>
                    <a:pt x="275" y="373"/>
                    <a:pt x="286" y="376"/>
                  </a:cubicBezTo>
                  <a:lnTo>
                    <a:pt x="286" y="376"/>
                  </a:lnTo>
                  <a:lnTo>
                    <a:pt x="322" y="402"/>
                  </a:lnTo>
                  <a:lnTo>
                    <a:pt x="339" y="384"/>
                  </a:lnTo>
                  <a:cubicBezTo>
                    <a:pt x="338" y="383"/>
                    <a:pt x="336" y="381"/>
                    <a:pt x="334" y="380"/>
                  </a:cubicBezTo>
                  <a:lnTo>
                    <a:pt x="334" y="380"/>
                  </a:lnTo>
                  <a:lnTo>
                    <a:pt x="339" y="375"/>
                  </a:lnTo>
                  <a:lnTo>
                    <a:pt x="241" y="318"/>
                  </a:lnTo>
                  <a:lnTo>
                    <a:pt x="241" y="318"/>
                  </a:lnTo>
                  <a:cubicBezTo>
                    <a:pt x="274" y="270"/>
                    <a:pt x="307" y="229"/>
                    <a:pt x="348" y="188"/>
                  </a:cubicBezTo>
                  <a:cubicBezTo>
                    <a:pt x="384" y="152"/>
                    <a:pt x="420" y="116"/>
                    <a:pt x="438" y="89"/>
                  </a:cubicBezTo>
                  <a:cubicBezTo>
                    <a:pt x="464" y="72"/>
                    <a:pt x="482" y="45"/>
                    <a:pt x="491" y="27"/>
                  </a:cubicBezTo>
                  <a:cubicBezTo>
                    <a:pt x="500" y="18"/>
                    <a:pt x="500" y="9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54"/>
            <p:cNvSpPr/>
            <p:nvPr/>
          </p:nvSpPr>
          <p:spPr>
            <a:xfrm flipH="1">
              <a:off x="1636394" y="1275244"/>
              <a:ext cx="199494" cy="658795"/>
            </a:xfrm>
            <a:custGeom>
              <a:avLst/>
              <a:gdLst/>
              <a:ahLst/>
              <a:cxnLst/>
              <a:rect l="l" t="t" r="r" b="b"/>
              <a:pathLst>
                <a:path w="1224" h="4042" extrusionOk="0">
                  <a:moveTo>
                    <a:pt x="1027" y="1"/>
                  </a:moveTo>
                  <a:lnTo>
                    <a:pt x="1027" y="1"/>
                  </a:lnTo>
                  <a:cubicBezTo>
                    <a:pt x="1045" y="18"/>
                    <a:pt x="1063" y="27"/>
                    <a:pt x="1080" y="45"/>
                  </a:cubicBezTo>
                  <a:cubicBezTo>
                    <a:pt x="1134" y="99"/>
                    <a:pt x="1152" y="170"/>
                    <a:pt x="1143" y="242"/>
                  </a:cubicBezTo>
                  <a:lnTo>
                    <a:pt x="1152" y="242"/>
                  </a:lnTo>
                  <a:lnTo>
                    <a:pt x="1024" y="249"/>
                  </a:lnTo>
                  <a:lnTo>
                    <a:pt x="1024" y="249"/>
                  </a:lnTo>
                  <a:cubicBezTo>
                    <a:pt x="1023" y="249"/>
                    <a:pt x="1023" y="249"/>
                    <a:pt x="1022" y="249"/>
                  </a:cubicBezTo>
                  <a:cubicBezTo>
                    <a:pt x="1017" y="249"/>
                    <a:pt x="1011" y="249"/>
                    <a:pt x="1006" y="250"/>
                  </a:cubicBezTo>
                  <a:lnTo>
                    <a:pt x="1006" y="250"/>
                  </a:lnTo>
                  <a:lnTo>
                    <a:pt x="991" y="250"/>
                  </a:lnTo>
                  <a:lnTo>
                    <a:pt x="991" y="268"/>
                  </a:lnTo>
                  <a:cubicBezTo>
                    <a:pt x="994" y="268"/>
                    <a:pt x="997" y="267"/>
                    <a:pt x="1000" y="267"/>
                  </a:cubicBezTo>
                  <a:lnTo>
                    <a:pt x="1000" y="267"/>
                  </a:lnTo>
                  <a:lnTo>
                    <a:pt x="1000" y="268"/>
                  </a:lnTo>
                  <a:lnTo>
                    <a:pt x="1015" y="266"/>
                  </a:lnTo>
                  <a:lnTo>
                    <a:pt x="1015" y="266"/>
                  </a:lnTo>
                  <a:cubicBezTo>
                    <a:pt x="1106" y="269"/>
                    <a:pt x="1196" y="377"/>
                    <a:pt x="1187" y="491"/>
                  </a:cubicBezTo>
                  <a:cubicBezTo>
                    <a:pt x="1187" y="554"/>
                    <a:pt x="1178" y="625"/>
                    <a:pt x="1152" y="688"/>
                  </a:cubicBezTo>
                  <a:cubicBezTo>
                    <a:pt x="1134" y="759"/>
                    <a:pt x="1116" y="830"/>
                    <a:pt x="1089" y="902"/>
                  </a:cubicBezTo>
                  <a:cubicBezTo>
                    <a:pt x="1000" y="1205"/>
                    <a:pt x="902" y="1544"/>
                    <a:pt x="786" y="1901"/>
                  </a:cubicBezTo>
                  <a:cubicBezTo>
                    <a:pt x="599" y="2499"/>
                    <a:pt x="411" y="3034"/>
                    <a:pt x="260" y="3417"/>
                  </a:cubicBezTo>
                  <a:cubicBezTo>
                    <a:pt x="179" y="3614"/>
                    <a:pt x="117" y="3765"/>
                    <a:pt x="72" y="3872"/>
                  </a:cubicBezTo>
                  <a:cubicBezTo>
                    <a:pt x="54" y="3926"/>
                    <a:pt x="37" y="3962"/>
                    <a:pt x="19" y="3997"/>
                  </a:cubicBezTo>
                  <a:cubicBezTo>
                    <a:pt x="19" y="4015"/>
                    <a:pt x="10" y="4024"/>
                    <a:pt x="1" y="4042"/>
                  </a:cubicBezTo>
                  <a:cubicBezTo>
                    <a:pt x="19" y="4024"/>
                    <a:pt x="28" y="4015"/>
                    <a:pt x="28" y="3997"/>
                  </a:cubicBezTo>
                  <a:lnTo>
                    <a:pt x="90" y="3881"/>
                  </a:lnTo>
                  <a:cubicBezTo>
                    <a:pt x="135" y="3774"/>
                    <a:pt x="206" y="3614"/>
                    <a:pt x="286" y="3426"/>
                  </a:cubicBezTo>
                  <a:cubicBezTo>
                    <a:pt x="438" y="3052"/>
                    <a:pt x="634" y="2516"/>
                    <a:pt x="822" y="1910"/>
                  </a:cubicBezTo>
                  <a:cubicBezTo>
                    <a:pt x="938" y="1553"/>
                    <a:pt x="1036" y="1214"/>
                    <a:pt x="1125" y="911"/>
                  </a:cubicBezTo>
                  <a:cubicBezTo>
                    <a:pt x="1143" y="839"/>
                    <a:pt x="1170" y="768"/>
                    <a:pt x="1187" y="696"/>
                  </a:cubicBezTo>
                  <a:cubicBezTo>
                    <a:pt x="1205" y="625"/>
                    <a:pt x="1223" y="563"/>
                    <a:pt x="1223" y="491"/>
                  </a:cubicBezTo>
                  <a:cubicBezTo>
                    <a:pt x="1223" y="383"/>
                    <a:pt x="1156" y="290"/>
                    <a:pt x="1077" y="259"/>
                  </a:cubicBezTo>
                  <a:lnTo>
                    <a:pt x="1077" y="259"/>
                  </a:lnTo>
                  <a:lnTo>
                    <a:pt x="1152" y="250"/>
                  </a:lnTo>
                  <a:lnTo>
                    <a:pt x="1161" y="250"/>
                  </a:lnTo>
                  <a:cubicBezTo>
                    <a:pt x="1170" y="170"/>
                    <a:pt x="1143" y="99"/>
                    <a:pt x="1089" y="45"/>
                  </a:cubicBezTo>
                  <a:cubicBezTo>
                    <a:pt x="1071" y="27"/>
                    <a:pt x="1045" y="10"/>
                    <a:pt x="1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54"/>
            <p:cNvSpPr/>
            <p:nvPr/>
          </p:nvSpPr>
          <p:spPr>
            <a:xfrm flipH="1">
              <a:off x="1470633" y="1352337"/>
              <a:ext cx="51177" cy="270559"/>
            </a:xfrm>
            <a:custGeom>
              <a:avLst/>
              <a:gdLst/>
              <a:ahLst/>
              <a:cxnLst/>
              <a:rect l="l" t="t" r="r" b="b"/>
              <a:pathLst>
                <a:path w="314" h="1660" extrusionOk="0">
                  <a:moveTo>
                    <a:pt x="313" y="0"/>
                  </a:moveTo>
                  <a:lnTo>
                    <a:pt x="313" y="0"/>
                  </a:lnTo>
                  <a:cubicBezTo>
                    <a:pt x="295" y="9"/>
                    <a:pt x="277" y="27"/>
                    <a:pt x="268" y="45"/>
                  </a:cubicBezTo>
                  <a:cubicBezTo>
                    <a:pt x="224" y="90"/>
                    <a:pt x="188" y="143"/>
                    <a:pt x="161" y="197"/>
                  </a:cubicBezTo>
                  <a:cubicBezTo>
                    <a:pt x="117" y="286"/>
                    <a:pt x="81" y="375"/>
                    <a:pt x="63" y="464"/>
                  </a:cubicBezTo>
                  <a:cubicBezTo>
                    <a:pt x="37" y="571"/>
                    <a:pt x="19" y="687"/>
                    <a:pt x="19" y="803"/>
                  </a:cubicBezTo>
                  <a:cubicBezTo>
                    <a:pt x="1" y="1009"/>
                    <a:pt x="1" y="1214"/>
                    <a:pt x="19" y="1419"/>
                  </a:cubicBezTo>
                  <a:cubicBezTo>
                    <a:pt x="28" y="1481"/>
                    <a:pt x="37" y="1544"/>
                    <a:pt x="54" y="1597"/>
                  </a:cubicBezTo>
                  <a:cubicBezTo>
                    <a:pt x="63" y="1624"/>
                    <a:pt x="72" y="1642"/>
                    <a:pt x="81" y="1660"/>
                  </a:cubicBezTo>
                  <a:cubicBezTo>
                    <a:pt x="81" y="1660"/>
                    <a:pt x="54" y="1571"/>
                    <a:pt x="45" y="1410"/>
                  </a:cubicBezTo>
                  <a:cubicBezTo>
                    <a:pt x="28" y="1214"/>
                    <a:pt x="37" y="1009"/>
                    <a:pt x="45" y="803"/>
                  </a:cubicBezTo>
                  <a:cubicBezTo>
                    <a:pt x="54" y="687"/>
                    <a:pt x="63" y="580"/>
                    <a:pt x="90" y="473"/>
                  </a:cubicBezTo>
                  <a:cubicBezTo>
                    <a:pt x="108" y="384"/>
                    <a:pt x="144" y="295"/>
                    <a:pt x="179" y="215"/>
                  </a:cubicBezTo>
                  <a:cubicBezTo>
                    <a:pt x="215" y="134"/>
                    <a:pt x="260" y="63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4"/>
            <p:cNvSpPr/>
            <p:nvPr/>
          </p:nvSpPr>
          <p:spPr>
            <a:xfrm flipH="1">
              <a:off x="1269996" y="1538469"/>
              <a:ext cx="87523" cy="177493"/>
            </a:xfrm>
            <a:custGeom>
              <a:avLst/>
              <a:gdLst/>
              <a:ahLst/>
              <a:cxnLst/>
              <a:rect l="l" t="t" r="r" b="b"/>
              <a:pathLst>
                <a:path w="537" h="1089" extrusionOk="0">
                  <a:moveTo>
                    <a:pt x="536" y="0"/>
                  </a:moveTo>
                  <a:lnTo>
                    <a:pt x="536" y="0"/>
                  </a:lnTo>
                  <a:cubicBezTo>
                    <a:pt x="501" y="45"/>
                    <a:pt x="465" y="98"/>
                    <a:pt x="438" y="152"/>
                  </a:cubicBezTo>
                  <a:cubicBezTo>
                    <a:pt x="376" y="241"/>
                    <a:pt x="304" y="375"/>
                    <a:pt x="233" y="527"/>
                  </a:cubicBezTo>
                  <a:cubicBezTo>
                    <a:pt x="153" y="678"/>
                    <a:pt x="99" y="821"/>
                    <a:pt x="54" y="919"/>
                  </a:cubicBezTo>
                  <a:cubicBezTo>
                    <a:pt x="28" y="982"/>
                    <a:pt x="10" y="1035"/>
                    <a:pt x="1" y="1089"/>
                  </a:cubicBezTo>
                  <a:cubicBezTo>
                    <a:pt x="28" y="1044"/>
                    <a:pt x="54" y="991"/>
                    <a:pt x="81" y="928"/>
                  </a:cubicBezTo>
                  <a:cubicBezTo>
                    <a:pt x="126" y="830"/>
                    <a:pt x="188" y="696"/>
                    <a:pt x="260" y="545"/>
                  </a:cubicBezTo>
                  <a:cubicBezTo>
                    <a:pt x="331" y="393"/>
                    <a:pt x="402" y="259"/>
                    <a:pt x="456" y="161"/>
                  </a:cubicBezTo>
                  <a:cubicBezTo>
                    <a:pt x="492" y="107"/>
                    <a:pt x="518" y="54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54"/>
            <p:cNvSpPr/>
            <p:nvPr/>
          </p:nvSpPr>
          <p:spPr>
            <a:xfrm flipH="1">
              <a:off x="1842898" y="1311264"/>
              <a:ext cx="128106" cy="836615"/>
            </a:xfrm>
            <a:custGeom>
              <a:avLst/>
              <a:gdLst/>
              <a:ahLst/>
              <a:cxnLst/>
              <a:rect l="l" t="t" r="r" b="b"/>
              <a:pathLst>
                <a:path w="786" h="5133" extrusionOk="0">
                  <a:moveTo>
                    <a:pt x="607" y="1"/>
                  </a:moveTo>
                  <a:cubicBezTo>
                    <a:pt x="488" y="1"/>
                    <a:pt x="321" y="40"/>
                    <a:pt x="321" y="252"/>
                  </a:cubicBezTo>
                  <a:lnTo>
                    <a:pt x="428" y="431"/>
                  </a:lnTo>
                  <a:cubicBezTo>
                    <a:pt x="428" y="431"/>
                    <a:pt x="223" y="930"/>
                    <a:pt x="179" y="1100"/>
                  </a:cubicBezTo>
                  <a:cubicBezTo>
                    <a:pt x="134" y="1261"/>
                    <a:pt x="0" y="4419"/>
                    <a:pt x="0" y="4419"/>
                  </a:cubicBezTo>
                  <a:lnTo>
                    <a:pt x="348" y="5132"/>
                  </a:lnTo>
                  <a:lnTo>
                    <a:pt x="723" y="4410"/>
                  </a:lnTo>
                  <a:lnTo>
                    <a:pt x="785" y="1002"/>
                  </a:lnTo>
                  <a:lnTo>
                    <a:pt x="643" y="458"/>
                  </a:lnTo>
                  <a:lnTo>
                    <a:pt x="785" y="252"/>
                  </a:lnTo>
                  <a:cubicBezTo>
                    <a:pt x="785" y="252"/>
                    <a:pt x="759" y="12"/>
                    <a:pt x="651" y="3"/>
                  </a:cubicBezTo>
                  <a:cubicBezTo>
                    <a:pt x="638" y="2"/>
                    <a:pt x="623" y="1"/>
                    <a:pt x="6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54"/>
            <p:cNvSpPr/>
            <p:nvPr/>
          </p:nvSpPr>
          <p:spPr>
            <a:xfrm flipH="1">
              <a:off x="1738260" y="1300018"/>
              <a:ext cx="139678" cy="104801"/>
            </a:xfrm>
            <a:custGeom>
              <a:avLst/>
              <a:gdLst/>
              <a:ahLst/>
              <a:cxnLst/>
              <a:rect l="l" t="t" r="r" b="b"/>
              <a:pathLst>
                <a:path w="857" h="643" extrusionOk="0">
                  <a:moveTo>
                    <a:pt x="0" y="0"/>
                  </a:moveTo>
                  <a:cubicBezTo>
                    <a:pt x="63" y="27"/>
                    <a:pt x="125" y="72"/>
                    <a:pt x="170" y="125"/>
                  </a:cubicBezTo>
                  <a:cubicBezTo>
                    <a:pt x="214" y="179"/>
                    <a:pt x="250" y="250"/>
                    <a:pt x="268" y="321"/>
                  </a:cubicBezTo>
                  <a:cubicBezTo>
                    <a:pt x="286" y="411"/>
                    <a:pt x="295" y="509"/>
                    <a:pt x="295" y="598"/>
                  </a:cubicBezTo>
                  <a:lnTo>
                    <a:pt x="295" y="616"/>
                  </a:lnTo>
                  <a:lnTo>
                    <a:pt x="295" y="643"/>
                  </a:lnTo>
                  <a:lnTo>
                    <a:pt x="321" y="625"/>
                  </a:lnTo>
                  <a:cubicBezTo>
                    <a:pt x="455" y="536"/>
                    <a:pt x="589" y="429"/>
                    <a:pt x="714" y="313"/>
                  </a:cubicBezTo>
                  <a:cubicBezTo>
                    <a:pt x="758" y="268"/>
                    <a:pt x="794" y="232"/>
                    <a:pt x="821" y="205"/>
                  </a:cubicBezTo>
                  <a:cubicBezTo>
                    <a:pt x="839" y="197"/>
                    <a:pt x="848" y="179"/>
                    <a:pt x="857" y="161"/>
                  </a:cubicBezTo>
                  <a:lnTo>
                    <a:pt x="857" y="161"/>
                  </a:lnTo>
                  <a:cubicBezTo>
                    <a:pt x="803" y="205"/>
                    <a:pt x="750" y="250"/>
                    <a:pt x="696" y="295"/>
                  </a:cubicBezTo>
                  <a:cubicBezTo>
                    <a:pt x="577" y="397"/>
                    <a:pt x="449" y="499"/>
                    <a:pt x="321" y="586"/>
                  </a:cubicBezTo>
                  <a:lnTo>
                    <a:pt x="321" y="586"/>
                  </a:lnTo>
                  <a:cubicBezTo>
                    <a:pt x="321" y="493"/>
                    <a:pt x="312" y="407"/>
                    <a:pt x="295" y="313"/>
                  </a:cubicBezTo>
                  <a:cubicBezTo>
                    <a:pt x="277" y="241"/>
                    <a:pt x="241" y="170"/>
                    <a:pt x="188" y="107"/>
                  </a:cubicBezTo>
                  <a:cubicBezTo>
                    <a:pt x="152" y="72"/>
                    <a:pt x="107" y="36"/>
                    <a:pt x="63" y="18"/>
                  </a:cubicBezTo>
                  <a:cubicBezTo>
                    <a:pt x="45" y="9"/>
                    <a:pt x="27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4"/>
            <p:cNvSpPr/>
            <p:nvPr/>
          </p:nvSpPr>
          <p:spPr>
            <a:xfrm flipH="1">
              <a:off x="1879245" y="1299366"/>
              <a:ext cx="118001" cy="85079"/>
            </a:xfrm>
            <a:custGeom>
              <a:avLst/>
              <a:gdLst/>
              <a:ahLst/>
              <a:cxnLst/>
              <a:rect l="l" t="t" r="r" b="b"/>
              <a:pathLst>
                <a:path w="724" h="522" extrusionOk="0">
                  <a:moveTo>
                    <a:pt x="721" y="1"/>
                  </a:moveTo>
                  <a:cubicBezTo>
                    <a:pt x="716" y="1"/>
                    <a:pt x="704" y="7"/>
                    <a:pt x="679" y="13"/>
                  </a:cubicBezTo>
                  <a:cubicBezTo>
                    <a:pt x="643" y="31"/>
                    <a:pt x="607" y="49"/>
                    <a:pt x="572" y="76"/>
                  </a:cubicBezTo>
                  <a:cubicBezTo>
                    <a:pt x="456" y="156"/>
                    <a:pt x="366" y="272"/>
                    <a:pt x="331" y="415"/>
                  </a:cubicBezTo>
                  <a:cubicBezTo>
                    <a:pt x="326" y="424"/>
                    <a:pt x="321" y="437"/>
                    <a:pt x="318" y="451"/>
                  </a:cubicBezTo>
                  <a:lnTo>
                    <a:pt x="318" y="451"/>
                  </a:lnTo>
                  <a:cubicBezTo>
                    <a:pt x="237" y="354"/>
                    <a:pt x="165" y="267"/>
                    <a:pt x="108" y="209"/>
                  </a:cubicBezTo>
                  <a:cubicBezTo>
                    <a:pt x="72" y="165"/>
                    <a:pt x="36" y="129"/>
                    <a:pt x="1" y="102"/>
                  </a:cubicBezTo>
                  <a:lnTo>
                    <a:pt x="1" y="102"/>
                  </a:lnTo>
                  <a:cubicBezTo>
                    <a:pt x="27" y="147"/>
                    <a:pt x="54" y="183"/>
                    <a:pt x="90" y="218"/>
                  </a:cubicBezTo>
                  <a:cubicBezTo>
                    <a:pt x="143" y="290"/>
                    <a:pt x="224" y="388"/>
                    <a:pt x="313" y="495"/>
                  </a:cubicBezTo>
                  <a:lnTo>
                    <a:pt x="340" y="522"/>
                  </a:lnTo>
                  <a:lnTo>
                    <a:pt x="349" y="495"/>
                  </a:lnTo>
                  <a:cubicBezTo>
                    <a:pt x="349" y="468"/>
                    <a:pt x="358" y="441"/>
                    <a:pt x="358" y="424"/>
                  </a:cubicBezTo>
                  <a:cubicBezTo>
                    <a:pt x="402" y="290"/>
                    <a:pt x="482" y="174"/>
                    <a:pt x="581" y="94"/>
                  </a:cubicBezTo>
                  <a:cubicBezTo>
                    <a:pt x="661" y="31"/>
                    <a:pt x="723" y="4"/>
                    <a:pt x="723" y="4"/>
                  </a:cubicBezTo>
                  <a:cubicBezTo>
                    <a:pt x="723" y="2"/>
                    <a:pt x="723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4"/>
            <p:cNvSpPr/>
            <p:nvPr/>
          </p:nvSpPr>
          <p:spPr>
            <a:xfrm flipH="1">
              <a:off x="2152574" y="1413458"/>
              <a:ext cx="70084" cy="632554"/>
            </a:xfrm>
            <a:custGeom>
              <a:avLst/>
              <a:gdLst/>
              <a:ahLst/>
              <a:cxnLst/>
              <a:rect l="l" t="t" r="r" b="b"/>
              <a:pathLst>
                <a:path w="430" h="3881" extrusionOk="0">
                  <a:moveTo>
                    <a:pt x="1" y="0"/>
                  </a:moveTo>
                  <a:cubicBezTo>
                    <a:pt x="1" y="9"/>
                    <a:pt x="1" y="27"/>
                    <a:pt x="1" y="36"/>
                  </a:cubicBezTo>
                  <a:cubicBezTo>
                    <a:pt x="10" y="63"/>
                    <a:pt x="19" y="107"/>
                    <a:pt x="19" y="152"/>
                  </a:cubicBezTo>
                  <a:cubicBezTo>
                    <a:pt x="37" y="259"/>
                    <a:pt x="63" y="393"/>
                    <a:pt x="90" y="571"/>
                  </a:cubicBezTo>
                  <a:cubicBezTo>
                    <a:pt x="144" y="919"/>
                    <a:pt x="224" y="1410"/>
                    <a:pt x="286" y="1954"/>
                  </a:cubicBezTo>
                  <a:cubicBezTo>
                    <a:pt x="349" y="2498"/>
                    <a:pt x="385" y="2989"/>
                    <a:pt x="402" y="3346"/>
                  </a:cubicBezTo>
                  <a:cubicBezTo>
                    <a:pt x="411" y="3524"/>
                    <a:pt x="420" y="3667"/>
                    <a:pt x="420" y="3765"/>
                  </a:cubicBezTo>
                  <a:cubicBezTo>
                    <a:pt x="420" y="3818"/>
                    <a:pt x="429" y="3854"/>
                    <a:pt x="429" y="3881"/>
                  </a:cubicBezTo>
                  <a:lnTo>
                    <a:pt x="429" y="3765"/>
                  </a:lnTo>
                  <a:cubicBezTo>
                    <a:pt x="429" y="3667"/>
                    <a:pt x="429" y="3524"/>
                    <a:pt x="420" y="3346"/>
                  </a:cubicBezTo>
                  <a:cubicBezTo>
                    <a:pt x="411" y="2989"/>
                    <a:pt x="376" y="2489"/>
                    <a:pt x="313" y="1954"/>
                  </a:cubicBezTo>
                  <a:cubicBezTo>
                    <a:pt x="251" y="1410"/>
                    <a:pt x="170" y="919"/>
                    <a:pt x="108" y="562"/>
                  </a:cubicBezTo>
                  <a:cubicBezTo>
                    <a:pt x="81" y="393"/>
                    <a:pt x="54" y="250"/>
                    <a:pt x="37" y="152"/>
                  </a:cubicBezTo>
                  <a:cubicBezTo>
                    <a:pt x="28" y="98"/>
                    <a:pt x="19" y="63"/>
                    <a:pt x="10" y="36"/>
                  </a:cubicBezTo>
                  <a:cubicBezTo>
                    <a:pt x="10" y="27"/>
                    <a:pt x="1" y="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54"/>
            <p:cNvSpPr/>
            <p:nvPr/>
          </p:nvSpPr>
          <p:spPr>
            <a:xfrm flipH="1">
              <a:off x="1127545" y="1487617"/>
              <a:ext cx="119468" cy="75626"/>
            </a:xfrm>
            <a:custGeom>
              <a:avLst/>
              <a:gdLst/>
              <a:ahLst/>
              <a:cxnLst/>
              <a:rect l="l" t="t" r="r" b="b"/>
              <a:pathLst>
                <a:path w="733" h="464" extrusionOk="0">
                  <a:moveTo>
                    <a:pt x="37" y="0"/>
                  </a:moveTo>
                  <a:lnTo>
                    <a:pt x="1" y="63"/>
                  </a:lnTo>
                  <a:cubicBezTo>
                    <a:pt x="37" y="214"/>
                    <a:pt x="135" y="339"/>
                    <a:pt x="269" y="419"/>
                  </a:cubicBezTo>
                  <a:cubicBezTo>
                    <a:pt x="313" y="446"/>
                    <a:pt x="358" y="464"/>
                    <a:pt x="402" y="464"/>
                  </a:cubicBezTo>
                  <a:cubicBezTo>
                    <a:pt x="509" y="464"/>
                    <a:pt x="608" y="402"/>
                    <a:pt x="652" y="303"/>
                  </a:cubicBezTo>
                  <a:cubicBezTo>
                    <a:pt x="697" y="214"/>
                    <a:pt x="724" y="107"/>
                    <a:pt x="732" y="9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54"/>
            <p:cNvSpPr/>
            <p:nvPr/>
          </p:nvSpPr>
          <p:spPr>
            <a:xfrm flipH="1">
              <a:off x="1050128" y="1194891"/>
              <a:ext cx="236817" cy="368678"/>
            </a:xfrm>
            <a:custGeom>
              <a:avLst/>
              <a:gdLst/>
              <a:ahLst/>
              <a:cxnLst/>
              <a:rect l="l" t="t" r="r" b="b"/>
              <a:pathLst>
                <a:path w="1453" h="2262" extrusionOk="0">
                  <a:moveTo>
                    <a:pt x="1068" y="0"/>
                  </a:moveTo>
                  <a:cubicBezTo>
                    <a:pt x="1045" y="0"/>
                    <a:pt x="1018" y="9"/>
                    <a:pt x="986" y="21"/>
                  </a:cubicBezTo>
                  <a:cubicBezTo>
                    <a:pt x="924" y="57"/>
                    <a:pt x="969" y="119"/>
                    <a:pt x="986" y="164"/>
                  </a:cubicBezTo>
                  <a:cubicBezTo>
                    <a:pt x="1013" y="199"/>
                    <a:pt x="1138" y="378"/>
                    <a:pt x="1138" y="378"/>
                  </a:cubicBezTo>
                  <a:lnTo>
                    <a:pt x="1138" y="485"/>
                  </a:lnTo>
                  <a:lnTo>
                    <a:pt x="1049" y="511"/>
                  </a:lnTo>
                  <a:lnTo>
                    <a:pt x="986" y="511"/>
                  </a:lnTo>
                  <a:cubicBezTo>
                    <a:pt x="942" y="440"/>
                    <a:pt x="888" y="369"/>
                    <a:pt x="826" y="297"/>
                  </a:cubicBezTo>
                  <a:cubicBezTo>
                    <a:pt x="773" y="238"/>
                    <a:pt x="740" y="184"/>
                    <a:pt x="678" y="184"/>
                  </a:cubicBezTo>
                  <a:cubicBezTo>
                    <a:pt x="666" y="184"/>
                    <a:pt x="653" y="186"/>
                    <a:pt x="638" y="190"/>
                  </a:cubicBezTo>
                  <a:cubicBezTo>
                    <a:pt x="558" y="226"/>
                    <a:pt x="630" y="333"/>
                    <a:pt x="630" y="333"/>
                  </a:cubicBezTo>
                  <a:lnTo>
                    <a:pt x="826" y="645"/>
                  </a:lnTo>
                  <a:lnTo>
                    <a:pt x="754" y="708"/>
                  </a:lnTo>
                  <a:cubicBezTo>
                    <a:pt x="647" y="610"/>
                    <a:pt x="531" y="511"/>
                    <a:pt x="407" y="422"/>
                  </a:cubicBezTo>
                  <a:cubicBezTo>
                    <a:pt x="392" y="415"/>
                    <a:pt x="379" y="412"/>
                    <a:pt x="368" y="412"/>
                  </a:cubicBezTo>
                  <a:cubicBezTo>
                    <a:pt x="298" y="412"/>
                    <a:pt x="294" y="542"/>
                    <a:pt x="317" y="565"/>
                  </a:cubicBezTo>
                  <a:cubicBezTo>
                    <a:pt x="344" y="601"/>
                    <a:pt x="612" y="886"/>
                    <a:pt x="612" y="886"/>
                  </a:cubicBezTo>
                  <a:lnTo>
                    <a:pt x="496" y="1091"/>
                  </a:lnTo>
                  <a:cubicBezTo>
                    <a:pt x="496" y="1091"/>
                    <a:pt x="192" y="815"/>
                    <a:pt x="103" y="770"/>
                  </a:cubicBezTo>
                  <a:cubicBezTo>
                    <a:pt x="81" y="762"/>
                    <a:pt x="63" y="759"/>
                    <a:pt x="50" y="759"/>
                  </a:cubicBezTo>
                  <a:cubicBezTo>
                    <a:pt x="2" y="759"/>
                    <a:pt x="0" y="800"/>
                    <a:pt x="14" y="842"/>
                  </a:cubicBezTo>
                  <a:cubicBezTo>
                    <a:pt x="32" y="895"/>
                    <a:pt x="407" y="1323"/>
                    <a:pt x="407" y="1323"/>
                  </a:cubicBezTo>
                  <a:lnTo>
                    <a:pt x="317" y="1546"/>
                  </a:lnTo>
                  <a:cubicBezTo>
                    <a:pt x="317" y="1555"/>
                    <a:pt x="308" y="1564"/>
                    <a:pt x="308" y="1582"/>
                  </a:cubicBezTo>
                  <a:lnTo>
                    <a:pt x="299" y="1983"/>
                  </a:lnTo>
                  <a:cubicBezTo>
                    <a:pt x="362" y="2108"/>
                    <a:pt x="460" y="2206"/>
                    <a:pt x="594" y="2251"/>
                  </a:cubicBezTo>
                  <a:cubicBezTo>
                    <a:pt x="616" y="2258"/>
                    <a:pt x="640" y="2261"/>
                    <a:pt x="663" y="2261"/>
                  </a:cubicBezTo>
                  <a:cubicBezTo>
                    <a:pt x="733" y="2261"/>
                    <a:pt x="803" y="2231"/>
                    <a:pt x="844" y="2171"/>
                  </a:cubicBezTo>
                  <a:cubicBezTo>
                    <a:pt x="897" y="2099"/>
                    <a:pt x="915" y="2010"/>
                    <a:pt x="906" y="1921"/>
                  </a:cubicBezTo>
                  <a:lnTo>
                    <a:pt x="897" y="1528"/>
                  </a:lnTo>
                  <a:lnTo>
                    <a:pt x="1227" y="949"/>
                  </a:lnTo>
                  <a:lnTo>
                    <a:pt x="1308" y="797"/>
                  </a:lnTo>
                  <a:lnTo>
                    <a:pt x="1325" y="619"/>
                  </a:lnTo>
                  <a:cubicBezTo>
                    <a:pt x="1325" y="619"/>
                    <a:pt x="1388" y="297"/>
                    <a:pt x="1397" y="271"/>
                  </a:cubicBezTo>
                  <a:cubicBezTo>
                    <a:pt x="1452" y="112"/>
                    <a:pt x="1409" y="45"/>
                    <a:pt x="1361" y="45"/>
                  </a:cubicBezTo>
                  <a:cubicBezTo>
                    <a:pt x="1355" y="45"/>
                    <a:pt x="1349" y="46"/>
                    <a:pt x="1343" y="48"/>
                  </a:cubicBezTo>
                  <a:cubicBezTo>
                    <a:pt x="1299" y="65"/>
                    <a:pt x="1254" y="92"/>
                    <a:pt x="1218" y="128"/>
                  </a:cubicBezTo>
                  <a:cubicBezTo>
                    <a:pt x="1192" y="110"/>
                    <a:pt x="1165" y="74"/>
                    <a:pt x="1138" y="48"/>
                  </a:cubicBezTo>
                  <a:cubicBezTo>
                    <a:pt x="1118" y="13"/>
                    <a:pt x="1096" y="0"/>
                    <a:pt x="1068" y="0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54"/>
            <p:cNvSpPr/>
            <p:nvPr/>
          </p:nvSpPr>
          <p:spPr>
            <a:xfrm flipH="1">
              <a:off x="1140583" y="1288283"/>
              <a:ext cx="51177" cy="77256"/>
            </a:xfrm>
            <a:custGeom>
              <a:avLst/>
              <a:gdLst/>
              <a:ahLst/>
              <a:cxnLst/>
              <a:rect l="l" t="t" r="r" b="b"/>
              <a:pathLst>
                <a:path w="314" h="474" extrusionOk="0">
                  <a:moveTo>
                    <a:pt x="1" y="1"/>
                  </a:moveTo>
                  <a:cubicBezTo>
                    <a:pt x="1" y="1"/>
                    <a:pt x="28" y="28"/>
                    <a:pt x="63" y="63"/>
                  </a:cubicBezTo>
                  <a:cubicBezTo>
                    <a:pt x="126" y="108"/>
                    <a:pt x="179" y="153"/>
                    <a:pt x="224" y="206"/>
                  </a:cubicBezTo>
                  <a:cubicBezTo>
                    <a:pt x="233" y="215"/>
                    <a:pt x="233" y="224"/>
                    <a:pt x="242" y="233"/>
                  </a:cubicBezTo>
                  <a:lnTo>
                    <a:pt x="242" y="242"/>
                  </a:lnTo>
                  <a:lnTo>
                    <a:pt x="251" y="242"/>
                  </a:lnTo>
                  <a:cubicBezTo>
                    <a:pt x="251" y="244"/>
                    <a:pt x="251" y="245"/>
                    <a:pt x="252" y="247"/>
                  </a:cubicBezTo>
                  <a:lnTo>
                    <a:pt x="252" y="247"/>
                  </a:lnTo>
                  <a:cubicBezTo>
                    <a:pt x="254" y="262"/>
                    <a:pt x="260" y="280"/>
                    <a:pt x="260" y="286"/>
                  </a:cubicBezTo>
                  <a:lnTo>
                    <a:pt x="286" y="385"/>
                  </a:lnTo>
                  <a:cubicBezTo>
                    <a:pt x="295" y="420"/>
                    <a:pt x="304" y="447"/>
                    <a:pt x="313" y="474"/>
                  </a:cubicBezTo>
                  <a:cubicBezTo>
                    <a:pt x="313" y="447"/>
                    <a:pt x="313" y="420"/>
                    <a:pt x="304" y="385"/>
                  </a:cubicBezTo>
                  <a:cubicBezTo>
                    <a:pt x="304" y="358"/>
                    <a:pt x="295" y="331"/>
                    <a:pt x="286" y="286"/>
                  </a:cubicBezTo>
                  <a:lnTo>
                    <a:pt x="277" y="233"/>
                  </a:lnTo>
                  <a:lnTo>
                    <a:pt x="269" y="233"/>
                  </a:lnTo>
                  <a:cubicBezTo>
                    <a:pt x="274" y="233"/>
                    <a:pt x="276" y="229"/>
                    <a:pt x="275" y="227"/>
                  </a:cubicBezTo>
                  <a:lnTo>
                    <a:pt x="275" y="227"/>
                  </a:lnTo>
                  <a:cubicBezTo>
                    <a:pt x="276" y="225"/>
                    <a:pt x="277" y="224"/>
                    <a:pt x="277" y="224"/>
                  </a:cubicBezTo>
                  <a:lnTo>
                    <a:pt x="269" y="224"/>
                  </a:lnTo>
                  <a:lnTo>
                    <a:pt x="269" y="215"/>
                  </a:lnTo>
                  <a:cubicBezTo>
                    <a:pt x="269" y="207"/>
                    <a:pt x="269" y="206"/>
                    <a:pt x="263" y="206"/>
                  </a:cubicBezTo>
                  <a:lnTo>
                    <a:pt x="263" y="206"/>
                  </a:lnTo>
                  <a:cubicBezTo>
                    <a:pt x="260" y="199"/>
                    <a:pt x="255" y="193"/>
                    <a:pt x="251" y="188"/>
                  </a:cubicBezTo>
                  <a:cubicBezTo>
                    <a:pt x="197" y="135"/>
                    <a:pt x="144" y="90"/>
                    <a:pt x="81" y="46"/>
                  </a:cubicBezTo>
                  <a:cubicBezTo>
                    <a:pt x="54" y="28"/>
                    <a:pt x="28" y="1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54"/>
            <p:cNvSpPr/>
            <p:nvPr/>
          </p:nvSpPr>
          <p:spPr>
            <a:xfrm flipH="1">
              <a:off x="1107170" y="1270843"/>
              <a:ext cx="24937" cy="61283"/>
            </a:xfrm>
            <a:custGeom>
              <a:avLst/>
              <a:gdLst/>
              <a:ahLst/>
              <a:cxnLst/>
              <a:rect l="l" t="t" r="r" b="b"/>
              <a:pathLst>
                <a:path w="153" h="376" extrusionOk="0">
                  <a:moveTo>
                    <a:pt x="10" y="1"/>
                  </a:moveTo>
                  <a:cubicBezTo>
                    <a:pt x="1" y="10"/>
                    <a:pt x="63" y="81"/>
                    <a:pt x="99" y="179"/>
                  </a:cubicBezTo>
                  <a:cubicBezTo>
                    <a:pt x="117" y="242"/>
                    <a:pt x="126" y="313"/>
                    <a:pt x="126" y="376"/>
                  </a:cubicBezTo>
                  <a:cubicBezTo>
                    <a:pt x="135" y="376"/>
                    <a:pt x="143" y="358"/>
                    <a:pt x="152" y="322"/>
                  </a:cubicBezTo>
                  <a:cubicBezTo>
                    <a:pt x="152" y="269"/>
                    <a:pt x="152" y="215"/>
                    <a:pt x="135" y="170"/>
                  </a:cubicBezTo>
                  <a:cubicBezTo>
                    <a:pt x="108" y="99"/>
                    <a:pt x="63" y="45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54"/>
            <p:cNvSpPr/>
            <p:nvPr/>
          </p:nvSpPr>
          <p:spPr>
            <a:xfrm flipH="1">
              <a:off x="1200236" y="1379882"/>
              <a:ext cx="46777" cy="54112"/>
            </a:xfrm>
            <a:custGeom>
              <a:avLst/>
              <a:gdLst/>
              <a:ahLst/>
              <a:cxnLst/>
              <a:rect l="l" t="t" r="r" b="b"/>
              <a:pathLst>
                <a:path w="287" h="332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63"/>
                    <a:pt x="81" y="126"/>
                    <a:pt x="135" y="179"/>
                  </a:cubicBezTo>
                  <a:cubicBezTo>
                    <a:pt x="179" y="233"/>
                    <a:pt x="233" y="286"/>
                    <a:pt x="286" y="331"/>
                  </a:cubicBezTo>
                  <a:cubicBezTo>
                    <a:pt x="260" y="269"/>
                    <a:pt x="215" y="206"/>
                    <a:pt x="162" y="153"/>
                  </a:cubicBezTo>
                  <a:cubicBezTo>
                    <a:pt x="117" y="99"/>
                    <a:pt x="63" y="4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54"/>
            <p:cNvSpPr/>
            <p:nvPr/>
          </p:nvSpPr>
          <p:spPr>
            <a:xfrm flipH="1">
              <a:off x="1176929" y="1356738"/>
              <a:ext cx="48244" cy="45148"/>
            </a:xfrm>
            <a:custGeom>
              <a:avLst/>
              <a:gdLst/>
              <a:ahLst/>
              <a:cxnLst/>
              <a:rect l="l" t="t" r="r" b="b"/>
              <a:pathLst>
                <a:path w="296" h="277" extrusionOk="0">
                  <a:moveTo>
                    <a:pt x="1" y="0"/>
                  </a:moveTo>
                  <a:lnTo>
                    <a:pt x="1" y="0"/>
                  </a:lnTo>
                  <a:cubicBezTo>
                    <a:pt x="45" y="54"/>
                    <a:pt x="90" y="107"/>
                    <a:pt x="135" y="152"/>
                  </a:cubicBezTo>
                  <a:cubicBezTo>
                    <a:pt x="179" y="205"/>
                    <a:pt x="233" y="241"/>
                    <a:pt x="295" y="277"/>
                  </a:cubicBezTo>
                  <a:cubicBezTo>
                    <a:pt x="259" y="223"/>
                    <a:pt x="215" y="170"/>
                    <a:pt x="161" y="125"/>
                  </a:cubicBezTo>
                  <a:cubicBezTo>
                    <a:pt x="117" y="72"/>
                    <a:pt x="63" y="3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54"/>
            <p:cNvSpPr/>
            <p:nvPr/>
          </p:nvSpPr>
          <p:spPr>
            <a:xfrm flipH="1">
              <a:off x="1216208" y="1409057"/>
              <a:ext cx="23470" cy="85894"/>
            </a:xfrm>
            <a:custGeom>
              <a:avLst/>
              <a:gdLst/>
              <a:ahLst/>
              <a:cxnLst/>
              <a:rect l="l" t="t" r="r" b="b"/>
              <a:pathLst>
                <a:path w="144" h="527" extrusionOk="0">
                  <a:moveTo>
                    <a:pt x="117" y="0"/>
                  </a:moveTo>
                  <a:cubicBezTo>
                    <a:pt x="108" y="0"/>
                    <a:pt x="108" y="36"/>
                    <a:pt x="81" y="81"/>
                  </a:cubicBezTo>
                  <a:cubicBezTo>
                    <a:pt x="72" y="107"/>
                    <a:pt x="54" y="125"/>
                    <a:pt x="36" y="161"/>
                  </a:cubicBezTo>
                  <a:cubicBezTo>
                    <a:pt x="18" y="197"/>
                    <a:pt x="1" y="232"/>
                    <a:pt x="1" y="277"/>
                  </a:cubicBezTo>
                  <a:cubicBezTo>
                    <a:pt x="1" y="348"/>
                    <a:pt x="27" y="420"/>
                    <a:pt x="72" y="473"/>
                  </a:cubicBezTo>
                  <a:cubicBezTo>
                    <a:pt x="108" y="518"/>
                    <a:pt x="143" y="527"/>
                    <a:pt x="143" y="527"/>
                  </a:cubicBezTo>
                  <a:cubicBezTo>
                    <a:pt x="143" y="527"/>
                    <a:pt x="117" y="509"/>
                    <a:pt x="90" y="464"/>
                  </a:cubicBezTo>
                  <a:cubicBezTo>
                    <a:pt x="54" y="411"/>
                    <a:pt x="36" y="348"/>
                    <a:pt x="36" y="277"/>
                  </a:cubicBezTo>
                  <a:cubicBezTo>
                    <a:pt x="45" y="214"/>
                    <a:pt x="63" y="152"/>
                    <a:pt x="99" y="90"/>
                  </a:cubicBezTo>
                  <a:cubicBezTo>
                    <a:pt x="125" y="45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54"/>
            <p:cNvSpPr/>
            <p:nvPr/>
          </p:nvSpPr>
          <p:spPr>
            <a:xfrm flipH="1">
              <a:off x="1140583" y="1442469"/>
              <a:ext cx="59815" cy="66010"/>
            </a:xfrm>
            <a:custGeom>
              <a:avLst/>
              <a:gdLst/>
              <a:ahLst/>
              <a:cxnLst/>
              <a:rect l="l" t="t" r="r" b="b"/>
              <a:pathLst>
                <a:path w="367" h="405" extrusionOk="0">
                  <a:moveTo>
                    <a:pt x="366" y="1"/>
                  </a:moveTo>
                  <a:cubicBezTo>
                    <a:pt x="357" y="1"/>
                    <a:pt x="286" y="99"/>
                    <a:pt x="206" y="241"/>
                  </a:cubicBezTo>
                  <a:cubicBezTo>
                    <a:pt x="179" y="295"/>
                    <a:pt x="125" y="340"/>
                    <a:pt x="72" y="375"/>
                  </a:cubicBezTo>
                  <a:cubicBezTo>
                    <a:pt x="27" y="393"/>
                    <a:pt x="0" y="393"/>
                    <a:pt x="0" y="402"/>
                  </a:cubicBezTo>
                  <a:cubicBezTo>
                    <a:pt x="0" y="402"/>
                    <a:pt x="7" y="404"/>
                    <a:pt x="20" y="404"/>
                  </a:cubicBezTo>
                  <a:cubicBezTo>
                    <a:pt x="34" y="404"/>
                    <a:pt x="54" y="402"/>
                    <a:pt x="81" y="393"/>
                  </a:cubicBezTo>
                  <a:cubicBezTo>
                    <a:pt x="116" y="384"/>
                    <a:pt x="143" y="366"/>
                    <a:pt x="161" y="348"/>
                  </a:cubicBezTo>
                  <a:cubicBezTo>
                    <a:pt x="188" y="322"/>
                    <a:pt x="215" y="286"/>
                    <a:pt x="232" y="250"/>
                  </a:cubicBezTo>
                  <a:cubicBezTo>
                    <a:pt x="286" y="179"/>
                    <a:pt x="330" y="90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54"/>
            <p:cNvSpPr/>
            <p:nvPr/>
          </p:nvSpPr>
          <p:spPr>
            <a:xfrm flipH="1">
              <a:off x="1099998" y="1211353"/>
              <a:ext cx="32108" cy="75626"/>
            </a:xfrm>
            <a:custGeom>
              <a:avLst/>
              <a:gdLst/>
              <a:ahLst/>
              <a:cxnLst/>
              <a:rect l="l" t="t" r="r" b="b"/>
              <a:pathLst>
                <a:path w="197" h="464" extrusionOk="0">
                  <a:moveTo>
                    <a:pt x="1" y="0"/>
                  </a:moveTo>
                  <a:cubicBezTo>
                    <a:pt x="1" y="9"/>
                    <a:pt x="10" y="27"/>
                    <a:pt x="36" y="71"/>
                  </a:cubicBezTo>
                  <a:cubicBezTo>
                    <a:pt x="54" y="107"/>
                    <a:pt x="81" y="170"/>
                    <a:pt x="117" y="232"/>
                  </a:cubicBezTo>
                  <a:cubicBezTo>
                    <a:pt x="135" y="259"/>
                    <a:pt x="152" y="286"/>
                    <a:pt x="161" y="303"/>
                  </a:cubicBezTo>
                  <a:lnTo>
                    <a:pt x="161" y="295"/>
                  </a:lnTo>
                  <a:cubicBezTo>
                    <a:pt x="161" y="348"/>
                    <a:pt x="170" y="410"/>
                    <a:pt x="179" y="464"/>
                  </a:cubicBezTo>
                  <a:cubicBezTo>
                    <a:pt x="188" y="410"/>
                    <a:pt x="197" y="348"/>
                    <a:pt x="188" y="295"/>
                  </a:cubicBezTo>
                  <a:lnTo>
                    <a:pt x="188" y="286"/>
                  </a:lnTo>
                  <a:cubicBezTo>
                    <a:pt x="179" y="268"/>
                    <a:pt x="161" y="241"/>
                    <a:pt x="143" y="214"/>
                  </a:cubicBezTo>
                  <a:cubicBezTo>
                    <a:pt x="108" y="152"/>
                    <a:pt x="81" y="98"/>
                    <a:pt x="54" y="63"/>
                  </a:cubicBezTo>
                  <a:cubicBezTo>
                    <a:pt x="27" y="18"/>
                    <a:pt x="10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54"/>
            <p:cNvSpPr/>
            <p:nvPr/>
          </p:nvSpPr>
          <p:spPr>
            <a:xfrm flipH="1">
              <a:off x="1064956" y="1202551"/>
              <a:ext cx="37976" cy="124033"/>
            </a:xfrm>
            <a:custGeom>
              <a:avLst/>
              <a:gdLst/>
              <a:ahLst/>
              <a:cxnLst/>
              <a:rect l="l" t="t" r="r" b="b"/>
              <a:pathLst>
                <a:path w="233" h="761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36"/>
                    <a:pt x="45" y="72"/>
                    <a:pt x="63" y="99"/>
                  </a:cubicBezTo>
                  <a:cubicBezTo>
                    <a:pt x="89" y="134"/>
                    <a:pt x="116" y="170"/>
                    <a:pt x="143" y="206"/>
                  </a:cubicBezTo>
                  <a:cubicBezTo>
                    <a:pt x="179" y="241"/>
                    <a:pt x="196" y="286"/>
                    <a:pt x="205" y="340"/>
                  </a:cubicBezTo>
                  <a:lnTo>
                    <a:pt x="205" y="349"/>
                  </a:lnTo>
                  <a:cubicBezTo>
                    <a:pt x="196" y="411"/>
                    <a:pt x="187" y="464"/>
                    <a:pt x="170" y="518"/>
                  </a:cubicBezTo>
                  <a:cubicBezTo>
                    <a:pt x="179" y="580"/>
                    <a:pt x="179" y="634"/>
                    <a:pt x="170" y="696"/>
                  </a:cubicBezTo>
                  <a:cubicBezTo>
                    <a:pt x="170" y="741"/>
                    <a:pt x="161" y="759"/>
                    <a:pt x="170" y="759"/>
                  </a:cubicBezTo>
                  <a:cubicBezTo>
                    <a:pt x="170" y="760"/>
                    <a:pt x="170" y="761"/>
                    <a:pt x="170" y="761"/>
                  </a:cubicBezTo>
                  <a:cubicBezTo>
                    <a:pt x="174" y="761"/>
                    <a:pt x="187" y="735"/>
                    <a:pt x="187" y="696"/>
                  </a:cubicBezTo>
                  <a:cubicBezTo>
                    <a:pt x="196" y="643"/>
                    <a:pt x="205" y="580"/>
                    <a:pt x="205" y="518"/>
                  </a:cubicBezTo>
                  <a:cubicBezTo>
                    <a:pt x="214" y="464"/>
                    <a:pt x="223" y="411"/>
                    <a:pt x="232" y="349"/>
                  </a:cubicBezTo>
                  <a:lnTo>
                    <a:pt x="232" y="340"/>
                  </a:lnTo>
                  <a:cubicBezTo>
                    <a:pt x="232" y="313"/>
                    <a:pt x="223" y="277"/>
                    <a:pt x="214" y="250"/>
                  </a:cubicBezTo>
                  <a:cubicBezTo>
                    <a:pt x="196" y="233"/>
                    <a:pt x="179" y="206"/>
                    <a:pt x="161" y="188"/>
                  </a:cubicBezTo>
                  <a:lnTo>
                    <a:pt x="80" y="90"/>
                  </a:lnTo>
                  <a:cubicBezTo>
                    <a:pt x="63" y="54"/>
                    <a:pt x="36" y="2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54"/>
            <p:cNvSpPr/>
            <p:nvPr/>
          </p:nvSpPr>
          <p:spPr>
            <a:xfrm flipH="1">
              <a:off x="1176928" y="1337831"/>
              <a:ext cx="11898" cy="43681"/>
            </a:xfrm>
            <a:custGeom>
              <a:avLst/>
              <a:gdLst/>
              <a:ahLst/>
              <a:cxnLst/>
              <a:rect l="l" t="t" r="r" b="b"/>
              <a:pathLst>
                <a:path w="73" h="268" extrusionOk="0">
                  <a:moveTo>
                    <a:pt x="10" y="0"/>
                  </a:moveTo>
                  <a:lnTo>
                    <a:pt x="10" y="0"/>
                  </a:lnTo>
                  <a:cubicBezTo>
                    <a:pt x="1" y="9"/>
                    <a:pt x="28" y="63"/>
                    <a:pt x="28" y="134"/>
                  </a:cubicBezTo>
                  <a:cubicBezTo>
                    <a:pt x="36" y="205"/>
                    <a:pt x="28" y="268"/>
                    <a:pt x="36" y="268"/>
                  </a:cubicBezTo>
                  <a:cubicBezTo>
                    <a:pt x="45" y="268"/>
                    <a:pt x="72" y="205"/>
                    <a:pt x="63" y="125"/>
                  </a:cubicBezTo>
                  <a:cubicBezTo>
                    <a:pt x="54" y="54"/>
                    <a:pt x="19" y="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54"/>
            <p:cNvSpPr/>
            <p:nvPr/>
          </p:nvSpPr>
          <p:spPr>
            <a:xfrm flipH="1">
              <a:off x="1139115" y="1299855"/>
              <a:ext cx="16299" cy="45311"/>
            </a:xfrm>
            <a:custGeom>
              <a:avLst/>
              <a:gdLst/>
              <a:ahLst/>
              <a:cxnLst/>
              <a:rect l="l" t="t" r="r" b="b"/>
              <a:pathLst>
                <a:path w="100" h="278" extrusionOk="0">
                  <a:moveTo>
                    <a:pt x="3" y="0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9" y="46"/>
                    <a:pt x="28" y="91"/>
                    <a:pt x="46" y="135"/>
                  </a:cubicBezTo>
                  <a:cubicBezTo>
                    <a:pt x="54" y="180"/>
                    <a:pt x="63" y="224"/>
                    <a:pt x="81" y="278"/>
                  </a:cubicBezTo>
                  <a:cubicBezTo>
                    <a:pt x="99" y="224"/>
                    <a:pt x="99" y="171"/>
                    <a:pt x="81" y="126"/>
                  </a:cubicBezTo>
                  <a:cubicBezTo>
                    <a:pt x="56" y="52"/>
                    <a:pt x="16" y="0"/>
                    <a:pt x="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54"/>
            <p:cNvSpPr/>
            <p:nvPr/>
          </p:nvSpPr>
          <p:spPr>
            <a:xfrm flipH="1">
              <a:off x="1019995" y="2053185"/>
              <a:ext cx="1417807" cy="1977527"/>
            </a:xfrm>
            <a:custGeom>
              <a:avLst/>
              <a:gdLst/>
              <a:ahLst/>
              <a:cxnLst/>
              <a:rect l="l" t="t" r="r" b="b"/>
              <a:pathLst>
                <a:path w="8699" h="12133" extrusionOk="0">
                  <a:moveTo>
                    <a:pt x="1" y="0"/>
                  </a:moveTo>
                  <a:lnTo>
                    <a:pt x="1" y="12133"/>
                  </a:lnTo>
                  <a:lnTo>
                    <a:pt x="8699" y="12133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54"/>
            <p:cNvSpPr/>
            <p:nvPr/>
          </p:nvSpPr>
          <p:spPr>
            <a:xfrm flipH="1">
              <a:off x="2510334" y="1618334"/>
              <a:ext cx="149946" cy="450986"/>
            </a:xfrm>
            <a:custGeom>
              <a:avLst/>
              <a:gdLst/>
              <a:ahLst/>
              <a:cxnLst/>
              <a:rect l="l" t="t" r="r" b="b"/>
              <a:pathLst>
                <a:path w="920" h="2767" extrusionOk="0">
                  <a:moveTo>
                    <a:pt x="884" y="1"/>
                  </a:moveTo>
                  <a:cubicBezTo>
                    <a:pt x="295" y="804"/>
                    <a:pt x="1" y="1776"/>
                    <a:pt x="54" y="2767"/>
                  </a:cubicBezTo>
                  <a:lnTo>
                    <a:pt x="108" y="2767"/>
                  </a:lnTo>
                  <a:cubicBezTo>
                    <a:pt x="54" y="1785"/>
                    <a:pt x="340" y="822"/>
                    <a:pt x="920" y="28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54"/>
            <p:cNvSpPr/>
            <p:nvPr/>
          </p:nvSpPr>
          <p:spPr>
            <a:xfrm flipH="1">
              <a:off x="2455080" y="1559658"/>
              <a:ext cx="106266" cy="114743"/>
            </a:xfrm>
            <a:custGeom>
              <a:avLst/>
              <a:gdLst/>
              <a:ahLst/>
              <a:cxnLst/>
              <a:rect l="l" t="t" r="r" b="b"/>
              <a:pathLst>
                <a:path w="652" h="704" extrusionOk="0">
                  <a:moveTo>
                    <a:pt x="449" y="0"/>
                  </a:moveTo>
                  <a:cubicBezTo>
                    <a:pt x="393" y="0"/>
                    <a:pt x="337" y="26"/>
                    <a:pt x="304" y="76"/>
                  </a:cubicBezTo>
                  <a:lnTo>
                    <a:pt x="54" y="415"/>
                  </a:lnTo>
                  <a:cubicBezTo>
                    <a:pt x="0" y="495"/>
                    <a:pt x="18" y="611"/>
                    <a:pt x="98" y="664"/>
                  </a:cubicBezTo>
                  <a:lnTo>
                    <a:pt x="98" y="673"/>
                  </a:lnTo>
                  <a:cubicBezTo>
                    <a:pt x="129" y="694"/>
                    <a:pt x="165" y="704"/>
                    <a:pt x="201" y="704"/>
                  </a:cubicBezTo>
                  <a:cubicBezTo>
                    <a:pt x="259" y="704"/>
                    <a:pt x="315" y="678"/>
                    <a:pt x="348" y="629"/>
                  </a:cubicBezTo>
                  <a:lnTo>
                    <a:pt x="598" y="290"/>
                  </a:lnTo>
                  <a:cubicBezTo>
                    <a:pt x="652" y="209"/>
                    <a:pt x="634" y="93"/>
                    <a:pt x="553" y="40"/>
                  </a:cubicBezTo>
                  <a:lnTo>
                    <a:pt x="544" y="31"/>
                  </a:lnTo>
                  <a:cubicBezTo>
                    <a:pt x="517" y="10"/>
                    <a:pt x="483" y="0"/>
                    <a:pt x="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54"/>
            <p:cNvSpPr/>
            <p:nvPr/>
          </p:nvSpPr>
          <p:spPr>
            <a:xfrm flipH="1">
              <a:off x="1329672" y="2053185"/>
              <a:ext cx="1417807" cy="1977527"/>
            </a:xfrm>
            <a:custGeom>
              <a:avLst/>
              <a:gdLst/>
              <a:ahLst/>
              <a:cxnLst/>
              <a:rect l="l" t="t" r="r" b="b"/>
              <a:pathLst>
                <a:path w="8699" h="12133" extrusionOk="0">
                  <a:moveTo>
                    <a:pt x="0" y="0"/>
                  </a:moveTo>
                  <a:lnTo>
                    <a:pt x="0" y="12133"/>
                  </a:lnTo>
                  <a:lnTo>
                    <a:pt x="8698" y="12133"/>
                  </a:lnTo>
                  <a:lnTo>
                    <a:pt x="86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54"/>
            <p:cNvSpPr/>
            <p:nvPr/>
          </p:nvSpPr>
          <p:spPr>
            <a:xfrm flipH="1">
              <a:off x="1126078" y="1487617"/>
              <a:ext cx="120935" cy="78560"/>
            </a:xfrm>
            <a:custGeom>
              <a:avLst/>
              <a:gdLst/>
              <a:ahLst/>
              <a:cxnLst/>
              <a:rect l="l" t="t" r="r" b="b"/>
              <a:pathLst>
                <a:path w="742" h="482" extrusionOk="0">
                  <a:moveTo>
                    <a:pt x="732" y="0"/>
                  </a:moveTo>
                  <a:cubicBezTo>
                    <a:pt x="724" y="0"/>
                    <a:pt x="732" y="71"/>
                    <a:pt x="706" y="179"/>
                  </a:cubicBezTo>
                  <a:cubicBezTo>
                    <a:pt x="688" y="241"/>
                    <a:pt x="652" y="303"/>
                    <a:pt x="616" y="348"/>
                  </a:cubicBezTo>
                  <a:cubicBezTo>
                    <a:pt x="563" y="410"/>
                    <a:pt x="492" y="446"/>
                    <a:pt x="420" y="455"/>
                  </a:cubicBezTo>
                  <a:cubicBezTo>
                    <a:pt x="340" y="446"/>
                    <a:pt x="269" y="419"/>
                    <a:pt x="206" y="375"/>
                  </a:cubicBezTo>
                  <a:cubicBezTo>
                    <a:pt x="153" y="330"/>
                    <a:pt x="117" y="286"/>
                    <a:pt x="90" y="223"/>
                  </a:cubicBezTo>
                  <a:cubicBezTo>
                    <a:pt x="37" y="125"/>
                    <a:pt x="10" y="63"/>
                    <a:pt x="1" y="63"/>
                  </a:cubicBezTo>
                  <a:lnTo>
                    <a:pt x="1" y="63"/>
                  </a:lnTo>
                  <a:cubicBezTo>
                    <a:pt x="1" y="63"/>
                    <a:pt x="10" y="80"/>
                    <a:pt x="19" y="107"/>
                  </a:cubicBezTo>
                  <a:cubicBezTo>
                    <a:pt x="28" y="152"/>
                    <a:pt x="46" y="196"/>
                    <a:pt x="63" y="232"/>
                  </a:cubicBezTo>
                  <a:cubicBezTo>
                    <a:pt x="90" y="294"/>
                    <a:pt x="135" y="357"/>
                    <a:pt x="188" y="402"/>
                  </a:cubicBezTo>
                  <a:cubicBezTo>
                    <a:pt x="251" y="455"/>
                    <a:pt x="331" y="482"/>
                    <a:pt x="420" y="482"/>
                  </a:cubicBezTo>
                  <a:cubicBezTo>
                    <a:pt x="501" y="473"/>
                    <a:pt x="581" y="437"/>
                    <a:pt x="634" y="366"/>
                  </a:cubicBezTo>
                  <a:cubicBezTo>
                    <a:pt x="679" y="312"/>
                    <a:pt x="715" y="250"/>
                    <a:pt x="724" y="187"/>
                  </a:cubicBezTo>
                  <a:cubicBezTo>
                    <a:pt x="732" y="143"/>
                    <a:pt x="741" y="98"/>
                    <a:pt x="732" y="54"/>
                  </a:cubicBezTo>
                  <a:cubicBezTo>
                    <a:pt x="741" y="36"/>
                    <a:pt x="732" y="18"/>
                    <a:pt x="7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54"/>
            <p:cNvSpPr/>
            <p:nvPr/>
          </p:nvSpPr>
          <p:spPr>
            <a:xfrm flipH="1">
              <a:off x="1553599" y="3466128"/>
              <a:ext cx="356448" cy="624242"/>
            </a:xfrm>
            <a:custGeom>
              <a:avLst/>
              <a:gdLst/>
              <a:ahLst/>
              <a:cxnLst/>
              <a:rect l="l" t="t" r="r" b="b"/>
              <a:pathLst>
                <a:path w="2187" h="3830" extrusionOk="0">
                  <a:moveTo>
                    <a:pt x="944" y="0"/>
                  </a:moveTo>
                  <a:cubicBezTo>
                    <a:pt x="622" y="0"/>
                    <a:pt x="298" y="75"/>
                    <a:pt x="1" y="226"/>
                  </a:cubicBezTo>
                  <a:cubicBezTo>
                    <a:pt x="1" y="226"/>
                    <a:pt x="90" y="1243"/>
                    <a:pt x="144" y="1831"/>
                  </a:cubicBezTo>
                  <a:cubicBezTo>
                    <a:pt x="188" y="2429"/>
                    <a:pt x="295" y="2447"/>
                    <a:pt x="295" y="2447"/>
                  </a:cubicBezTo>
                  <a:lnTo>
                    <a:pt x="215" y="3830"/>
                  </a:lnTo>
                  <a:lnTo>
                    <a:pt x="215" y="3830"/>
                  </a:lnTo>
                  <a:lnTo>
                    <a:pt x="1821" y="3740"/>
                  </a:lnTo>
                  <a:lnTo>
                    <a:pt x="2187" y="413"/>
                  </a:lnTo>
                  <a:lnTo>
                    <a:pt x="2097" y="350"/>
                  </a:lnTo>
                  <a:cubicBezTo>
                    <a:pt x="1750" y="117"/>
                    <a:pt x="1348" y="0"/>
                    <a:pt x="944" y="0"/>
                  </a:cubicBezTo>
                  <a:close/>
                </a:path>
              </a:pathLst>
            </a:custGeom>
            <a:solidFill>
              <a:srgbClr val="BD6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54"/>
            <p:cNvSpPr/>
            <p:nvPr/>
          </p:nvSpPr>
          <p:spPr>
            <a:xfrm flipH="1">
              <a:off x="1506491" y="3645741"/>
              <a:ext cx="69106" cy="102356"/>
            </a:xfrm>
            <a:custGeom>
              <a:avLst/>
              <a:gdLst/>
              <a:ahLst/>
              <a:cxnLst/>
              <a:rect l="l" t="t" r="r" b="b"/>
              <a:pathLst>
                <a:path w="424" h="628" extrusionOk="0">
                  <a:moveTo>
                    <a:pt x="152" y="1"/>
                  </a:moveTo>
                  <a:cubicBezTo>
                    <a:pt x="73" y="1"/>
                    <a:pt x="4" y="25"/>
                    <a:pt x="1" y="25"/>
                  </a:cubicBezTo>
                  <a:cubicBezTo>
                    <a:pt x="1" y="25"/>
                    <a:pt x="10" y="604"/>
                    <a:pt x="10" y="613"/>
                  </a:cubicBezTo>
                  <a:cubicBezTo>
                    <a:pt x="10" y="619"/>
                    <a:pt x="46" y="628"/>
                    <a:pt x="97" y="628"/>
                  </a:cubicBezTo>
                  <a:cubicBezTo>
                    <a:pt x="219" y="628"/>
                    <a:pt x="424" y="575"/>
                    <a:pt x="411" y="292"/>
                  </a:cubicBezTo>
                  <a:cubicBezTo>
                    <a:pt x="406" y="50"/>
                    <a:pt x="267" y="1"/>
                    <a:pt x="152" y="1"/>
                  </a:cubicBezTo>
                  <a:close/>
                </a:path>
              </a:pathLst>
            </a:custGeom>
            <a:solidFill>
              <a:srgbClr val="BD6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54"/>
            <p:cNvSpPr/>
            <p:nvPr/>
          </p:nvSpPr>
          <p:spPr>
            <a:xfrm flipH="1">
              <a:off x="1872887" y="3656172"/>
              <a:ext cx="76277" cy="103823"/>
            </a:xfrm>
            <a:custGeom>
              <a:avLst/>
              <a:gdLst/>
              <a:ahLst/>
              <a:cxnLst/>
              <a:rect l="l" t="t" r="r" b="b"/>
              <a:pathLst>
                <a:path w="468" h="637" extrusionOk="0">
                  <a:moveTo>
                    <a:pt x="302" y="0"/>
                  </a:moveTo>
                  <a:cubicBezTo>
                    <a:pt x="193" y="0"/>
                    <a:pt x="1" y="39"/>
                    <a:pt x="27" y="335"/>
                  </a:cubicBezTo>
                  <a:cubicBezTo>
                    <a:pt x="54" y="585"/>
                    <a:pt x="213" y="637"/>
                    <a:pt x="332" y="637"/>
                  </a:cubicBezTo>
                  <a:cubicBezTo>
                    <a:pt x="408" y="637"/>
                    <a:pt x="467" y="615"/>
                    <a:pt x="464" y="612"/>
                  </a:cubicBezTo>
                  <a:cubicBezTo>
                    <a:pt x="464" y="594"/>
                    <a:pt x="375" y="5"/>
                    <a:pt x="375" y="5"/>
                  </a:cubicBezTo>
                  <a:cubicBezTo>
                    <a:pt x="370" y="5"/>
                    <a:pt x="341" y="0"/>
                    <a:pt x="302" y="0"/>
                  </a:cubicBezTo>
                  <a:close/>
                </a:path>
              </a:pathLst>
            </a:custGeom>
            <a:solidFill>
              <a:srgbClr val="BD6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54"/>
            <p:cNvSpPr/>
            <p:nvPr/>
          </p:nvSpPr>
          <p:spPr>
            <a:xfrm flipH="1">
              <a:off x="1555066" y="3449015"/>
              <a:ext cx="369487" cy="481954"/>
            </a:xfrm>
            <a:custGeom>
              <a:avLst/>
              <a:gdLst/>
              <a:ahLst/>
              <a:cxnLst/>
              <a:rect l="l" t="t" r="r" b="b"/>
              <a:pathLst>
                <a:path w="2267" h="2957" extrusionOk="0">
                  <a:moveTo>
                    <a:pt x="1312" y="1"/>
                  </a:moveTo>
                  <a:lnTo>
                    <a:pt x="1" y="331"/>
                  </a:lnTo>
                  <a:cubicBezTo>
                    <a:pt x="1" y="331"/>
                    <a:pt x="63" y="768"/>
                    <a:pt x="99" y="1232"/>
                  </a:cubicBezTo>
                  <a:cubicBezTo>
                    <a:pt x="117" y="1490"/>
                    <a:pt x="179" y="1945"/>
                    <a:pt x="224" y="2204"/>
                  </a:cubicBezTo>
                  <a:cubicBezTo>
                    <a:pt x="268" y="2454"/>
                    <a:pt x="420" y="2641"/>
                    <a:pt x="625" y="2793"/>
                  </a:cubicBezTo>
                  <a:cubicBezTo>
                    <a:pt x="768" y="2905"/>
                    <a:pt x="946" y="2957"/>
                    <a:pt x="1128" y="2957"/>
                  </a:cubicBezTo>
                  <a:cubicBezTo>
                    <a:pt x="1321" y="2957"/>
                    <a:pt x="1517" y="2899"/>
                    <a:pt x="1678" y="2793"/>
                  </a:cubicBezTo>
                  <a:cubicBezTo>
                    <a:pt x="1990" y="2597"/>
                    <a:pt x="2151" y="2302"/>
                    <a:pt x="2213" y="1936"/>
                  </a:cubicBezTo>
                  <a:cubicBezTo>
                    <a:pt x="2258" y="1704"/>
                    <a:pt x="2231" y="1526"/>
                    <a:pt x="2267" y="1178"/>
                  </a:cubicBezTo>
                  <a:lnTo>
                    <a:pt x="2106" y="40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54"/>
            <p:cNvSpPr/>
            <p:nvPr/>
          </p:nvSpPr>
          <p:spPr>
            <a:xfrm flipH="1">
              <a:off x="1492481" y="3324981"/>
              <a:ext cx="494496" cy="302668"/>
            </a:xfrm>
            <a:custGeom>
              <a:avLst/>
              <a:gdLst/>
              <a:ahLst/>
              <a:cxnLst/>
              <a:rect l="l" t="t" r="r" b="b"/>
              <a:pathLst>
                <a:path w="3034" h="1857" extrusionOk="0">
                  <a:moveTo>
                    <a:pt x="1781" y="1"/>
                  </a:moveTo>
                  <a:cubicBezTo>
                    <a:pt x="1588" y="1"/>
                    <a:pt x="1401" y="98"/>
                    <a:pt x="1294" y="271"/>
                  </a:cubicBezTo>
                  <a:cubicBezTo>
                    <a:pt x="1258" y="244"/>
                    <a:pt x="1222" y="217"/>
                    <a:pt x="1187" y="200"/>
                  </a:cubicBezTo>
                  <a:cubicBezTo>
                    <a:pt x="1128" y="173"/>
                    <a:pt x="1066" y="160"/>
                    <a:pt x="1004" y="160"/>
                  </a:cubicBezTo>
                  <a:cubicBezTo>
                    <a:pt x="843" y="160"/>
                    <a:pt x="687" y="249"/>
                    <a:pt x="616" y="405"/>
                  </a:cubicBezTo>
                  <a:cubicBezTo>
                    <a:pt x="576" y="397"/>
                    <a:pt x="535" y="392"/>
                    <a:pt x="496" y="392"/>
                  </a:cubicBezTo>
                  <a:cubicBezTo>
                    <a:pt x="448" y="392"/>
                    <a:pt x="401" y="399"/>
                    <a:pt x="357" y="414"/>
                  </a:cubicBezTo>
                  <a:cubicBezTo>
                    <a:pt x="125" y="494"/>
                    <a:pt x="0" y="744"/>
                    <a:pt x="80" y="967"/>
                  </a:cubicBezTo>
                  <a:cubicBezTo>
                    <a:pt x="18" y="1029"/>
                    <a:pt x="0" y="1127"/>
                    <a:pt x="27" y="1208"/>
                  </a:cubicBezTo>
                  <a:cubicBezTo>
                    <a:pt x="54" y="1288"/>
                    <a:pt x="223" y="1368"/>
                    <a:pt x="223" y="1368"/>
                  </a:cubicBezTo>
                  <a:cubicBezTo>
                    <a:pt x="223" y="1368"/>
                    <a:pt x="250" y="1555"/>
                    <a:pt x="312" y="1600"/>
                  </a:cubicBezTo>
                  <a:cubicBezTo>
                    <a:pt x="359" y="1633"/>
                    <a:pt x="415" y="1652"/>
                    <a:pt x="473" y="1652"/>
                  </a:cubicBezTo>
                  <a:cubicBezTo>
                    <a:pt x="494" y="1652"/>
                    <a:pt x="515" y="1649"/>
                    <a:pt x="535" y="1645"/>
                  </a:cubicBezTo>
                  <a:lnTo>
                    <a:pt x="553" y="1600"/>
                  </a:lnTo>
                  <a:cubicBezTo>
                    <a:pt x="589" y="1645"/>
                    <a:pt x="625" y="1671"/>
                    <a:pt x="678" y="1698"/>
                  </a:cubicBezTo>
                  <a:cubicBezTo>
                    <a:pt x="720" y="1717"/>
                    <a:pt x="764" y="1726"/>
                    <a:pt x="806" y="1726"/>
                  </a:cubicBezTo>
                  <a:cubicBezTo>
                    <a:pt x="925" y="1726"/>
                    <a:pt x="1036" y="1656"/>
                    <a:pt x="1088" y="1538"/>
                  </a:cubicBezTo>
                  <a:cubicBezTo>
                    <a:pt x="1205" y="1670"/>
                    <a:pt x="1368" y="1738"/>
                    <a:pt x="1533" y="1738"/>
                  </a:cubicBezTo>
                  <a:cubicBezTo>
                    <a:pt x="1658" y="1738"/>
                    <a:pt x="1784" y="1699"/>
                    <a:pt x="1891" y="1618"/>
                  </a:cubicBezTo>
                  <a:cubicBezTo>
                    <a:pt x="1900" y="1743"/>
                    <a:pt x="2016" y="1832"/>
                    <a:pt x="2141" y="1850"/>
                  </a:cubicBezTo>
                  <a:cubicBezTo>
                    <a:pt x="2171" y="1854"/>
                    <a:pt x="2202" y="1857"/>
                    <a:pt x="2233" y="1857"/>
                  </a:cubicBezTo>
                  <a:cubicBezTo>
                    <a:pt x="2321" y="1857"/>
                    <a:pt x="2412" y="1838"/>
                    <a:pt x="2498" y="1805"/>
                  </a:cubicBezTo>
                  <a:cubicBezTo>
                    <a:pt x="2596" y="1779"/>
                    <a:pt x="2703" y="1743"/>
                    <a:pt x="2783" y="1680"/>
                  </a:cubicBezTo>
                  <a:cubicBezTo>
                    <a:pt x="2873" y="1618"/>
                    <a:pt x="2917" y="1511"/>
                    <a:pt x="2899" y="1395"/>
                  </a:cubicBezTo>
                  <a:cubicBezTo>
                    <a:pt x="2882" y="1359"/>
                    <a:pt x="2873" y="1306"/>
                    <a:pt x="2873" y="1261"/>
                  </a:cubicBezTo>
                  <a:cubicBezTo>
                    <a:pt x="2882" y="1208"/>
                    <a:pt x="2935" y="1181"/>
                    <a:pt x="2971" y="1145"/>
                  </a:cubicBezTo>
                  <a:cubicBezTo>
                    <a:pt x="3015" y="1092"/>
                    <a:pt x="3033" y="1011"/>
                    <a:pt x="3015" y="940"/>
                  </a:cubicBezTo>
                  <a:cubicBezTo>
                    <a:pt x="2992" y="840"/>
                    <a:pt x="2904" y="774"/>
                    <a:pt x="2800" y="774"/>
                  </a:cubicBezTo>
                  <a:cubicBezTo>
                    <a:pt x="2783" y="774"/>
                    <a:pt x="2766" y="776"/>
                    <a:pt x="2748" y="779"/>
                  </a:cubicBezTo>
                  <a:cubicBezTo>
                    <a:pt x="2792" y="681"/>
                    <a:pt x="2783" y="574"/>
                    <a:pt x="2712" y="485"/>
                  </a:cubicBezTo>
                  <a:cubicBezTo>
                    <a:pt x="2659" y="422"/>
                    <a:pt x="2582" y="391"/>
                    <a:pt x="2505" y="391"/>
                  </a:cubicBezTo>
                  <a:cubicBezTo>
                    <a:pt x="2439" y="391"/>
                    <a:pt x="2373" y="413"/>
                    <a:pt x="2320" y="458"/>
                  </a:cubicBezTo>
                  <a:cubicBezTo>
                    <a:pt x="2293" y="298"/>
                    <a:pt x="2195" y="155"/>
                    <a:pt x="2061" y="75"/>
                  </a:cubicBezTo>
                  <a:cubicBezTo>
                    <a:pt x="1972" y="24"/>
                    <a:pt x="1876" y="1"/>
                    <a:pt x="1781" y="1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54"/>
            <p:cNvSpPr/>
            <p:nvPr/>
          </p:nvSpPr>
          <p:spPr>
            <a:xfrm flipH="1">
              <a:off x="1216225" y="4004478"/>
              <a:ext cx="1002032" cy="401438"/>
            </a:xfrm>
            <a:custGeom>
              <a:avLst/>
              <a:gdLst/>
              <a:ahLst/>
              <a:cxnLst/>
              <a:rect l="l" t="t" r="r" b="b"/>
              <a:pathLst>
                <a:path w="6148" h="2463" extrusionOk="0">
                  <a:moveTo>
                    <a:pt x="3756" y="0"/>
                  </a:moveTo>
                  <a:lnTo>
                    <a:pt x="2133" y="72"/>
                  </a:lnTo>
                  <a:cubicBezTo>
                    <a:pt x="2133" y="72"/>
                    <a:pt x="589" y="527"/>
                    <a:pt x="349" y="741"/>
                  </a:cubicBezTo>
                  <a:cubicBezTo>
                    <a:pt x="108" y="946"/>
                    <a:pt x="1" y="2373"/>
                    <a:pt x="1" y="2373"/>
                  </a:cubicBezTo>
                  <a:lnTo>
                    <a:pt x="6147" y="2463"/>
                  </a:lnTo>
                  <a:cubicBezTo>
                    <a:pt x="6147" y="2463"/>
                    <a:pt x="5871" y="1490"/>
                    <a:pt x="5630" y="999"/>
                  </a:cubicBezTo>
                  <a:cubicBezTo>
                    <a:pt x="5389" y="509"/>
                    <a:pt x="4845" y="375"/>
                    <a:pt x="4773" y="339"/>
                  </a:cubicBezTo>
                  <a:cubicBezTo>
                    <a:pt x="4711" y="295"/>
                    <a:pt x="3756" y="0"/>
                    <a:pt x="3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54"/>
            <p:cNvSpPr/>
            <p:nvPr/>
          </p:nvSpPr>
          <p:spPr>
            <a:xfrm flipH="1">
              <a:off x="1203188" y="4308287"/>
              <a:ext cx="1077494" cy="472827"/>
            </a:xfrm>
            <a:custGeom>
              <a:avLst/>
              <a:gdLst/>
              <a:ahLst/>
              <a:cxnLst/>
              <a:rect l="l" t="t" r="r" b="b"/>
              <a:pathLst>
                <a:path w="6611" h="2901" extrusionOk="0">
                  <a:moveTo>
                    <a:pt x="955" y="1"/>
                  </a:moveTo>
                  <a:cubicBezTo>
                    <a:pt x="428" y="1"/>
                    <a:pt x="0" y="429"/>
                    <a:pt x="0" y="955"/>
                  </a:cubicBezTo>
                  <a:lnTo>
                    <a:pt x="0" y="2900"/>
                  </a:lnTo>
                  <a:lnTo>
                    <a:pt x="6611" y="2900"/>
                  </a:lnTo>
                  <a:lnTo>
                    <a:pt x="6611" y="955"/>
                  </a:lnTo>
                  <a:cubicBezTo>
                    <a:pt x="6611" y="429"/>
                    <a:pt x="6182" y="1"/>
                    <a:pt x="5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54"/>
            <p:cNvSpPr/>
            <p:nvPr/>
          </p:nvSpPr>
          <p:spPr>
            <a:xfrm flipH="1">
              <a:off x="2497309" y="4061197"/>
              <a:ext cx="966990" cy="308372"/>
            </a:xfrm>
            <a:custGeom>
              <a:avLst/>
              <a:gdLst/>
              <a:ahLst/>
              <a:cxnLst/>
              <a:rect l="l" t="t" r="r" b="b"/>
              <a:pathLst>
                <a:path w="5933" h="1892" extrusionOk="0">
                  <a:moveTo>
                    <a:pt x="3560" y="0"/>
                  </a:moveTo>
                  <a:lnTo>
                    <a:pt x="1490" y="134"/>
                  </a:lnTo>
                  <a:cubicBezTo>
                    <a:pt x="1490" y="134"/>
                    <a:pt x="589" y="402"/>
                    <a:pt x="348" y="607"/>
                  </a:cubicBezTo>
                  <a:cubicBezTo>
                    <a:pt x="98" y="812"/>
                    <a:pt x="0" y="1740"/>
                    <a:pt x="0" y="1740"/>
                  </a:cubicBezTo>
                  <a:lnTo>
                    <a:pt x="5933" y="1892"/>
                  </a:lnTo>
                  <a:cubicBezTo>
                    <a:pt x="5879" y="1535"/>
                    <a:pt x="5781" y="1196"/>
                    <a:pt x="5621" y="866"/>
                  </a:cubicBezTo>
                  <a:cubicBezTo>
                    <a:pt x="5380" y="384"/>
                    <a:pt x="4844" y="241"/>
                    <a:pt x="4773" y="205"/>
                  </a:cubicBezTo>
                  <a:cubicBezTo>
                    <a:pt x="4702" y="170"/>
                    <a:pt x="3560" y="0"/>
                    <a:pt x="3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54"/>
            <p:cNvSpPr/>
            <p:nvPr/>
          </p:nvSpPr>
          <p:spPr>
            <a:xfrm flipH="1">
              <a:off x="2902975" y="3544363"/>
              <a:ext cx="344713" cy="598327"/>
            </a:xfrm>
            <a:custGeom>
              <a:avLst/>
              <a:gdLst/>
              <a:ahLst/>
              <a:cxnLst/>
              <a:rect l="l" t="t" r="r" b="b"/>
              <a:pathLst>
                <a:path w="2115" h="3671" extrusionOk="0">
                  <a:moveTo>
                    <a:pt x="1280" y="1"/>
                  </a:moveTo>
                  <a:cubicBezTo>
                    <a:pt x="860" y="1"/>
                    <a:pt x="441" y="132"/>
                    <a:pt x="90" y="388"/>
                  </a:cubicBezTo>
                  <a:lnTo>
                    <a:pt x="1" y="450"/>
                  </a:lnTo>
                  <a:lnTo>
                    <a:pt x="482" y="3653"/>
                  </a:lnTo>
                  <a:lnTo>
                    <a:pt x="2052" y="3671"/>
                  </a:lnTo>
                  <a:lnTo>
                    <a:pt x="2052" y="3671"/>
                  </a:lnTo>
                  <a:lnTo>
                    <a:pt x="1901" y="2261"/>
                  </a:lnTo>
                  <a:lnTo>
                    <a:pt x="1901" y="2261"/>
                  </a:lnTo>
                  <a:cubicBezTo>
                    <a:pt x="1901" y="2261"/>
                    <a:pt x="1904" y="2263"/>
                    <a:pt x="1911" y="2263"/>
                  </a:cubicBezTo>
                  <a:cubicBezTo>
                    <a:pt x="1939" y="2263"/>
                    <a:pt x="2021" y="2221"/>
                    <a:pt x="2043" y="1744"/>
                  </a:cubicBezTo>
                  <a:cubicBezTo>
                    <a:pt x="2061" y="1164"/>
                    <a:pt x="2115" y="183"/>
                    <a:pt x="2115" y="183"/>
                  </a:cubicBezTo>
                  <a:cubicBezTo>
                    <a:pt x="1849" y="61"/>
                    <a:pt x="1564" y="1"/>
                    <a:pt x="1280" y="1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54"/>
            <p:cNvSpPr/>
            <p:nvPr/>
          </p:nvSpPr>
          <p:spPr>
            <a:xfrm flipH="1">
              <a:off x="3219818" y="3730332"/>
              <a:ext cx="65683" cy="98444"/>
            </a:xfrm>
            <a:custGeom>
              <a:avLst/>
              <a:gdLst/>
              <a:ahLst/>
              <a:cxnLst/>
              <a:rect l="l" t="t" r="r" b="b"/>
              <a:pathLst>
                <a:path w="403" h="604" extrusionOk="0">
                  <a:moveTo>
                    <a:pt x="259" y="0"/>
                  </a:moveTo>
                  <a:cubicBezTo>
                    <a:pt x="146" y="0"/>
                    <a:pt x="1" y="49"/>
                    <a:pt x="1" y="291"/>
                  </a:cubicBezTo>
                  <a:cubicBezTo>
                    <a:pt x="7" y="552"/>
                    <a:pt x="183" y="604"/>
                    <a:pt x="300" y="604"/>
                  </a:cubicBezTo>
                  <a:cubicBezTo>
                    <a:pt x="358" y="604"/>
                    <a:pt x="402" y="591"/>
                    <a:pt x="402" y="585"/>
                  </a:cubicBezTo>
                  <a:cubicBezTo>
                    <a:pt x="402" y="576"/>
                    <a:pt x="393" y="23"/>
                    <a:pt x="393" y="23"/>
                  </a:cubicBezTo>
                  <a:cubicBezTo>
                    <a:pt x="390" y="20"/>
                    <a:pt x="331" y="0"/>
                    <a:pt x="259" y="0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54"/>
            <p:cNvSpPr/>
            <p:nvPr/>
          </p:nvSpPr>
          <p:spPr>
            <a:xfrm flipH="1">
              <a:off x="2860267" y="3726746"/>
              <a:ext cx="70410" cy="100726"/>
            </a:xfrm>
            <a:custGeom>
              <a:avLst/>
              <a:gdLst/>
              <a:ahLst/>
              <a:cxnLst/>
              <a:rect l="l" t="t" r="r" b="b"/>
              <a:pathLst>
                <a:path w="432" h="618" extrusionOk="0">
                  <a:moveTo>
                    <a:pt x="167" y="1"/>
                  </a:moveTo>
                  <a:cubicBezTo>
                    <a:pt x="119" y="1"/>
                    <a:pt x="83" y="9"/>
                    <a:pt x="81" y="9"/>
                  </a:cubicBezTo>
                  <a:cubicBezTo>
                    <a:pt x="81" y="9"/>
                    <a:pt x="0" y="580"/>
                    <a:pt x="0" y="598"/>
                  </a:cubicBezTo>
                  <a:cubicBezTo>
                    <a:pt x="0" y="601"/>
                    <a:pt x="52" y="618"/>
                    <a:pt x="120" y="618"/>
                  </a:cubicBezTo>
                  <a:cubicBezTo>
                    <a:pt x="238" y="618"/>
                    <a:pt x="403" y="568"/>
                    <a:pt x="420" y="313"/>
                  </a:cubicBezTo>
                  <a:cubicBezTo>
                    <a:pt x="432" y="43"/>
                    <a:pt x="271" y="1"/>
                    <a:pt x="167" y="1"/>
                  </a:cubicBezTo>
                  <a:close/>
                </a:path>
              </a:pathLst>
            </a:custGeom>
            <a:solidFill>
              <a:srgbClr val="754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54"/>
            <p:cNvSpPr/>
            <p:nvPr/>
          </p:nvSpPr>
          <p:spPr>
            <a:xfrm flipH="1">
              <a:off x="2868097" y="3461565"/>
              <a:ext cx="414471" cy="556113"/>
            </a:xfrm>
            <a:custGeom>
              <a:avLst/>
              <a:gdLst/>
              <a:ahLst/>
              <a:cxnLst/>
              <a:rect l="l" t="t" r="r" b="b"/>
              <a:pathLst>
                <a:path w="2543" h="3412" extrusionOk="0">
                  <a:moveTo>
                    <a:pt x="1148" y="0"/>
                  </a:moveTo>
                  <a:cubicBezTo>
                    <a:pt x="972" y="0"/>
                    <a:pt x="702" y="12"/>
                    <a:pt x="580" y="75"/>
                  </a:cubicBezTo>
                  <a:cubicBezTo>
                    <a:pt x="259" y="245"/>
                    <a:pt x="9" y="700"/>
                    <a:pt x="0" y="1262"/>
                  </a:cubicBezTo>
                  <a:cubicBezTo>
                    <a:pt x="0" y="1824"/>
                    <a:pt x="250" y="2591"/>
                    <a:pt x="670" y="2966"/>
                  </a:cubicBezTo>
                  <a:cubicBezTo>
                    <a:pt x="1080" y="3340"/>
                    <a:pt x="1410" y="3412"/>
                    <a:pt x="1410" y="3412"/>
                  </a:cubicBezTo>
                  <a:cubicBezTo>
                    <a:pt x="1410" y="3412"/>
                    <a:pt x="2284" y="2939"/>
                    <a:pt x="2382" y="2234"/>
                  </a:cubicBezTo>
                  <a:cubicBezTo>
                    <a:pt x="2481" y="1538"/>
                    <a:pt x="2543" y="869"/>
                    <a:pt x="2275" y="530"/>
                  </a:cubicBezTo>
                  <a:cubicBezTo>
                    <a:pt x="1999" y="191"/>
                    <a:pt x="1508" y="13"/>
                    <a:pt x="1312" y="4"/>
                  </a:cubicBezTo>
                  <a:cubicBezTo>
                    <a:pt x="1312" y="4"/>
                    <a:pt x="1244" y="0"/>
                    <a:pt x="114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54"/>
            <p:cNvSpPr/>
            <p:nvPr/>
          </p:nvSpPr>
          <p:spPr>
            <a:xfrm flipH="1">
              <a:off x="2866630" y="3417232"/>
              <a:ext cx="413004" cy="360528"/>
            </a:xfrm>
            <a:custGeom>
              <a:avLst/>
              <a:gdLst/>
              <a:ahLst/>
              <a:cxnLst/>
              <a:rect l="l" t="t" r="r" b="b"/>
              <a:pathLst>
                <a:path w="2534" h="2212" extrusionOk="0">
                  <a:moveTo>
                    <a:pt x="1781" y="1"/>
                  </a:moveTo>
                  <a:cubicBezTo>
                    <a:pt x="1685" y="1"/>
                    <a:pt x="1591" y="21"/>
                    <a:pt x="1499" y="62"/>
                  </a:cubicBezTo>
                  <a:cubicBezTo>
                    <a:pt x="1410" y="106"/>
                    <a:pt x="1312" y="142"/>
                    <a:pt x="1222" y="169"/>
                  </a:cubicBezTo>
                  <a:cubicBezTo>
                    <a:pt x="1192" y="173"/>
                    <a:pt x="1162" y="175"/>
                    <a:pt x="1131" y="175"/>
                  </a:cubicBezTo>
                  <a:cubicBezTo>
                    <a:pt x="1063" y="175"/>
                    <a:pt x="995" y="167"/>
                    <a:pt x="927" y="167"/>
                  </a:cubicBezTo>
                  <a:cubicBezTo>
                    <a:pt x="909" y="167"/>
                    <a:pt x="892" y="167"/>
                    <a:pt x="875" y="169"/>
                  </a:cubicBezTo>
                  <a:cubicBezTo>
                    <a:pt x="518" y="178"/>
                    <a:pt x="223" y="490"/>
                    <a:pt x="107" y="829"/>
                  </a:cubicBezTo>
                  <a:cubicBezTo>
                    <a:pt x="0" y="1168"/>
                    <a:pt x="27" y="1543"/>
                    <a:pt x="63" y="1899"/>
                  </a:cubicBezTo>
                  <a:lnTo>
                    <a:pt x="2132" y="2212"/>
                  </a:lnTo>
                  <a:cubicBezTo>
                    <a:pt x="2231" y="1953"/>
                    <a:pt x="2329" y="1694"/>
                    <a:pt x="2427" y="1427"/>
                  </a:cubicBezTo>
                  <a:cubicBezTo>
                    <a:pt x="2471" y="1320"/>
                    <a:pt x="2507" y="1213"/>
                    <a:pt x="2516" y="1105"/>
                  </a:cubicBezTo>
                  <a:cubicBezTo>
                    <a:pt x="2534" y="989"/>
                    <a:pt x="2507" y="874"/>
                    <a:pt x="2445" y="784"/>
                  </a:cubicBezTo>
                  <a:cubicBezTo>
                    <a:pt x="2400" y="722"/>
                    <a:pt x="2329" y="677"/>
                    <a:pt x="2311" y="615"/>
                  </a:cubicBezTo>
                  <a:cubicBezTo>
                    <a:pt x="2293" y="543"/>
                    <a:pt x="2293" y="472"/>
                    <a:pt x="2302" y="410"/>
                  </a:cubicBezTo>
                  <a:cubicBezTo>
                    <a:pt x="2284" y="231"/>
                    <a:pt x="2168" y="88"/>
                    <a:pt x="1999" y="35"/>
                  </a:cubicBezTo>
                  <a:cubicBezTo>
                    <a:pt x="1926" y="12"/>
                    <a:pt x="1853" y="1"/>
                    <a:pt x="1781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54"/>
            <p:cNvSpPr/>
            <p:nvPr/>
          </p:nvSpPr>
          <p:spPr>
            <a:xfrm flipH="1">
              <a:off x="2758895" y="3742719"/>
              <a:ext cx="391327" cy="373078"/>
            </a:xfrm>
            <a:custGeom>
              <a:avLst/>
              <a:gdLst/>
              <a:ahLst/>
              <a:cxnLst/>
              <a:rect l="l" t="t" r="r" b="b"/>
              <a:pathLst>
                <a:path w="2401" h="2289" extrusionOk="0">
                  <a:moveTo>
                    <a:pt x="304" y="1"/>
                  </a:moveTo>
                  <a:cubicBezTo>
                    <a:pt x="116" y="45"/>
                    <a:pt x="9" y="250"/>
                    <a:pt x="9" y="438"/>
                  </a:cubicBezTo>
                  <a:cubicBezTo>
                    <a:pt x="0" y="625"/>
                    <a:pt x="81" y="803"/>
                    <a:pt x="152" y="982"/>
                  </a:cubicBezTo>
                  <a:cubicBezTo>
                    <a:pt x="268" y="1241"/>
                    <a:pt x="384" y="1499"/>
                    <a:pt x="500" y="1749"/>
                  </a:cubicBezTo>
                  <a:cubicBezTo>
                    <a:pt x="562" y="1892"/>
                    <a:pt x="625" y="2043"/>
                    <a:pt x="750" y="2142"/>
                  </a:cubicBezTo>
                  <a:cubicBezTo>
                    <a:pt x="866" y="2213"/>
                    <a:pt x="999" y="2258"/>
                    <a:pt x="1133" y="2275"/>
                  </a:cubicBezTo>
                  <a:cubicBezTo>
                    <a:pt x="1177" y="2285"/>
                    <a:pt x="1220" y="2289"/>
                    <a:pt x="1263" y="2289"/>
                  </a:cubicBezTo>
                  <a:cubicBezTo>
                    <a:pt x="1597" y="2289"/>
                    <a:pt x="1936" y="2048"/>
                    <a:pt x="2270" y="2048"/>
                  </a:cubicBezTo>
                  <a:cubicBezTo>
                    <a:pt x="2313" y="2048"/>
                    <a:pt x="2357" y="2052"/>
                    <a:pt x="2400" y="2061"/>
                  </a:cubicBezTo>
                  <a:cubicBezTo>
                    <a:pt x="2326" y="1861"/>
                    <a:pt x="2163" y="1820"/>
                    <a:pt x="1965" y="1820"/>
                  </a:cubicBezTo>
                  <a:cubicBezTo>
                    <a:pt x="1899" y="1820"/>
                    <a:pt x="1829" y="1825"/>
                    <a:pt x="1758" y="1829"/>
                  </a:cubicBezTo>
                  <a:cubicBezTo>
                    <a:pt x="1838" y="1651"/>
                    <a:pt x="1802" y="1446"/>
                    <a:pt x="1660" y="1312"/>
                  </a:cubicBezTo>
                  <a:cubicBezTo>
                    <a:pt x="1544" y="1214"/>
                    <a:pt x="1454" y="1223"/>
                    <a:pt x="1365" y="1116"/>
                  </a:cubicBezTo>
                  <a:cubicBezTo>
                    <a:pt x="1214" y="928"/>
                    <a:pt x="1214" y="893"/>
                    <a:pt x="1187" y="661"/>
                  </a:cubicBezTo>
                  <a:cubicBezTo>
                    <a:pt x="1178" y="580"/>
                    <a:pt x="1151" y="500"/>
                    <a:pt x="1115" y="420"/>
                  </a:cubicBezTo>
                  <a:cubicBezTo>
                    <a:pt x="994" y="171"/>
                    <a:pt x="741" y="27"/>
                    <a:pt x="479" y="27"/>
                  </a:cubicBezTo>
                  <a:cubicBezTo>
                    <a:pt x="375" y="27"/>
                    <a:pt x="269" y="50"/>
                    <a:pt x="170" y="99"/>
                  </a:cubicBezTo>
                  <a:lnTo>
                    <a:pt x="30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54"/>
            <p:cNvSpPr/>
            <p:nvPr/>
          </p:nvSpPr>
          <p:spPr>
            <a:xfrm flipH="1">
              <a:off x="2963930" y="3678013"/>
              <a:ext cx="199494" cy="156468"/>
            </a:xfrm>
            <a:custGeom>
              <a:avLst/>
              <a:gdLst/>
              <a:ahLst/>
              <a:cxnLst/>
              <a:rect l="l" t="t" r="r" b="b"/>
              <a:pathLst>
                <a:path w="1224" h="960" extrusionOk="0">
                  <a:moveTo>
                    <a:pt x="614" y="0"/>
                  </a:moveTo>
                  <a:cubicBezTo>
                    <a:pt x="501" y="0"/>
                    <a:pt x="387" y="32"/>
                    <a:pt x="286" y="94"/>
                  </a:cubicBezTo>
                  <a:cubicBezTo>
                    <a:pt x="81" y="255"/>
                    <a:pt x="1" y="514"/>
                    <a:pt x="81" y="754"/>
                  </a:cubicBezTo>
                  <a:lnTo>
                    <a:pt x="866" y="960"/>
                  </a:lnTo>
                  <a:cubicBezTo>
                    <a:pt x="1054" y="951"/>
                    <a:pt x="1196" y="799"/>
                    <a:pt x="1214" y="612"/>
                  </a:cubicBezTo>
                  <a:cubicBezTo>
                    <a:pt x="1223" y="424"/>
                    <a:pt x="1134" y="237"/>
                    <a:pt x="973" y="121"/>
                  </a:cubicBezTo>
                  <a:cubicBezTo>
                    <a:pt x="869" y="40"/>
                    <a:pt x="742" y="0"/>
                    <a:pt x="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54"/>
            <p:cNvSpPr/>
            <p:nvPr/>
          </p:nvSpPr>
          <p:spPr>
            <a:xfrm flipH="1">
              <a:off x="2801108" y="3716315"/>
              <a:ext cx="368020" cy="828139"/>
            </a:xfrm>
            <a:custGeom>
              <a:avLst/>
              <a:gdLst/>
              <a:ahLst/>
              <a:cxnLst/>
              <a:rect l="l" t="t" r="r" b="b"/>
              <a:pathLst>
                <a:path w="2258" h="5081" extrusionOk="0">
                  <a:moveTo>
                    <a:pt x="654" y="0"/>
                  </a:moveTo>
                  <a:cubicBezTo>
                    <a:pt x="497" y="0"/>
                    <a:pt x="339" y="61"/>
                    <a:pt x="214" y="180"/>
                  </a:cubicBezTo>
                  <a:cubicBezTo>
                    <a:pt x="18" y="377"/>
                    <a:pt x="0" y="796"/>
                    <a:pt x="54" y="1073"/>
                  </a:cubicBezTo>
                  <a:cubicBezTo>
                    <a:pt x="125" y="1376"/>
                    <a:pt x="304" y="1661"/>
                    <a:pt x="241" y="1965"/>
                  </a:cubicBezTo>
                  <a:cubicBezTo>
                    <a:pt x="205" y="2143"/>
                    <a:pt x="81" y="2330"/>
                    <a:pt x="152" y="2509"/>
                  </a:cubicBezTo>
                  <a:cubicBezTo>
                    <a:pt x="214" y="2643"/>
                    <a:pt x="384" y="2705"/>
                    <a:pt x="464" y="2830"/>
                  </a:cubicBezTo>
                  <a:cubicBezTo>
                    <a:pt x="598" y="3008"/>
                    <a:pt x="536" y="3258"/>
                    <a:pt x="446" y="3463"/>
                  </a:cubicBezTo>
                  <a:cubicBezTo>
                    <a:pt x="357" y="3669"/>
                    <a:pt x="250" y="3892"/>
                    <a:pt x="313" y="4106"/>
                  </a:cubicBezTo>
                  <a:cubicBezTo>
                    <a:pt x="357" y="4266"/>
                    <a:pt x="500" y="4391"/>
                    <a:pt x="607" y="4516"/>
                  </a:cubicBezTo>
                  <a:cubicBezTo>
                    <a:pt x="723" y="4650"/>
                    <a:pt x="812" y="4837"/>
                    <a:pt x="732" y="4989"/>
                  </a:cubicBezTo>
                  <a:cubicBezTo>
                    <a:pt x="812" y="5051"/>
                    <a:pt x="906" y="5080"/>
                    <a:pt x="998" y="5080"/>
                  </a:cubicBezTo>
                  <a:cubicBezTo>
                    <a:pt x="1132" y="5080"/>
                    <a:pt x="1263" y="5019"/>
                    <a:pt x="1347" y="4909"/>
                  </a:cubicBezTo>
                  <a:cubicBezTo>
                    <a:pt x="1428" y="4801"/>
                    <a:pt x="1454" y="4677"/>
                    <a:pt x="1428" y="4552"/>
                  </a:cubicBezTo>
                  <a:lnTo>
                    <a:pt x="1428" y="4552"/>
                  </a:lnTo>
                  <a:cubicBezTo>
                    <a:pt x="1517" y="4641"/>
                    <a:pt x="1570" y="4757"/>
                    <a:pt x="1579" y="4891"/>
                  </a:cubicBezTo>
                  <a:cubicBezTo>
                    <a:pt x="1972" y="4855"/>
                    <a:pt x="2257" y="4507"/>
                    <a:pt x="2222" y="4115"/>
                  </a:cubicBezTo>
                  <a:cubicBezTo>
                    <a:pt x="2213" y="4008"/>
                    <a:pt x="2177" y="3892"/>
                    <a:pt x="2115" y="3802"/>
                  </a:cubicBezTo>
                  <a:cubicBezTo>
                    <a:pt x="2016" y="3651"/>
                    <a:pt x="1865" y="3526"/>
                    <a:pt x="1829" y="3356"/>
                  </a:cubicBezTo>
                  <a:cubicBezTo>
                    <a:pt x="1793" y="3142"/>
                    <a:pt x="1945" y="2946"/>
                    <a:pt x="1927" y="2732"/>
                  </a:cubicBezTo>
                  <a:cubicBezTo>
                    <a:pt x="1909" y="2544"/>
                    <a:pt x="1758" y="2393"/>
                    <a:pt x="1606" y="2277"/>
                  </a:cubicBezTo>
                  <a:cubicBezTo>
                    <a:pt x="1454" y="2170"/>
                    <a:pt x="1285" y="2063"/>
                    <a:pt x="1187" y="1902"/>
                  </a:cubicBezTo>
                  <a:cubicBezTo>
                    <a:pt x="1026" y="1643"/>
                    <a:pt x="1098" y="1313"/>
                    <a:pt x="1160" y="1010"/>
                  </a:cubicBezTo>
                  <a:cubicBezTo>
                    <a:pt x="1222" y="707"/>
                    <a:pt x="1249" y="350"/>
                    <a:pt x="1035" y="136"/>
                  </a:cubicBezTo>
                  <a:cubicBezTo>
                    <a:pt x="924" y="45"/>
                    <a:pt x="789" y="0"/>
                    <a:pt x="6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54"/>
            <p:cNvSpPr/>
            <p:nvPr/>
          </p:nvSpPr>
          <p:spPr>
            <a:xfrm flipH="1">
              <a:off x="3022118" y="3768960"/>
              <a:ext cx="267784" cy="628969"/>
            </a:xfrm>
            <a:custGeom>
              <a:avLst/>
              <a:gdLst/>
              <a:ahLst/>
              <a:cxnLst/>
              <a:rect l="l" t="t" r="r" b="b"/>
              <a:pathLst>
                <a:path w="1643" h="3859" extrusionOk="0">
                  <a:moveTo>
                    <a:pt x="866" y="0"/>
                  </a:moveTo>
                  <a:cubicBezTo>
                    <a:pt x="652" y="143"/>
                    <a:pt x="643" y="446"/>
                    <a:pt x="670" y="705"/>
                  </a:cubicBezTo>
                  <a:cubicBezTo>
                    <a:pt x="697" y="964"/>
                    <a:pt x="741" y="1249"/>
                    <a:pt x="581" y="1454"/>
                  </a:cubicBezTo>
                  <a:cubicBezTo>
                    <a:pt x="483" y="1597"/>
                    <a:pt x="295" y="1677"/>
                    <a:pt x="242" y="1838"/>
                  </a:cubicBezTo>
                  <a:cubicBezTo>
                    <a:pt x="179" y="2043"/>
                    <a:pt x="340" y="2239"/>
                    <a:pt x="358" y="2453"/>
                  </a:cubicBezTo>
                  <a:cubicBezTo>
                    <a:pt x="367" y="2605"/>
                    <a:pt x="304" y="2748"/>
                    <a:pt x="233" y="2891"/>
                  </a:cubicBezTo>
                  <a:cubicBezTo>
                    <a:pt x="153" y="3024"/>
                    <a:pt x="72" y="3149"/>
                    <a:pt x="37" y="3301"/>
                  </a:cubicBezTo>
                  <a:cubicBezTo>
                    <a:pt x="1" y="3453"/>
                    <a:pt x="28" y="3622"/>
                    <a:pt x="144" y="3720"/>
                  </a:cubicBezTo>
                  <a:cubicBezTo>
                    <a:pt x="224" y="3783"/>
                    <a:pt x="313" y="3809"/>
                    <a:pt x="411" y="3818"/>
                  </a:cubicBezTo>
                  <a:cubicBezTo>
                    <a:pt x="585" y="3845"/>
                    <a:pt x="757" y="3858"/>
                    <a:pt x="929" y="3858"/>
                  </a:cubicBezTo>
                  <a:cubicBezTo>
                    <a:pt x="1100" y="3858"/>
                    <a:pt x="1272" y="3845"/>
                    <a:pt x="1446" y="3818"/>
                  </a:cubicBezTo>
                  <a:cubicBezTo>
                    <a:pt x="1544" y="3399"/>
                    <a:pt x="1642" y="2971"/>
                    <a:pt x="1642" y="2543"/>
                  </a:cubicBezTo>
                  <a:cubicBezTo>
                    <a:pt x="1642" y="1686"/>
                    <a:pt x="1241" y="874"/>
                    <a:pt x="1232" y="18"/>
                  </a:cubicBezTo>
                  <a:lnTo>
                    <a:pt x="86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54"/>
            <p:cNvSpPr/>
            <p:nvPr/>
          </p:nvSpPr>
          <p:spPr>
            <a:xfrm flipH="1">
              <a:off x="2459498" y="4308287"/>
              <a:ext cx="1078961" cy="472827"/>
            </a:xfrm>
            <a:custGeom>
              <a:avLst/>
              <a:gdLst/>
              <a:ahLst/>
              <a:cxnLst/>
              <a:rect l="l" t="t" r="r" b="b"/>
              <a:pathLst>
                <a:path w="6620" h="2901" extrusionOk="0">
                  <a:moveTo>
                    <a:pt x="964" y="1"/>
                  </a:moveTo>
                  <a:cubicBezTo>
                    <a:pt x="429" y="1"/>
                    <a:pt x="0" y="429"/>
                    <a:pt x="0" y="955"/>
                  </a:cubicBezTo>
                  <a:lnTo>
                    <a:pt x="0" y="2900"/>
                  </a:lnTo>
                  <a:lnTo>
                    <a:pt x="6620" y="2900"/>
                  </a:lnTo>
                  <a:lnTo>
                    <a:pt x="6620" y="955"/>
                  </a:lnTo>
                  <a:cubicBezTo>
                    <a:pt x="6620" y="429"/>
                    <a:pt x="6192" y="1"/>
                    <a:pt x="5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54"/>
            <p:cNvSpPr/>
            <p:nvPr/>
          </p:nvSpPr>
          <p:spPr>
            <a:xfrm flipH="1">
              <a:off x="4173791" y="3349103"/>
              <a:ext cx="357752" cy="619190"/>
            </a:xfrm>
            <a:custGeom>
              <a:avLst/>
              <a:gdLst/>
              <a:ahLst/>
              <a:cxnLst/>
              <a:rect l="l" t="t" r="r" b="b"/>
              <a:pathLst>
                <a:path w="2195" h="3799" extrusionOk="0">
                  <a:moveTo>
                    <a:pt x="1353" y="0"/>
                  </a:moveTo>
                  <a:cubicBezTo>
                    <a:pt x="901" y="0"/>
                    <a:pt x="451" y="147"/>
                    <a:pt x="81" y="435"/>
                  </a:cubicBezTo>
                  <a:lnTo>
                    <a:pt x="0" y="498"/>
                  </a:lnTo>
                  <a:lnTo>
                    <a:pt x="589" y="3798"/>
                  </a:lnTo>
                  <a:lnTo>
                    <a:pt x="2195" y="3772"/>
                  </a:lnTo>
                  <a:lnTo>
                    <a:pt x="2016" y="2398"/>
                  </a:lnTo>
                  <a:cubicBezTo>
                    <a:pt x="2016" y="2398"/>
                    <a:pt x="2132" y="2380"/>
                    <a:pt x="2132" y="1782"/>
                  </a:cubicBezTo>
                  <a:cubicBezTo>
                    <a:pt x="2141" y="1184"/>
                    <a:pt x="2168" y="167"/>
                    <a:pt x="2168" y="167"/>
                  </a:cubicBezTo>
                  <a:cubicBezTo>
                    <a:pt x="1907" y="56"/>
                    <a:pt x="1629" y="0"/>
                    <a:pt x="1353" y="0"/>
                  </a:cubicBezTo>
                  <a:close/>
                </a:path>
              </a:pathLst>
            </a:custGeom>
            <a:solidFill>
              <a:srgbClr val="FDBD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54"/>
            <p:cNvSpPr/>
            <p:nvPr/>
          </p:nvSpPr>
          <p:spPr>
            <a:xfrm flipH="1">
              <a:off x="4497969" y="3547296"/>
              <a:ext cx="69432" cy="101867"/>
            </a:xfrm>
            <a:custGeom>
              <a:avLst/>
              <a:gdLst/>
              <a:ahLst/>
              <a:cxnLst/>
              <a:rect l="l" t="t" r="r" b="b"/>
              <a:pathLst>
                <a:path w="426" h="625" extrusionOk="0">
                  <a:moveTo>
                    <a:pt x="274" y="0"/>
                  </a:moveTo>
                  <a:cubicBezTo>
                    <a:pt x="155" y="0"/>
                    <a:pt x="1" y="51"/>
                    <a:pt x="6" y="307"/>
                  </a:cubicBezTo>
                  <a:cubicBezTo>
                    <a:pt x="18" y="571"/>
                    <a:pt x="187" y="625"/>
                    <a:pt x="307" y="625"/>
                  </a:cubicBezTo>
                  <a:cubicBezTo>
                    <a:pt x="374" y="625"/>
                    <a:pt x="425" y="608"/>
                    <a:pt x="425" y="602"/>
                  </a:cubicBezTo>
                  <a:cubicBezTo>
                    <a:pt x="425" y="593"/>
                    <a:pt x="408" y="22"/>
                    <a:pt x="408" y="22"/>
                  </a:cubicBezTo>
                  <a:cubicBezTo>
                    <a:pt x="404" y="19"/>
                    <a:pt x="346" y="0"/>
                    <a:pt x="274" y="0"/>
                  </a:cubicBezTo>
                  <a:close/>
                </a:path>
              </a:pathLst>
            </a:custGeom>
            <a:solidFill>
              <a:srgbClr val="FDBD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54"/>
            <p:cNvSpPr/>
            <p:nvPr/>
          </p:nvSpPr>
          <p:spPr>
            <a:xfrm flipH="1">
              <a:off x="4128150" y="3534583"/>
              <a:ext cx="70410" cy="103334"/>
            </a:xfrm>
            <a:custGeom>
              <a:avLst/>
              <a:gdLst/>
              <a:ahLst/>
              <a:cxnLst/>
              <a:rect l="l" t="t" r="r" b="b"/>
              <a:pathLst>
                <a:path w="432" h="634" extrusionOk="0">
                  <a:moveTo>
                    <a:pt x="161" y="0"/>
                  </a:moveTo>
                  <a:cubicBezTo>
                    <a:pt x="107" y="0"/>
                    <a:pt x="66" y="11"/>
                    <a:pt x="63" y="11"/>
                  </a:cubicBezTo>
                  <a:cubicBezTo>
                    <a:pt x="63" y="11"/>
                    <a:pt x="0" y="608"/>
                    <a:pt x="0" y="617"/>
                  </a:cubicBezTo>
                  <a:cubicBezTo>
                    <a:pt x="0" y="620"/>
                    <a:pt x="47" y="634"/>
                    <a:pt x="110" y="634"/>
                  </a:cubicBezTo>
                  <a:cubicBezTo>
                    <a:pt x="230" y="634"/>
                    <a:pt x="408" y="584"/>
                    <a:pt x="419" y="314"/>
                  </a:cubicBezTo>
                  <a:cubicBezTo>
                    <a:pt x="431" y="44"/>
                    <a:pt x="270" y="0"/>
                    <a:pt x="161" y="0"/>
                  </a:cubicBezTo>
                  <a:close/>
                </a:path>
              </a:pathLst>
            </a:custGeom>
            <a:solidFill>
              <a:srgbClr val="FDBD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54"/>
            <p:cNvSpPr/>
            <p:nvPr/>
          </p:nvSpPr>
          <p:spPr>
            <a:xfrm flipH="1">
              <a:off x="4112672" y="3261252"/>
              <a:ext cx="440711" cy="437947"/>
            </a:xfrm>
            <a:custGeom>
              <a:avLst/>
              <a:gdLst/>
              <a:ahLst/>
              <a:cxnLst/>
              <a:rect l="l" t="t" r="r" b="b"/>
              <a:pathLst>
                <a:path w="2704" h="2687" extrusionOk="0">
                  <a:moveTo>
                    <a:pt x="1180" y="1"/>
                  </a:moveTo>
                  <a:cubicBezTo>
                    <a:pt x="869" y="1"/>
                    <a:pt x="576" y="194"/>
                    <a:pt x="464" y="501"/>
                  </a:cubicBezTo>
                  <a:cubicBezTo>
                    <a:pt x="437" y="494"/>
                    <a:pt x="409" y="490"/>
                    <a:pt x="381" y="490"/>
                  </a:cubicBezTo>
                  <a:cubicBezTo>
                    <a:pt x="274" y="490"/>
                    <a:pt x="171" y="543"/>
                    <a:pt x="108" y="635"/>
                  </a:cubicBezTo>
                  <a:cubicBezTo>
                    <a:pt x="27" y="751"/>
                    <a:pt x="0" y="894"/>
                    <a:pt x="18" y="1028"/>
                  </a:cubicBezTo>
                  <a:cubicBezTo>
                    <a:pt x="27" y="1117"/>
                    <a:pt x="54" y="1206"/>
                    <a:pt x="90" y="1295"/>
                  </a:cubicBezTo>
                  <a:lnTo>
                    <a:pt x="90" y="1313"/>
                  </a:lnTo>
                  <a:cubicBezTo>
                    <a:pt x="90" y="1643"/>
                    <a:pt x="268" y="2687"/>
                    <a:pt x="402" y="2687"/>
                  </a:cubicBezTo>
                  <a:cubicBezTo>
                    <a:pt x="652" y="2687"/>
                    <a:pt x="455" y="1581"/>
                    <a:pt x="455" y="1581"/>
                  </a:cubicBezTo>
                  <a:cubicBezTo>
                    <a:pt x="759" y="1465"/>
                    <a:pt x="643" y="1019"/>
                    <a:pt x="723" y="947"/>
                  </a:cubicBezTo>
                  <a:cubicBezTo>
                    <a:pt x="762" y="909"/>
                    <a:pt x="827" y="844"/>
                    <a:pt x="978" y="844"/>
                  </a:cubicBezTo>
                  <a:cubicBezTo>
                    <a:pt x="1105" y="844"/>
                    <a:pt x="1294" y="890"/>
                    <a:pt x="1579" y="1037"/>
                  </a:cubicBezTo>
                  <a:cubicBezTo>
                    <a:pt x="1730" y="1115"/>
                    <a:pt x="1912" y="1144"/>
                    <a:pt x="2071" y="1144"/>
                  </a:cubicBezTo>
                  <a:cubicBezTo>
                    <a:pt x="2166" y="1144"/>
                    <a:pt x="2253" y="1134"/>
                    <a:pt x="2320" y="1117"/>
                  </a:cubicBezTo>
                  <a:lnTo>
                    <a:pt x="2347" y="1117"/>
                  </a:lnTo>
                  <a:cubicBezTo>
                    <a:pt x="2400" y="1099"/>
                    <a:pt x="2454" y="1081"/>
                    <a:pt x="2507" y="1045"/>
                  </a:cubicBezTo>
                  <a:cubicBezTo>
                    <a:pt x="2570" y="1019"/>
                    <a:pt x="2614" y="965"/>
                    <a:pt x="2641" y="903"/>
                  </a:cubicBezTo>
                  <a:cubicBezTo>
                    <a:pt x="2668" y="840"/>
                    <a:pt x="2650" y="760"/>
                    <a:pt x="2605" y="715"/>
                  </a:cubicBezTo>
                  <a:cubicBezTo>
                    <a:pt x="2659" y="653"/>
                    <a:pt x="2686" y="582"/>
                    <a:pt x="2695" y="510"/>
                  </a:cubicBezTo>
                  <a:cubicBezTo>
                    <a:pt x="2704" y="439"/>
                    <a:pt x="2677" y="359"/>
                    <a:pt x="2614" y="314"/>
                  </a:cubicBezTo>
                  <a:cubicBezTo>
                    <a:pt x="2586" y="294"/>
                    <a:pt x="2552" y="282"/>
                    <a:pt x="2518" y="282"/>
                  </a:cubicBezTo>
                  <a:cubicBezTo>
                    <a:pt x="2478" y="282"/>
                    <a:pt x="2438" y="298"/>
                    <a:pt x="2409" y="332"/>
                  </a:cubicBezTo>
                  <a:cubicBezTo>
                    <a:pt x="2436" y="234"/>
                    <a:pt x="2373" y="136"/>
                    <a:pt x="2275" y="109"/>
                  </a:cubicBezTo>
                  <a:lnTo>
                    <a:pt x="2257" y="109"/>
                  </a:lnTo>
                  <a:cubicBezTo>
                    <a:pt x="2252" y="108"/>
                    <a:pt x="2246" y="108"/>
                    <a:pt x="2240" y="108"/>
                  </a:cubicBezTo>
                  <a:cubicBezTo>
                    <a:pt x="2149" y="108"/>
                    <a:pt x="2065" y="173"/>
                    <a:pt x="1981" y="198"/>
                  </a:cubicBezTo>
                  <a:cubicBezTo>
                    <a:pt x="1948" y="204"/>
                    <a:pt x="1916" y="207"/>
                    <a:pt x="1883" y="207"/>
                  </a:cubicBezTo>
                  <a:cubicBezTo>
                    <a:pt x="1819" y="207"/>
                    <a:pt x="1758" y="195"/>
                    <a:pt x="1704" y="171"/>
                  </a:cubicBezTo>
                  <a:cubicBezTo>
                    <a:pt x="1615" y="136"/>
                    <a:pt x="1526" y="82"/>
                    <a:pt x="1437" y="46"/>
                  </a:cubicBezTo>
                  <a:cubicBezTo>
                    <a:pt x="1352" y="16"/>
                    <a:pt x="1265" y="1"/>
                    <a:pt x="1180" y="1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54"/>
            <p:cNvSpPr/>
            <p:nvPr/>
          </p:nvSpPr>
          <p:spPr>
            <a:xfrm flipH="1">
              <a:off x="4163523" y="3341442"/>
              <a:ext cx="359382" cy="478042"/>
            </a:xfrm>
            <a:custGeom>
              <a:avLst/>
              <a:gdLst/>
              <a:ahLst/>
              <a:cxnLst/>
              <a:rect l="l" t="t" r="r" b="b"/>
              <a:pathLst>
                <a:path w="2205" h="2933" extrusionOk="0">
                  <a:moveTo>
                    <a:pt x="866" y="0"/>
                  </a:moveTo>
                  <a:lnTo>
                    <a:pt x="108" y="446"/>
                  </a:lnTo>
                  <a:lnTo>
                    <a:pt x="1" y="1240"/>
                  </a:lnTo>
                  <a:cubicBezTo>
                    <a:pt x="63" y="1579"/>
                    <a:pt x="45" y="1758"/>
                    <a:pt x="108" y="1990"/>
                  </a:cubicBezTo>
                  <a:cubicBezTo>
                    <a:pt x="197" y="2347"/>
                    <a:pt x="375" y="2623"/>
                    <a:pt x="697" y="2802"/>
                  </a:cubicBezTo>
                  <a:cubicBezTo>
                    <a:pt x="848" y="2887"/>
                    <a:pt x="1022" y="2932"/>
                    <a:pt x="1193" y="2932"/>
                  </a:cubicBezTo>
                  <a:cubicBezTo>
                    <a:pt x="1395" y="2932"/>
                    <a:pt x="1595" y="2870"/>
                    <a:pt x="1749" y="2739"/>
                  </a:cubicBezTo>
                  <a:cubicBezTo>
                    <a:pt x="1937" y="2570"/>
                    <a:pt x="2079" y="2373"/>
                    <a:pt x="2106" y="2115"/>
                  </a:cubicBezTo>
                  <a:cubicBezTo>
                    <a:pt x="2133" y="1856"/>
                    <a:pt x="2160" y="1401"/>
                    <a:pt x="2169" y="1142"/>
                  </a:cubicBezTo>
                  <a:cubicBezTo>
                    <a:pt x="2169" y="678"/>
                    <a:pt x="2204" y="232"/>
                    <a:pt x="2204" y="232"/>
                  </a:cubicBezTo>
                  <a:lnTo>
                    <a:pt x="86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54"/>
            <p:cNvSpPr/>
            <p:nvPr/>
          </p:nvSpPr>
          <p:spPr>
            <a:xfrm flipH="1">
              <a:off x="3756392" y="3882237"/>
              <a:ext cx="1077657" cy="610877"/>
            </a:xfrm>
            <a:custGeom>
              <a:avLst/>
              <a:gdLst/>
              <a:ahLst/>
              <a:cxnLst/>
              <a:rect l="l" t="t" r="r" b="b"/>
              <a:pathLst>
                <a:path w="6612" h="3748" extrusionOk="0">
                  <a:moveTo>
                    <a:pt x="4051" y="1"/>
                  </a:moveTo>
                  <a:lnTo>
                    <a:pt x="2329" y="63"/>
                  </a:lnTo>
                  <a:lnTo>
                    <a:pt x="2231" y="394"/>
                  </a:lnTo>
                  <a:cubicBezTo>
                    <a:pt x="2231" y="394"/>
                    <a:pt x="705" y="902"/>
                    <a:pt x="509" y="1161"/>
                  </a:cubicBezTo>
                  <a:cubicBezTo>
                    <a:pt x="304" y="1410"/>
                    <a:pt x="1" y="3748"/>
                    <a:pt x="1" y="3748"/>
                  </a:cubicBezTo>
                  <a:lnTo>
                    <a:pt x="6611" y="3480"/>
                  </a:lnTo>
                  <a:cubicBezTo>
                    <a:pt x="6611" y="3480"/>
                    <a:pt x="6165" y="1277"/>
                    <a:pt x="5817" y="982"/>
                  </a:cubicBezTo>
                  <a:cubicBezTo>
                    <a:pt x="5469" y="688"/>
                    <a:pt x="4185" y="376"/>
                    <a:pt x="4185" y="376"/>
                  </a:cubicBezTo>
                  <a:lnTo>
                    <a:pt x="40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54"/>
            <p:cNvSpPr/>
            <p:nvPr/>
          </p:nvSpPr>
          <p:spPr>
            <a:xfrm flipH="1">
              <a:off x="4178028" y="3945150"/>
              <a:ext cx="283757" cy="9127"/>
            </a:xfrm>
            <a:custGeom>
              <a:avLst/>
              <a:gdLst/>
              <a:ahLst/>
              <a:cxnLst/>
              <a:rect l="l" t="t" r="r" b="b"/>
              <a:pathLst>
                <a:path w="1741" h="56" extrusionOk="0">
                  <a:moveTo>
                    <a:pt x="1488" y="1"/>
                  </a:moveTo>
                  <a:cubicBezTo>
                    <a:pt x="1332" y="1"/>
                    <a:pt x="1116" y="3"/>
                    <a:pt x="875" y="8"/>
                  </a:cubicBezTo>
                  <a:cubicBezTo>
                    <a:pt x="393" y="25"/>
                    <a:pt x="0" y="43"/>
                    <a:pt x="0" y="52"/>
                  </a:cubicBezTo>
                  <a:cubicBezTo>
                    <a:pt x="0" y="55"/>
                    <a:pt x="34" y="56"/>
                    <a:pt x="94" y="56"/>
                  </a:cubicBezTo>
                  <a:cubicBezTo>
                    <a:pt x="238" y="56"/>
                    <a:pt x="534" y="49"/>
                    <a:pt x="875" y="43"/>
                  </a:cubicBezTo>
                  <a:cubicBezTo>
                    <a:pt x="1356" y="34"/>
                    <a:pt x="1740" y="16"/>
                    <a:pt x="1740" y="8"/>
                  </a:cubicBezTo>
                  <a:cubicBezTo>
                    <a:pt x="1740" y="3"/>
                    <a:pt x="1644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54"/>
            <p:cNvSpPr/>
            <p:nvPr/>
          </p:nvSpPr>
          <p:spPr>
            <a:xfrm flipH="1">
              <a:off x="4617276" y="4149863"/>
              <a:ext cx="36509" cy="208135"/>
            </a:xfrm>
            <a:custGeom>
              <a:avLst/>
              <a:gdLst/>
              <a:ahLst/>
              <a:cxnLst/>
              <a:rect l="l" t="t" r="r" b="b"/>
              <a:pathLst>
                <a:path w="224" h="1277" extrusionOk="0">
                  <a:moveTo>
                    <a:pt x="10" y="0"/>
                  </a:moveTo>
                  <a:cubicBezTo>
                    <a:pt x="1" y="0"/>
                    <a:pt x="46" y="286"/>
                    <a:pt x="99" y="643"/>
                  </a:cubicBezTo>
                  <a:cubicBezTo>
                    <a:pt x="153" y="1000"/>
                    <a:pt x="206" y="1276"/>
                    <a:pt x="215" y="1276"/>
                  </a:cubicBezTo>
                  <a:cubicBezTo>
                    <a:pt x="224" y="1276"/>
                    <a:pt x="188" y="991"/>
                    <a:pt x="126" y="634"/>
                  </a:cubicBezTo>
                  <a:cubicBezTo>
                    <a:pt x="99" y="420"/>
                    <a:pt x="63" y="215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54"/>
            <p:cNvSpPr/>
            <p:nvPr/>
          </p:nvSpPr>
          <p:spPr>
            <a:xfrm flipH="1">
              <a:off x="3909093" y="4122155"/>
              <a:ext cx="13202" cy="219870"/>
            </a:xfrm>
            <a:custGeom>
              <a:avLst/>
              <a:gdLst/>
              <a:ahLst/>
              <a:cxnLst/>
              <a:rect l="l" t="t" r="r" b="b"/>
              <a:pathLst>
                <a:path w="81" h="1349" extrusionOk="0">
                  <a:moveTo>
                    <a:pt x="9" y="1"/>
                  </a:moveTo>
                  <a:lnTo>
                    <a:pt x="9" y="1"/>
                  </a:lnTo>
                  <a:cubicBezTo>
                    <a:pt x="0" y="1"/>
                    <a:pt x="9" y="304"/>
                    <a:pt x="27" y="679"/>
                  </a:cubicBezTo>
                  <a:cubicBezTo>
                    <a:pt x="36" y="1045"/>
                    <a:pt x="63" y="1348"/>
                    <a:pt x="72" y="1348"/>
                  </a:cubicBezTo>
                  <a:cubicBezTo>
                    <a:pt x="80" y="1348"/>
                    <a:pt x="72" y="1045"/>
                    <a:pt x="54" y="670"/>
                  </a:cubicBezTo>
                  <a:cubicBezTo>
                    <a:pt x="36" y="304"/>
                    <a:pt x="18" y="1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54"/>
            <p:cNvSpPr/>
            <p:nvPr/>
          </p:nvSpPr>
          <p:spPr>
            <a:xfrm flipH="1">
              <a:off x="3727381" y="4318555"/>
              <a:ext cx="1134213" cy="471197"/>
            </a:xfrm>
            <a:custGeom>
              <a:avLst/>
              <a:gdLst/>
              <a:ahLst/>
              <a:cxnLst/>
              <a:rect l="l" t="t" r="r" b="b"/>
              <a:pathLst>
                <a:path w="6959" h="2891" extrusionOk="0">
                  <a:moveTo>
                    <a:pt x="964" y="0"/>
                  </a:moveTo>
                  <a:cubicBezTo>
                    <a:pt x="428" y="0"/>
                    <a:pt x="0" y="428"/>
                    <a:pt x="0" y="955"/>
                  </a:cubicBezTo>
                  <a:lnTo>
                    <a:pt x="0" y="2891"/>
                  </a:lnTo>
                  <a:lnTo>
                    <a:pt x="6959" y="2891"/>
                  </a:lnTo>
                  <a:lnTo>
                    <a:pt x="6959" y="955"/>
                  </a:lnTo>
                  <a:cubicBezTo>
                    <a:pt x="6959" y="428"/>
                    <a:pt x="6530" y="0"/>
                    <a:pt x="59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5" name="Google Shape;3195;p54"/>
          <p:cNvSpPr txBox="1">
            <a:spLocks noGrp="1"/>
          </p:cNvSpPr>
          <p:nvPr>
            <p:ph type="title"/>
          </p:nvPr>
        </p:nvSpPr>
        <p:spPr>
          <a:xfrm>
            <a:off x="4611900" y="1352450"/>
            <a:ext cx="4018200" cy="90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196" name="Google Shape;3196;p54"/>
          <p:cNvSpPr txBox="1">
            <a:spLocks noGrp="1"/>
          </p:cNvSpPr>
          <p:nvPr>
            <p:ph type="subTitle" idx="1"/>
          </p:nvPr>
        </p:nvSpPr>
        <p:spPr>
          <a:xfrm>
            <a:off x="4704400" y="2470350"/>
            <a:ext cx="40182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Do you have any questions?</a:t>
            </a:r>
            <a:endParaRPr sz="20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etoric Skills Development Workshop by Slidesgo">
  <a:themeElements>
    <a:clrScheme name="Simple Light">
      <a:dk1>
        <a:srgbClr val="191919"/>
      </a:dk1>
      <a:lt1>
        <a:srgbClr val="EFEFEF"/>
      </a:lt1>
      <a:dk2>
        <a:srgbClr val="FFFFFF"/>
      </a:dk2>
      <a:lt2>
        <a:srgbClr val="A1BFEC"/>
      </a:lt2>
      <a:accent1>
        <a:srgbClr val="385A64"/>
      </a:accent1>
      <a:accent2>
        <a:srgbClr val="1B2E35"/>
      </a:accent2>
      <a:accent3>
        <a:srgbClr val="FF725E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On-screen Show (16:9)</PresentationFormat>
  <Paragraphs>148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Palanquin</vt:lpstr>
      <vt:lpstr>Hind</vt:lpstr>
      <vt:lpstr>Arial</vt:lpstr>
      <vt:lpstr>Anaheim</vt:lpstr>
      <vt:lpstr>Nunito Light</vt:lpstr>
      <vt:lpstr>Rhetoric Skills Development Workshop by Slidesgo</vt:lpstr>
      <vt:lpstr>AI- Based Presentation Skills Evaluation System</vt:lpstr>
      <vt:lpstr>Table of contents</vt:lpstr>
      <vt:lpstr>INTRODUCTION</vt:lpstr>
      <vt:lpstr>INTRODUCTION</vt:lpstr>
      <vt:lpstr>02  MOTIVATION</vt:lpstr>
      <vt:lpstr>PowerPoint Presentation</vt:lpstr>
      <vt:lpstr>PowerPoint Presentation</vt:lpstr>
      <vt:lpstr>PowerPoint Presentation</vt:lpstr>
      <vt:lpstr>PowerPoint Presentation</vt:lpstr>
      <vt:lpstr>SYSTEM OVERVIEW</vt:lpstr>
      <vt:lpstr>PowerPoint Presentation</vt:lpstr>
      <vt:lpstr>SIMILAR SYSTEMS</vt:lpstr>
      <vt:lpstr>SIMILAR SYSTEMS</vt:lpstr>
      <vt:lpstr>SIMILAR SYSTEMS</vt:lpstr>
      <vt:lpstr>SIMILAR SYSTEMS</vt:lpstr>
      <vt:lpstr>SIMILAR SYSTEMS</vt:lpstr>
      <vt:lpstr>DELIVERABLES</vt:lpstr>
      <vt:lpstr>DELIVERABLES</vt:lpstr>
      <vt:lpstr> TIME PLAN</vt:lpstr>
      <vt:lpstr> TIME PLAN</vt:lpstr>
      <vt:lpstr>SUPPORTIVE  DOCUMENTS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 Based Presentation Skills Evaluation System</dc:title>
  <dc:creator>arwaa</dc:creator>
  <cp:lastModifiedBy>Arwaa Mamdoh</cp:lastModifiedBy>
  <cp:revision>2</cp:revision>
  <dcterms:modified xsi:type="dcterms:W3CDTF">2025-02-12T00:57:35Z</dcterms:modified>
</cp:coreProperties>
</file>